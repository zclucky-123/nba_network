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40"/>
  </p:handoutMasterIdLst>
  <p:sldIdLst>
    <p:sldId id="256" r:id="rId3"/>
    <p:sldId id="257" r:id="rId4"/>
    <p:sldId id="296" r:id="rId5"/>
    <p:sldId id="259" r:id="rId6"/>
    <p:sldId id="266" r:id="rId7"/>
    <p:sldId id="267" r:id="rId8"/>
    <p:sldId id="260" r:id="rId9"/>
    <p:sldId id="269" r:id="rId10"/>
    <p:sldId id="270" r:id="rId11"/>
    <p:sldId id="271" r:id="rId12"/>
    <p:sldId id="261" r:id="rId13"/>
    <p:sldId id="272" r:id="rId14"/>
    <p:sldId id="273" r:id="rId15"/>
    <p:sldId id="274" r:id="rId16"/>
    <p:sldId id="275" r:id="rId17"/>
    <p:sldId id="262" r:id="rId18"/>
    <p:sldId id="276" r:id="rId19"/>
    <p:sldId id="277" r:id="rId20"/>
    <p:sldId id="278" r:id="rId21"/>
    <p:sldId id="279" r:id="rId22"/>
    <p:sldId id="280" r:id="rId23"/>
    <p:sldId id="263" r:id="rId24"/>
    <p:sldId id="282" r:id="rId25"/>
    <p:sldId id="283" r:id="rId26"/>
    <p:sldId id="284" r:id="rId27"/>
    <p:sldId id="285" r:id="rId28"/>
    <p:sldId id="286" r:id="rId29"/>
    <p:sldId id="264" r:id="rId30"/>
    <p:sldId id="287" r:id="rId31"/>
    <p:sldId id="288" r:id="rId32"/>
    <p:sldId id="290" r:id="rId33"/>
    <p:sldId id="291" r:id="rId34"/>
    <p:sldId id="292" r:id="rId35"/>
    <p:sldId id="293" r:id="rId36"/>
    <p:sldId id="294" r:id="rId37"/>
    <p:sldId id="295" r:id="rId38"/>
    <p:sldId id="265" r:id="rId39"/>
  </p:sldIdLst>
  <p:sldSz cx="12192000" cy="6858000"/>
  <p:notesSz cx="6858000" cy="9144000"/>
  <p:embeddedFontLst>
    <p:embeddedFont>
      <p:font typeface="等线" panose="02010600030101010101" charset="-122"/>
      <p:regular r:id="rId44"/>
    </p:embeddedFont>
  </p:embeddedFontLst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32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7B99"/>
    <a:srgbClr val="1563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3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78" y="846"/>
      </p:cViewPr>
      <p:guideLst>
        <p:guide pos="416"/>
        <p:guide pos="7256"/>
        <p:guide orient="horz" pos="632"/>
        <p:guide orient="horz" pos="7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2582"/>
    </p:cViewPr>
  </p:sorterViewPr>
  <p:notesViewPr>
    <p:cSldViewPr snapToGrid="0">
      <p:cViewPr varScale="1">
        <p:scale>
          <a:sx n="75" d="100"/>
          <a:sy n="75" d="100"/>
        </p:scale>
        <p:origin x="330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gs" Target="tags/tag122.xml"/><Relationship Id="rId44" Type="http://schemas.openxmlformats.org/officeDocument/2006/relationships/font" Target="fonts/font1.fntdata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ED53D-5900-4692-B30E-AEFD90DE75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F731E-E4EE-48C2-8E2E-8649318C6E6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3A7B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335360" y="277896"/>
            <a:ext cx="11521280" cy="6302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schemeClr val="tx1">
                <a:lumMod val="95000"/>
                <a:lumOff val="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" name="任意多边形: 形状 7"/>
          <p:cNvSpPr>
            <a:spLocks noChangeAspect="1"/>
          </p:cNvSpPr>
          <p:nvPr userDrawn="1"/>
        </p:nvSpPr>
        <p:spPr>
          <a:xfrm>
            <a:off x="10251074" y="0"/>
            <a:ext cx="1730960" cy="1298018"/>
          </a:xfrm>
          <a:custGeom>
            <a:avLst/>
            <a:gdLst>
              <a:gd name="connsiteX0" fmla="*/ 1275576 w 1730960"/>
              <a:gd name="connsiteY0" fmla="*/ 0 h 1298018"/>
              <a:gd name="connsiteX1" fmla="*/ 1730960 w 1730960"/>
              <a:gd name="connsiteY1" fmla="*/ 0 h 1298018"/>
              <a:gd name="connsiteX2" fmla="*/ 455384 w 1730960"/>
              <a:gd name="connsiteY2" fmla="*/ 1298018 h 1298018"/>
              <a:gd name="connsiteX3" fmla="*/ 0 w 1730960"/>
              <a:gd name="connsiteY3" fmla="*/ 1298018 h 1298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0960" h="1298018">
                <a:moveTo>
                  <a:pt x="1275576" y="0"/>
                </a:moveTo>
                <a:lnTo>
                  <a:pt x="1730960" y="0"/>
                </a:lnTo>
                <a:lnTo>
                  <a:pt x="455384" y="1298018"/>
                </a:lnTo>
                <a:lnTo>
                  <a:pt x="0" y="1298018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9" name="任意多边形: 形状 8"/>
          <p:cNvSpPr>
            <a:spLocks noChangeAspect="1"/>
          </p:cNvSpPr>
          <p:nvPr userDrawn="1"/>
        </p:nvSpPr>
        <p:spPr>
          <a:xfrm>
            <a:off x="10239549" y="0"/>
            <a:ext cx="890408" cy="558535"/>
          </a:xfrm>
          <a:custGeom>
            <a:avLst/>
            <a:gdLst>
              <a:gd name="connsiteX0" fmla="*/ 548878 w 890408"/>
              <a:gd name="connsiteY0" fmla="*/ 0 h 558535"/>
              <a:gd name="connsiteX1" fmla="*/ 890408 w 890408"/>
              <a:gd name="connsiteY1" fmla="*/ 0 h 558535"/>
              <a:gd name="connsiteX2" fmla="*/ 341530 w 890408"/>
              <a:gd name="connsiteY2" fmla="*/ 558535 h 558535"/>
              <a:gd name="connsiteX3" fmla="*/ 0 w 890408"/>
              <a:gd name="connsiteY3" fmla="*/ 558535 h 558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0408" h="558535">
                <a:moveTo>
                  <a:pt x="548878" y="0"/>
                </a:moveTo>
                <a:lnTo>
                  <a:pt x="890408" y="0"/>
                </a:lnTo>
                <a:lnTo>
                  <a:pt x="341530" y="558535"/>
                </a:lnTo>
                <a:lnTo>
                  <a:pt x="0" y="558535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0" name="任意多边形: 形状 9"/>
          <p:cNvSpPr>
            <a:spLocks noChangeAspect="1"/>
          </p:cNvSpPr>
          <p:nvPr userDrawn="1"/>
        </p:nvSpPr>
        <p:spPr>
          <a:xfrm>
            <a:off x="11394118" y="191340"/>
            <a:ext cx="797882" cy="811920"/>
          </a:xfrm>
          <a:custGeom>
            <a:avLst/>
            <a:gdLst>
              <a:gd name="connsiteX0" fmla="*/ 797882 w 797882"/>
              <a:gd name="connsiteY0" fmla="*/ 0 h 811920"/>
              <a:gd name="connsiteX1" fmla="*/ 797882 w 797882"/>
              <a:gd name="connsiteY1" fmla="*/ 289623 h 811920"/>
              <a:gd name="connsiteX2" fmla="*/ 284616 w 797882"/>
              <a:gd name="connsiteY2" fmla="*/ 811920 h 811920"/>
              <a:gd name="connsiteX3" fmla="*/ 0 w 797882"/>
              <a:gd name="connsiteY3" fmla="*/ 811920 h 81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882" h="811920">
                <a:moveTo>
                  <a:pt x="797882" y="0"/>
                </a:moveTo>
                <a:lnTo>
                  <a:pt x="797882" y="289623"/>
                </a:lnTo>
                <a:lnTo>
                  <a:pt x="284616" y="811920"/>
                </a:lnTo>
                <a:lnTo>
                  <a:pt x="0" y="811920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6" name="任意多边形: 形状 15"/>
          <p:cNvSpPr>
            <a:spLocks noChangeAspect="1"/>
          </p:cNvSpPr>
          <p:nvPr userDrawn="1"/>
        </p:nvSpPr>
        <p:spPr>
          <a:xfrm>
            <a:off x="349072" y="5693177"/>
            <a:ext cx="1602222" cy="1167016"/>
          </a:xfrm>
          <a:custGeom>
            <a:avLst/>
            <a:gdLst>
              <a:gd name="connsiteX0" fmla="*/ 1146838 w 1602222"/>
              <a:gd name="connsiteY0" fmla="*/ 0 h 1167016"/>
              <a:gd name="connsiteX1" fmla="*/ 1602222 w 1602222"/>
              <a:gd name="connsiteY1" fmla="*/ 0 h 1167016"/>
              <a:gd name="connsiteX2" fmla="*/ 455384 w 1602222"/>
              <a:gd name="connsiteY2" fmla="*/ 1167016 h 1167016"/>
              <a:gd name="connsiteX3" fmla="*/ 0 w 1602222"/>
              <a:gd name="connsiteY3" fmla="*/ 1167016 h 116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2222" h="1167016">
                <a:moveTo>
                  <a:pt x="1146838" y="0"/>
                </a:moveTo>
                <a:lnTo>
                  <a:pt x="1602222" y="0"/>
                </a:lnTo>
                <a:lnTo>
                  <a:pt x="455384" y="1167016"/>
                </a:lnTo>
                <a:lnTo>
                  <a:pt x="0" y="1167016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7" name="任意多边形: 形状 16"/>
          <p:cNvSpPr>
            <a:spLocks noChangeAspect="1"/>
          </p:cNvSpPr>
          <p:nvPr userDrawn="1"/>
        </p:nvSpPr>
        <p:spPr>
          <a:xfrm>
            <a:off x="1" y="5911667"/>
            <a:ext cx="850271" cy="865231"/>
          </a:xfrm>
          <a:custGeom>
            <a:avLst/>
            <a:gdLst>
              <a:gd name="connsiteX0" fmla="*/ 508741 w 850271"/>
              <a:gd name="connsiteY0" fmla="*/ 0 h 865231"/>
              <a:gd name="connsiteX1" fmla="*/ 850271 w 850271"/>
              <a:gd name="connsiteY1" fmla="*/ 0 h 865231"/>
              <a:gd name="connsiteX2" fmla="*/ 0 w 850271"/>
              <a:gd name="connsiteY2" fmla="*/ 865231 h 865231"/>
              <a:gd name="connsiteX3" fmla="*/ 0 w 850271"/>
              <a:gd name="connsiteY3" fmla="*/ 517692 h 8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0271" h="865231">
                <a:moveTo>
                  <a:pt x="508741" y="0"/>
                </a:moveTo>
                <a:lnTo>
                  <a:pt x="850271" y="0"/>
                </a:lnTo>
                <a:lnTo>
                  <a:pt x="0" y="865231"/>
                </a:lnTo>
                <a:lnTo>
                  <a:pt x="0" y="517692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9" name="任意多边形: 形状 18"/>
          <p:cNvSpPr>
            <a:spLocks noChangeAspect="1"/>
          </p:cNvSpPr>
          <p:nvPr userDrawn="1"/>
        </p:nvSpPr>
        <p:spPr>
          <a:xfrm>
            <a:off x="1176986" y="6455122"/>
            <a:ext cx="685400" cy="407836"/>
          </a:xfrm>
          <a:custGeom>
            <a:avLst/>
            <a:gdLst>
              <a:gd name="connsiteX0" fmla="*/ 400784 w 685400"/>
              <a:gd name="connsiteY0" fmla="*/ 0 h 407836"/>
              <a:gd name="connsiteX1" fmla="*/ 685400 w 685400"/>
              <a:gd name="connsiteY1" fmla="*/ 0 h 407836"/>
              <a:gd name="connsiteX2" fmla="*/ 284616 w 685400"/>
              <a:gd name="connsiteY2" fmla="*/ 407836 h 407836"/>
              <a:gd name="connsiteX3" fmla="*/ 0 w 685400"/>
              <a:gd name="connsiteY3" fmla="*/ 407836 h 407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400" h="407836">
                <a:moveTo>
                  <a:pt x="400784" y="0"/>
                </a:moveTo>
                <a:lnTo>
                  <a:pt x="685400" y="0"/>
                </a:lnTo>
                <a:lnTo>
                  <a:pt x="284616" y="407836"/>
                </a:lnTo>
                <a:lnTo>
                  <a:pt x="0" y="407836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cxnSp>
        <p:nvCxnSpPr>
          <p:cNvPr id="22" name="直接连接符 21"/>
          <p:cNvCxnSpPr/>
          <p:nvPr userDrawn="1"/>
        </p:nvCxnSpPr>
        <p:spPr>
          <a:xfrm flipH="1">
            <a:off x="2594342" y="3775680"/>
            <a:ext cx="1901952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 flipH="1">
            <a:off x="7860299" y="3775680"/>
            <a:ext cx="1901952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335360" y="277896"/>
            <a:ext cx="11521280" cy="6302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schemeClr val="tx1">
                <a:lumMod val="95000"/>
                <a:lumOff val="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2548327" y="209476"/>
            <a:ext cx="9367901" cy="6439048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70AFC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screen"/>
          <a:srcRect l="34053" t="17591" r="1128" b="17591"/>
          <a:stretch>
            <a:fillRect/>
          </a:stretch>
        </p:blipFill>
        <p:spPr>
          <a:xfrm>
            <a:off x="-5" y="23177"/>
            <a:ext cx="6861002" cy="6826886"/>
          </a:xfrm>
          <a:custGeom>
            <a:avLst/>
            <a:gdLst>
              <a:gd name="connsiteX0" fmla="*/ 0 w 6861002"/>
              <a:gd name="connsiteY0" fmla="*/ 0 h 6826886"/>
              <a:gd name="connsiteX1" fmla="*/ 6861002 w 6861002"/>
              <a:gd name="connsiteY1" fmla="*/ 0 h 6826886"/>
              <a:gd name="connsiteX2" fmla="*/ 5494103 w 6861002"/>
              <a:gd name="connsiteY2" fmla="*/ 6826886 h 6826886"/>
              <a:gd name="connsiteX3" fmla="*/ 0 w 6861002"/>
              <a:gd name="connsiteY3" fmla="*/ 6826886 h 6826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1002" h="6826886">
                <a:moveTo>
                  <a:pt x="0" y="0"/>
                </a:moveTo>
                <a:lnTo>
                  <a:pt x="6861002" y="0"/>
                </a:lnTo>
                <a:lnTo>
                  <a:pt x="5494103" y="6826886"/>
                </a:lnTo>
                <a:lnTo>
                  <a:pt x="0" y="6826886"/>
                </a:lnTo>
                <a:close/>
              </a:path>
            </a:pathLst>
          </a:custGeom>
        </p:spPr>
      </p:pic>
      <p:sp>
        <p:nvSpPr>
          <p:cNvPr id="14" name="流程图: 手动输入 13"/>
          <p:cNvSpPr/>
          <p:nvPr userDrawn="1"/>
        </p:nvSpPr>
        <p:spPr>
          <a:xfrm rot="16200000" flipV="1">
            <a:off x="3822" y="-3820"/>
            <a:ext cx="6858000" cy="6865642"/>
          </a:xfrm>
          <a:prstGeom prst="flowChartManualInput">
            <a:avLst/>
          </a:prstGeom>
          <a:solidFill>
            <a:srgbClr val="3A7B9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59793" y="2378343"/>
            <a:ext cx="1610623" cy="8309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defRPr/>
            </a:pPr>
            <a:r>
              <a:rPr lang="zh-CN" altLang="en-US" sz="4800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目录</a:t>
            </a:r>
            <a:endParaRPr lang="zh-CN" altLang="en-US" sz="4800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1142281" y="3360609"/>
            <a:ext cx="959371" cy="0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7" name="文本框 16"/>
          <p:cNvSpPr txBox="1"/>
          <p:nvPr userDrawn="1"/>
        </p:nvSpPr>
        <p:spPr>
          <a:xfrm>
            <a:off x="1142281" y="3710217"/>
            <a:ext cx="2814786" cy="76944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defRPr/>
            </a:pPr>
            <a:r>
              <a:rPr lang="en-US" altLang="zh-CN" sz="4400" dirty="0">
                <a:solidFill>
                  <a:prstClr val="white"/>
                </a:solidFill>
                <a:cs typeface="+mn-ea"/>
                <a:sym typeface="+mn-lt"/>
              </a:rPr>
              <a:t>Contents</a:t>
            </a:r>
            <a:endParaRPr lang="zh-CN" altLang="en-US" sz="4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 flipV="1">
            <a:off x="827551" y="209476"/>
            <a:ext cx="303107" cy="303107"/>
            <a:chOff x="962675" y="5112327"/>
            <a:chExt cx="672161" cy="672161"/>
          </a:xfrm>
        </p:grpSpPr>
        <p:cxnSp>
          <p:nvCxnSpPr>
            <p:cNvPr id="19" name="直接连接符 18"/>
            <p:cNvCxnSpPr/>
            <p:nvPr/>
          </p:nvCxnSpPr>
          <p:spPr>
            <a:xfrm flipH="1">
              <a:off x="962675" y="5784488"/>
              <a:ext cx="672161" cy="0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alpha val="65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20" name="直接连接符 19"/>
            <p:cNvCxnSpPr/>
            <p:nvPr/>
          </p:nvCxnSpPr>
          <p:spPr>
            <a:xfrm flipV="1">
              <a:off x="962675" y="5112327"/>
              <a:ext cx="0" cy="672161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alpha val="65000"/>
                </a:sysClr>
              </a:solidFill>
              <a:prstDash val="solid"/>
              <a:miter lim="800000"/>
            </a:ln>
            <a:effectLst/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3A7B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335360" y="277896"/>
            <a:ext cx="11521280" cy="6302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schemeClr val="tx1">
                <a:lumMod val="95000"/>
                <a:lumOff val="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3" name="任意多边形: 形状 12"/>
          <p:cNvSpPr>
            <a:spLocks noChangeAspect="1"/>
          </p:cNvSpPr>
          <p:nvPr userDrawn="1"/>
        </p:nvSpPr>
        <p:spPr>
          <a:xfrm>
            <a:off x="10251074" y="0"/>
            <a:ext cx="1730960" cy="1298018"/>
          </a:xfrm>
          <a:custGeom>
            <a:avLst/>
            <a:gdLst>
              <a:gd name="connsiteX0" fmla="*/ 1275576 w 1730960"/>
              <a:gd name="connsiteY0" fmla="*/ 0 h 1298018"/>
              <a:gd name="connsiteX1" fmla="*/ 1730960 w 1730960"/>
              <a:gd name="connsiteY1" fmla="*/ 0 h 1298018"/>
              <a:gd name="connsiteX2" fmla="*/ 455384 w 1730960"/>
              <a:gd name="connsiteY2" fmla="*/ 1298018 h 1298018"/>
              <a:gd name="connsiteX3" fmla="*/ 0 w 1730960"/>
              <a:gd name="connsiteY3" fmla="*/ 1298018 h 1298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0960" h="1298018">
                <a:moveTo>
                  <a:pt x="1275576" y="0"/>
                </a:moveTo>
                <a:lnTo>
                  <a:pt x="1730960" y="0"/>
                </a:lnTo>
                <a:lnTo>
                  <a:pt x="455384" y="1298018"/>
                </a:lnTo>
                <a:lnTo>
                  <a:pt x="0" y="1298018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4" name="任意多边形: 形状 13"/>
          <p:cNvSpPr>
            <a:spLocks noChangeAspect="1"/>
          </p:cNvSpPr>
          <p:nvPr userDrawn="1"/>
        </p:nvSpPr>
        <p:spPr>
          <a:xfrm>
            <a:off x="10239549" y="0"/>
            <a:ext cx="890408" cy="558535"/>
          </a:xfrm>
          <a:custGeom>
            <a:avLst/>
            <a:gdLst>
              <a:gd name="connsiteX0" fmla="*/ 548878 w 890408"/>
              <a:gd name="connsiteY0" fmla="*/ 0 h 558535"/>
              <a:gd name="connsiteX1" fmla="*/ 890408 w 890408"/>
              <a:gd name="connsiteY1" fmla="*/ 0 h 558535"/>
              <a:gd name="connsiteX2" fmla="*/ 341530 w 890408"/>
              <a:gd name="connsiteY2" fmla="*/ 558535 h 558535"/>
              <a:gd name="connsiteX3" fmla="*/ 0 w 890408"/>
              <a:gd name="connsiteY3" fmla="*/ 558535 h 558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0408" h="558535">
                <a:moveTo>
                  <a:pt x="548878" y="0"/>
                </a:moveTo>
                <a:lnTo>
                  <a:pt x="890408" y="0"/>
                </a:lnTo>
                <a:lnTo>
                  <a:pt x="341530" y="558535"/>
                </a:lnTo>
                <a:lnTo>
                  <a:pt x="0" y="558535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5" name="任意多边形: 形状 14"/>
          <p:cNvSpPr>
            <a:spLocks noChangeAspect="1"/>
          </p:cNvSpPr>
          <p:nvPr userDrawn="1"/>
        </p:nvSpPr>
        <p:spPr>
          <a:xfrm>
            <a:off x="11394118" y="191340"/>
            <a:ext cx="797882" cy="811920"/>
          </a:xfrm>
          <a:custGeom>
            <a:avLst/>
            <a:gdLst>
              <a:gd name="connsiteX0" fmla="*/ 797882 w 797882"/>
              <a:gd name="connsiteY0" fmla="*/ 0 h 811920"/>
              <a:gd name="connsiteX1" fmla="*/ 797882 w 797882"/>
              <a:gd name="connsiteY1" fmla="*/ 289623 h 811920"/>
              <a:gd name="connsiteX2" fmla="*/ 284616 w 797882"/>
              <a:gd name="connsiteY2" fmla="*/ 811920 h 811920"/>
              <a:gd name="connsiteX3" fmla="*/ 0 w 797882"/>
              <a:gd name="connsiteY3" fmla="*/ 811920 h 81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882" h="811920">
                <a:moveTo>
                  <a:pt x="797882" y="0"/>
                </a:moveTo>
                <a:lnTo>
                  <a:pt x="797882" y="289623"/>
                </a:lnTo>
                <a:lnTo>
                  <a:pt x="284616" y="811920"/>
                </a:lnTo>
                <a:lnTo>
                  <a:pt x="0" y="811920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6" name="任意多边形: 形状 15"/>
          <p:cNvSpPr>
            <a:spLocks noChangeAspect="1"/>
          </p:cNvSpPr>
          <p:nvPr userDrawn="1"/>
        </p:nvSpPr>
        <p:spPr>
          <a:xfrm>
            <a:off x="349072" y="5693177"/>
            <a:ext cx="1602222" cy="1167016"/>
          </a:xfrm>
          <a:custGeom>
            <a:avLst/>
            <a:gdLst>
              <a:gd name="connsiteX0" fmla="*/ 1146838 w 1602222"/>
              <a:gd name="connsiteY0" fmla="*/ 0 h 1167016"/>
              <a:gd name="connsiteX1" fmla="*/ 1602222 w 1602222"/>
              <a:gd name="connsiteY1" fmla="*/ 0 h 1167016"/>
              <a:gd name="connsiteX2" fmla="*/ 455384 w 1602222"/>
              <a:gd name="connsiteY2" fmla="*/ 1167016 h 1167016"/>
              <a:gd name="connsiteX3" fmla="*/ 0 w 1602222"/>
              <a:gd name="connsiteY3" fmla="*/ 1167016 h 116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2222" h="1167016">
                <a:moveTo>
                  <a:pt x="1146838" y="0"/>
                </a:moveTo>
                <a:lnTo>
                  <a:pt x="1602222" y="0"/>
                </a:lnTo>
                <a:lnTo>
                  <a:pt x="455384" y="1167016"/>
                </a:lnTo>
                <a:lnTo>
                  <a:pt x="0" y="1167016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7" name="任意多边形: 形状 16"/>
          <p:cNvSpPr>
            <a:spLocks noChangeAspect="1"/>
          </p:cNvSpPr>
          <p:nvPr userDrawn="1"/>
        </p:nvSpPr>
        <p:spPr>
          <a:xfrm>
            <a:off x="1" y="5911667"/>
            <a:ext cx="850271" cy="865231"/>
          </a:xfrm>
          <a:custGeom>
            <a:avLst/>
            <a:gdLst>
              <a:gd name="connsiteX0" fmla="*/ 508741 w 850271"/>
              <a:gd name="connsiteY0" fmla="*/ 0 h 865231"/>
              <a:gd name="connsiteX1" fmla="*/ 850271 w 850271"/>
              <a:gd name="connsiteY1" fmla="*/ 0 h 865231"/>
              <a:gd name="connsiteX2" fmla="*/ 0 w 850271"/>
              <a:gd name="connsiteY2" fmla="*/ 865231 h 865231"/>
              <a:gd name="connsiteX3" fmla="*/ 0 w 850271"/>
              <a:gd name="connsiteY3" fmla="*/ 517692 h 8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0271" h="865231">
                <a:moveTo>
                  <a:pt x="508741" y="0"/>
                </a:moveTo>
                <a:lnTo>
                  <a:pt x="850271" y="0"/>
                </a:lnTo>
                <a:lnTo>
                  <a:pt x="0" y="865231"/>
                </a:lnTo>
                <a:lnTo>
                  <a:pt x="0" y="517692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8" name="任意多边形: 形状 17"/>
          <p:cNvSpPr>
            <a:spLocks noChangeAspect="1"/>
          </p:cNvSpPr>
          <p:nvPr userDrawn="1"/>
        </p:nvSpPr>
        <p:spPr>
          <a:xfrm>
            <a:off x="1176986" y="6455122"/>
            <a:ext cx="685400" cy="407836"/>
          </a:xfrm>
          <a:custGeom>
            <a:avLst/>
            <a:gdLst>
              <a:gd name="connsiteX0" fmla="*/ 400784 w 685400"/>
              <a:gd name="connsiteY0" fmla="*/ 0 h 407836"/>
              <a:gd name="connsiteX1" fmla="*/ 685400 w 685400"/>
              <a:gd name="connsiteY1" fmla="*/ 0 h 407836"/>
              <a:gd name="connsiteX2" fmla="*/ 284616 w 685400"/>
              <a:gd name="connsiteY2" fmla="*/ 407836 h 407836"/>
              <a:gd name="connsiteX3" fmla="*/ 0 w 685400"/>
              <a:gd name="connsiteY3" fmla="*/ 407836 h 407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400" h="407836">
                <a:moveTo>
                  <a:pt x="400784" y="0"/>
                </a:moveTo>
                <a:lnTo>
                  <a:pt x="685400" y="0"/>
                </a:lnTo>
                <a:lnTo>
                  <a:pt x="284616" y="407836"/>
                </a:lnTo>
                <a:lnTo>
                  <a:pt x="0" y="407836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1" name="燕尾形 2"/>
          <p:cNvSpPr/>
          <p:nvPr userDrawn="1"/>
        </p:nvSpPr>
        <p:spPr>
          <a:xfrm rot="16200000">
            <a:off x="5644278" y="40030"/>
            <a:ext cx="903605" cy="818515"/>
          </a:xfrm>
          <a:custGeom>
            <a:avLst/>
            <a:gdLst>
              <a:gd name="connsiteX0" fmla="*/ 0 w 1423"/>
              <a:gd name="connsiteY0" fmla="*/ 0 h 1289"/>
              <a:gd name="connsiteX1" fmla="*/ 1416 w 1423"/>
              <a:gd name="connsiteY1" fmla="*/ 2 h 1289"/>
              <a:gd name="connsiteX2" fmla="*/ 1423 w 1423"/>
              <a:gd name="connsiteY2" fmla="*/ 596 h 1289"/>
              <a:gd name="connsiteX3" fmla="*/ 1419 w 1423"/>
              <a:gd name="connsiteY3" fmla="*/ 1289 h 1289"/>
              <a:gd name="connsiteX4" fmla="*/ 0 w 1423"/>
              <a:gd name="connsiteY4" fmla="*/ 1289 h 1289"/>
              <a:gd name="connsiteX5" fmla="*/ 644 w 1423"/>
              <a:gd name="connsiteY5" fmla="*/ 644 h 1289"/>
              <a:gd name="connsiteX6" fmla="*/ 0 w 1423"/>
              <a:gd name="connsiteY6" fmla="*/ 0 h 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3" h="1289">
                <a:moveTo>
                  <a:pt x="0" y="0"/>
                </a:moveTo>
                <a:lnTo>
                  <a:pt x="1416" y="2"/>
                </a:lnTo>
                <a:lnTo>
                  <a:pt x="1423" y="596"/>
                </a:lnTo>
                <a:lnTo>
                  <a:pt x="1419" y="1289"/>
                </a:lnTo>
                <a:lnTo>
                  <a:pt x="0" y="1289"/>
                </a:lnTo>
                <a:lnTo>
                  <a:pt x="644" y="6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3A7B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335360" y="277896"/>
            <a:ext cx="11521280" cy="6302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schemeClr val="tx1">
                <a:lumMod val="95000"/>
                <a:lumOff val="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" name="任意多边形: 形状 7"/>
          <p:cNvSpPr>
            <a:spLocks noChangeAspect="1"/>
          </p:cNvSpPr>
          <p:nvPr userDrawn="1"/>
        </p:nvSpPr>
        <p:spPr>
          <a:xfrm>
            <a:off x="10251074" y="0"/>
            <a:ext cx="1730960" cy="1298018"/>
          </a:xfrm>
          <a:custGeom>
            <a:avLst/>
            <a:gdLst>
              <a:gd name="connsiteX0" fmla="*/ 1275576 w 1730960"/>
              <a:gd name="connsiteY0" fmla="*/ 0 h 1298018"/>
              <a:gd name="connsiteX1" fmla="*/ 1730960 w 1730960"/>
              <a:gd name="connsiteY1" fmla="*/ 0 h 1298018"/>
              <a:gd name="connsiteX2" fmla="*/ 455384 w 1730960"/>
              <a:gd name="connsiteY2" fmla="*/ 1298018 h 1298018"/>
              <a:gd name="connsiteX3" fmla="*/ 0 w 1730960"/>
              <a:gd name="connsiteY3" fmla="*/ 1298018 h 1298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0960" h="1298018">
                <a:moveTo>
                  <a:pt x="1275576" y="0"/>
                </a:moveTo>
                <a:lnTo>
                  <a:pt x="1730960" y="0"/>
                </a:lnTo>
                <a:lnTo>
                  <a:pt x="455384" y="1298018"/>
                </a:lnTo>
                <a:lnTo>
                  <a:pt x="0" y="1298018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9" name="任意多边形: 形状 8"/>
          <p:cNvSpPr>
            <a:spLocks noChangeAspect="1"/>
          </p:cNvSpPr>
          <p:nvPr userDrawn="1"/>
        </p:nvSpPr>
        <p:spPr>
          <a:xfrm>
            <a:off x="10239549" y="0"/>
            <a:ext cx="890408" cy="558535"/>
          </a:xfrm>
          <a:custGeom>
            <a:avLst/>
            <a:gdLst>
              <a:gd name="connsiteX0" fmla="*/ 548878 w 890408"/>
              <a:gd name="connsiteY0" fmla="*/ 0 h 558535"/>
              <a:gd name="connsiteX1" fmla="*/ 890408 w 890408"/>
              <a:gd name="connsiteY1" fmla="*/ 0 h 558535"/>
              <a:gd name="connsiteX2" fmla="*/ 341530 w 890408"/>
              <a:gd name="connsiteY2" fmla="*/ 558535 h 558535"/>
              <a:gd name="connsiteX3" fmla="*/ 0 w 890408"/>
              <a:gd name="connsiteY3" fmla="*/ 558535 h 558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0408" h="558535">
                <a:moveTo>
                  <a:pt x="548878" y="0"/>
                </a:moveTo>
                <a:lnTo>
                  <a:pt x="890408" y="0"/>
                </a:lnTo>
                <a:lnTo>
                  <a:pt x="341530" y="558535"/>
                </a:lnTo>
                <a:lnTo>
                  <a:pt x="0" y="558535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0" name="任意多边形: 形状 9"/>
          <p:cNvSpPr>
            <a:spLocks noChangeAspect="1"/>
          </p:cNvSpPr>
          <p:nvPr userDrawn="1"/>
        </p:nvSpPr>
        <p:spPr>
          <a:xfrm>
            <a:off x="11394118" y="191340"/>
            <a:ext cx="797882" cy="811920"/>
          </a:xfrm>
          <a:custGeom>
            <a:avLst/>
            <a:gdLst>
              <a:gd name="connsiteX0" fmla="*/ 797882 w 797882"/>
              <a:gd name="connsiteY0" fmla="*/ 0 h 811920"/>
              <a:gd name="connsiteX1" fmla="*/ 797882 w 797882"/>
              <a:gd name="connsiteY1" fmla="*/ 289623 h 811920"/>
              <a:gd name="connsiteX2" fmla="*/ 284616 w 797882"/>
              <a:gd name="connsiteY2" fmla="*/ 811920 h 811920"/>
              <a:gd name="connsiteX3" fmla="*/ 0 w 797882"/>
              <a:gd name="connsiteY3" fmla="*/ 811920 h 81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882" h="811920">
                <a:moveTo>
                  <a:pt x="797882" y="0"/>
                </a:moveTo>
                <a:lnTo>
                  <a:pt x="797882" y="289623"/>
                </a:lnTo>
                <a:lnTo>
                  <a:pt x="284616" y="811920"/>
                </a:lnTo>
                <a:lnTo>
                  <a:pt x="0" y="811920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1" name="任意多边形: 形状 10"/>
          <p:cNvSpPr>
            <a:spLocks noChangeAspect="1"/>
          </p:cNvSpPr>
          <p:nvPr userDrawn="1"/>
        </p:nvSpPr>
        <p:spPr>
          <a:xfrm>
            <a:off x="349072" y="5693177"/>
            <a:ext cx="1602222" cy="1167016"/>
          </a:xfrm>
          <a:custGeom>
            <a:avLst/>
            <a:gdLst>
              <a:gd name="connsiteX0" fmla="*/ 1146838 w 1602222"/>
              <a:gd name="connsiteY0" fmla="*/ 0 h 1167016"/>
              <a:gd name="connsiteX1" fmla="*/ 1602222 w 1602222"/>
              <a:gd name="connsiteY1" fmla="*/ 0 h 1167016"/>
              <a:gd name="connsiteX2" fmla="*/ 455384 w 1602222"/>
              <a:gd name="connsiteY2" fmla="*/ 1167016 h 1167016"/>
              <a:gd name="connsiteX3" fmla="*/ 0 w 1602222"/>
              <a:gd name="connsiteY3" fmla="*/ 1167016 h 116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2222" h="1167016">
                <a:moveTo>
                  <a:pt x="1146838" y="0"/>
                </a:moveTo>
                <a:lnTo>
                  <a:pt x="1602222" y="0"/>
                </a:lnTo>
                <a:lnTo>
                  <a:pt x="455384" y="1167016"/>
                </a:lnTo>
                <a:lnTo>
                  <a:pt x="0" y="1167016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2" name="任意多边形: 形状 11"/>
          <p:cNvSpPr>
            <a:spLocks noChangeAspect="1"/>
          </p:cNvSpPr>
          <p:nvPr userDrawn="1"/>
        </p:nvSpPr>
        <p:spPr>
          <a:xfrm>
            <a:off x="1" y="5911667"/>
            <a:ext cx="850271" cy="865231"/>
          </a:xfrm>
          <a:custGeom>
            <a:avLst/>
            <a:gdLst>
              <a:gd name="connsiteX0" fmla="*/ 508741 w 850271"/>
              <a:gd name="connsiteY0" fmla="*/ 0 h 865231"/>
              <a:gd name="connsiteX1" fmla="*/ 850271 w 850271"/>
              <a:gd name="connsiteY1" fmla="*/ 0 h 865231"/>
              <a:gd name="connsiteX2" fmla="*/ 0 w 850271"/>
              <a:gd name="connsiteY2" fmla="*/ 865231 h 865231"/>
              <a:gd name="connsiteX3" fmla="*/ 0 w 850271"/>
              <a:gd name="connsiteY3" fmla="*/ 517692 h 8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0271" h="865231">
                <a:moveTo>
                  <a:pt x="508741" y="0"/>
                </a:moveTo>
                <a:lnTo>
                  <a:pt x="850271" y="0"/>
                </a:lnTo>
                <a:lnTo>
                  <a:pt x="0" y="865231"/>
                </a:lnTo>
                <a:lnTo>
                  <a:pt x="0" y="517692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3" name="任意多边形: 形状 12"/>
          <p:cNvSpPr>
            <a:spLocks noChangeAspect="1"/>
          </p:cNvSpPr>
          <p:nvPr userDrawn="1"/>
        </p:nvSpPr>
        <p:spPr>
          <a:xfrm>
            <a:off x="1176986" y="6455122"/>
            <a:ext cx="685400" cy="407836"/>
          </a:xfrm>
          <a:custGeom>
            <a:avLst/>
            <a:gdLst>
              <a:gd name="connsiteX0" fmla="*/ 400784 w 685400"/>
              <a:gd name="connsiteY0" fmla="*/ 0 h 407836"/>
              <a:gd name="connsiteX1" fmla="*/ 685400 w 685400"/>
              <a:gd name="connsiteY1" fmla="*/ 0 h 407836"/>
              <a:gd name="connsiteX2" fmla="*/ 284616 w 685400"/>
              <a:gd name="connsiteY2" fmla="*/ 407836 h 407836"/>
              <a:gd name="connsiteX3" fmla="*/ 0 w 685400"/>
              <a:gd name="connsiteY3" fmla="*/ 407836 h 407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400" h="407836">
                <a:moveTo>
                  <a:pt x="400784" y="0"/>
                </a:moveTo>
                <a:lnTo>
                  <a:pt x="685400" y="0"/>
                </a:lnTo>
                <a:lnTo>
                  <a:pt x="284616" y="407836"/>
                </a:lnTo>
                <a:lnTo>
                  <a:pt x="0" y="407836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4" name="任意形状 65"/>
          <p:cNvSpPr/>
          <p:nvPr userDrawn="1"/>
        </p:nvSpPr>
        <p:spPr>
          <a:xfrm flipH="1">
            <a:off x="3367021" y="943381"/>
            <a:ext cx="915452" cy="186053"/>
          </a:xfrm>
          <a:custGeom>
            <a:avLst/>
            <a:gdLst>
              <a:gd name="connsiteX0" fmla="*/ 0 w 960895"/>
              <a:gd name="connsiteY0" fmla="*/ 147234 h 278970"/>
              <a:gd name="connsiteX1" fmla="*/ 216976 w 960895"/>
              <a:gd name="connsiteY1" fmla="*/ 147234 h 278970"/>
              <a:gd name="connsiteX2" fmla="*/ 309966 w 960895"/>
              <a:gd name="connsiteY2" fmla="*/ 0 h 278970"/>
              <a:gd name="connsiteX3" fmla="*/ 449450 w 960895"/>
              <a:gd name="connsiteY3" fmla="*/ 278970 h 278970"/>
              <a:gd name="connsiteX4" fmla="*/ 557939 w 960895"/>
              <a:gd name="connsiteY4" fmla="*/ 46495 h 278970"/>
              <a:gd name="connsiteX5" fmla="*/ 627681 w 960895"/>
              <a:gd name="connsiteY5" fmla="*/ 193729 h 278970"/>
              <a:gd name="connsiteX6" fmla="*/ 681925 w 960895"/>
              <a:gd name="connsiteY6" fmla="*/ 69743 h 278970"/>
              <a:gd name="connsiteX7" fmla="*/ 720671 w 960895"/>
              <a:gd name="connsiteY7" fmla="*/ 139485 h 278970"/>
              <a:gd name="connsiteX8" fmla="*/ 960895 w 960895"/>
              <a:gd name="connsiteY8" fmla="*/ 139485 h 278970"/>
              <a:gd name="connsiteX0-1" fmla="*/ 0 w 1372642"/>
              <a:gd name="connsiteY0-2" fmla="*/ 147234 h 278970"/>
              <a:gd name="connsiteX1-3" fmla="*/ 216976 w 1372642"/>
              <a:gd name="connsiteY1-4" fmla="*/ 147234 h 278970"/>
              <a:gd name="connsiteX2-5" fmla="*/ 309966 w 1372642"/>
              <a:gd name="connsiteY2-6" fmla="*/ 0 h 278970"/>
              <a:gd name="connsiteX3-7" fmla="*/ 449450 w 1372642"/>
              <a:gd name="connsiteY3-8" fmla="*/ 278970 h 278970"/>
              <a:gd name="connsiteX4-9" fmla="*/ 557939 w 1372642"/>
              <a:gd name="connsiteY4-10" fmla="*/ 46495 h 278970"/>
              <a:gd name="connsiteX5-11" fmla="*/ 627681 w 1372642"/>
              <a:gd name="connsiteY5-12" fmla="*/ 193729 h 278970"/>
              <a:gd name="connsiteX6-13" fmla="*/ 681925 w 1372642"/>
              <a:gd name="connsiteY6-14" fmla="*/ 69743 h 278970"/>
              <a:gd name="connsiteX7-15" fmla="*/ 720671 w 1372642"/>
              <a:gd name="connsiteY7-16" fmla="*/ 139485 h 278970"/>
              <a:gd name="connsiteX8-17" fmla="*/ 1372642 w 1372642"/>
              <a:gd name="connsiteY8-18" fmla="*/ 139485 h 278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72642" h="278970">
                <a:moveTo>
                  <a:pt x="0" y="147234"/>
                </a:moveTo>
                <a:lnTo>
                  <a:pt x="216976" y="147234"/>
                </a:lnTo>
                <a:lnTo>
                  <a:pt x="309966" y="0"/>
                </a:lnTo>
                <a:lnTo>
                  <a:pt x="449450" y="278970"/>
                </a:lnTo>
                <a:lnTo>
                  <a:pt x="557939" y="46495"/>
                </a:lnTo>
                <a:lnTo>
                  <a:pt x="627681" y="193729"/>
                </a:lnTo>
                <a:lnTo>
                  <a:pt x="681925" y="69743"/>
                </a:lnTo>
                <a:lnTo>
                  <a:pt x="720671" y="139485"/>
                </a:lnTo>
                <a:lnTo>
                  <a:pt x="1372642" y="139485"/>
                </a:lnTo>
              </a:path>
            </a:pathLst>
          </a:custGeom>
          <a:noFill/>
          <a:ln w="2540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0" scaled="0"/>
            </a:gra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任意形状 65"/>
          <p:cNvSpPr/>
          <p:nvPr userDrawn="1"/>
        </p:nvSpPr>
        <p:spPr>
          <a:xfrm>
            <a:off x="7809516" y="943381"/>
            <a:ext cx="915452" cy="186053"/>
          </a:xfrm>
          <a:custGeom>
            <a:avLst/>
            <a:gdLst>
              <a:gd name="connsiteX0" fmla="*/ 0 w 960895"/>
              <a:gd name="connsiteY0" fmla="*/ 147234 h 278970"/>
              <a:gd name="connsiteX1" fmla="*/ 216976 w 960895"/>
              <a:gd name="connsiteY1" fmla="*/ 147234 h 278970"/>
              <a:gd name="connsiteX2" fmla="*/ 309966 w 960895"/>
              <a:gd name="connsiteY2" fmla="*/ 0 h 278970"/>
              <a:gd name="connsiteX3" fmla="*/ 449450 w 960895"/>
              <a:gd name="connsiteY3" fmla="*/ 278970 h 278970"/>
              <a:gd name="connsiteX4" fmla="*/ 557939 w 960895"/>
              <a:gd name="connsiteY4" fmla="*/ 46495 h 278970"/>
              <a:gd name="connsiteX5" fmla="*/ 627681 w 960895"/>
              <a:gd name="connsiteY5" fmla="*/ 193729 h 278970"/>
              <a:gd name="connsiteX6" fmla="*/ 681925 w 960895"/>
              <a:gd name="connsiteY6" fmla="*/ 69743 h 278970"/>
              <a:gd name="connsiteX7" fmla="*/ 720671 w 960895"/>
              <a:gd name="connsiteY7" fmla="*/ 139485 h 278970"/>
              <a:gd name="connsiteX8" fmla="*/ 960895 w 960895"/>
              <a:gd name="connsiteY8" fmla="*/ 139485 h 278970"/>
              <a:gd name="connsiteX0-1" fmla="*/ 0 w 1372642"/>
              <a:gd name="connsiteY0-2" fmla="*/ 147234 h 278970"/>
              <a:gd name="connsiteX1-3" fmla="*/ 216976 w 1372642"/>
              <a:gd name="connsiteY1-4" fmla="*/ 147234 h 278970"/>
              <a:gd name="connsiteX2-5" fmla="*/ 309966 w 1372642"/>
              <a:gd name="connsiteY2-6" fmla="*/ 0 h 278970"/>
              <a:gd name="connsiteX3-7" fmla="*/ 449450 w 1372642"/>
              <a:gd name="connsiteY3-8" fmla="*/ 278970 h 278970"/>
              <a:gd name="connsiteX4-9" fmla="*/ 557939 w 1372642"/>
              <a:gd name="connsiteY4-10" fmla="*/ 46495 h 278970"/>
              <a:gd name="connsiteX5-11" fmla="*/ 627681 w 1372642"/>
              <a:gd name="connsiteY5-12" fmla="*/ 193729 h 278970"/>
              <a:gd name="connsiteX6-13" fmla="*/ 681925 w 1372642"/>
              <a:gd name="connsiteY6-14" fmla="*/ 69743 h 278970"/>
              <a:gd name="connsiteX7-15" fmla="*/ 720671 w 1372642"/>
              <a:gd name="connsiteY7-16" fmla="*/ 139485 h 278970"/>
              <a:gd name="connsiteX8-17" fmla="*/ 1372642 w 1372642"/>
              <a:gd name="connsiteY8-18" fmla="*/ 139485 h 278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72642" h="278970">
                <a:moveTo>
                  <a:pt x="0" y="147234"/>
                </a:moveTo>
                <a:lnTo>
                  <a:pt x="216976" y="147234"/>
                </a:lnTo>
                <a:lnTo>
                  <a:pt x="309966" y="0"/>
                </a:lnTo>
                <a:lnTo>
                  <a:pt x="449450" y="278970"/>
                </a:lnTo>
                <a:lnTo>
                  <a:pt x="557939" y="46495"/>
                </a:lnTo>
                <a:lnTo>
                  <a:pt x="627681" y="193729"/>
                </a:lnTo>
                <a:lnTo>
                  <a:pt x="681925" y="69743"/>
                </a:lnTo>
                <a:lnTo>
                  <a:pt x="720671" y="139485"/>
                </a:lnTo>
                <a:lnTo>
                  <a:pt x="1372642" y="139485"/>
                </a:lnTo>
              </a:path>
            </a:pathLst>
          </a:custGeom>
          <a:noFill/>
          <a:ln w="2540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0" scaled="0"/>
            </a:gra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1" Type="http://schemas.openxmlformats.org/officeDocument/2006/relationships/slideLayout" Target="../slideLayouts/slideLayout4.xml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4" Type="http://schemas.openxmlformats.org/officeDocument/2006/relationships/slideLayout" Target="../slideLayouts/slideLayout4.xml"/><Relationship Id="rId23" Type="http://schemas.openxmlformats.org/officeDocument/2006/relationships/tags" Target="../tags/tag65.xml"/><Relationship Id="rId22" Type="http://schemas.openxmlformats.org/officeDocument/2006/relationships/tags" Target="../tags/tag64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5" Type="http://schemas.openxmlformats.org/officeDocument/2006/relationships/slideLayout" Target="../slideLayouts/slideLayout4.xml"/><Relationship Id="rId44" Type="http://schemas.openxmlformats.org/officeDocument/2006/relationships/tags" Target="../tags/tag109.xml"/><Relationship Id="rId43" Type="http://schemas.openxmlformats.org/officeDocument/2006/relationships/tags" Target="../tags/tag108.xml"/><Relationship Id="rId42" Type="http://schemas.openxmlformats.org/officeDocument/2006/relationships/tags" Target="../tags/tag107.xml"/><Relationship Id="rId41" Type="http://schemas.openxmlformats.org/officeDocument/2006/relationships/tags" Target="../tags/tag106.xml"/><Relationship Id="rId40" Type="http://schemas.openxmlformats.org/officeDocument/2006/relationships/tags" Target="../tags/tag105.xml"/><Relationship Id="rId4" Type="http://schemas.openxmlformats.org/officeDocument/2006/relationships/tags" Target="../tags/tag69.xml"/><Relationship Id="rId39" Type="http://schemas.openxmlformats.org/officeDocument/2006/relationships/tags" Target="../tags/tag104.xml"/><Relationship Id="rId38" Type="http://schemas.openxmlformats.org/officeDocument/2006/relationships/tags" Target="../tags/tag103.xml"/><Relationship Id="rId37" Type="http://schemas.openxmlformats.org/officeDocument/2006/relationships/tags" Target="../tags/tag102.xml"/><Relationship Id="rId36" Type="http://schemas.openxmlformats.org/officeDocument/2006/relationships/tags" Target="../tags/tag101.xml"/><Relationship Id="rId35" Type="http://schemas.openxmlformats.org/officeDocument/2006/relationships/tags" Target="../tags/tag100.xml"/><Relationship Id="rId34" Type="http://schemas.openxmlformats.org/officeDocument/2006/relationships/tags" Target="../tags/tag99.xml"/><Relationship Id="rId33" Type="http://schemas.openxmlformats.org/officeDocument/2006/relationships/tags" Target="../tags/tag98.xml"/><Relationship Id="rId32" Type="http://schemas.openxmlformats.org/officeDocument/2006/relationships/tags" Target="../tags/tag97.xml"/><Relationship Id="rId31" Type="http://schemas.openxmlformats.org/officeDocument/2006/relationships/tags" Target="../tags/tag96.xml"/><Relationship Id="rId30" Type="http://schemas.openxmlformats.org/officeDocument/2006/relationships/tags" Target="../tags/tag95.xml"/><Relationship Id="rId3" Type="http://schemas.openxmlformats.org/officeDocument/2006/relationships/tags" Target="../tags/tag68.xml"/><Relationship Id="rId29" Type="http://schemas.openxmlformats.org/officeDocument/2006/relationships/tags" Target="../tags/tag94.xml"/><Relationship Id="rId28" Type="http://schemas.openxmlformats.org/officeDocument/2006/relationships/tags" Target="../tags/tag93.xml"/><Relationship Id="rId27" Type="http://schemas.openxmlformats.org/officeDocument/2006/relationships/tags" Target="../tags/tag92.xml"/><Relationship Id="rId26" Type="http://schemas.openxmlformats.org/officeDocument/2006/relationships/tags" Target="../tags/tag91.xml"/><Relationship Id="rId25" Type="http://schemas.openxmlformats.org/officeDocument/2006/relationships/tags" Target="../tags/tag90.xml"/><Relationship Id="rId24" Type="http://schemas.openxmlformats.org/officeDocument/2006/relationships/tags" Target="../tags/tag89.xml"/><Relationship Id="rId23" Type="http://schemas.openxmlformats.org/officeDocument/2006/relationships/tags" Target="../tags/tag88.xml"/><Relationship Id="rId22" Type="http://schemas.openxmlformats.org/officeDocument/2006/relationships/tags" Target="../tags/tag87.xml"/><Relationship Id="rId21" Type="http://schemas.openxmlformats.org/officeDocument/2006/relationships/tags" Target="../tags/tag86.xml"/><Relationship Id="rId20" Type="http://schemas.openxmlformats.org/officeDocument/2006/relationships/tags" Target="../tags/tag85.xml"/><Relationship Id="rId2" Type="http://schemas.openxmlformats.org/officeDocument/2006/relationships/tags" Target="../tags/tag67.xml"/><Relationship Id="rId19" Type="http://schemas.openxmlformats.org/officeDocument/2006/relationships/tags" Target="../tags/tag84.xml"/><Relationship Id="rId18" Type="http://schemas.openxmlformats.org/officeDocument/2006/relationships/tags" Target="../tags/tag83.xml"/><Relationship Id="rId17" Type="http://schemas.openxmlformats.org/officeDocument/2006/relationships/tags" Target="../tags/tag82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tags" Target="../tags/tag6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3" Type="http://schemas.openxmlformats.org/officeDocument/2006/relationships/slideLayout" Target="../slideLayouts/slideLayout4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295406" y="2394936"/>
            <a:ext cx="9601200" cy="1107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72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基于</a:t>
            </a:r>
            <a:r>
              <a:rPr lang="en-US" altLang="zh-CN" sz="72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NBA</a:t>
            </a:r>
            <a:r>
              <a:rPr lang="zh-CN" altLang="en-US" sz="72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网络的社团检查</a:t>
            </a:r>
            <a:endParaRPr lang="zh-CN" altLang="en-US" sz="72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331702" y="4252587"/>
            <a:ext cx="1532236" cy="245745"/>
            <a:chOff x="4095451" y="4640913"/>
            <a:chExt cx="1532236" cy="245745"/>
          </a:xfrm>
        </p:grpSpPr>
        <p:sp>
          <p:nvSpPr>
            <p:cNvPr id="27" name="矩形 26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408487" y="4640913"/>
              <a:ext cx="1219200" cy="2457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汇报人：张驰</a:t>
              </a:r>
              <a:endParaRPr lang="zh-CN" altLang="en-US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590270" y="4252587"/>
            <a:ext cx="1837036" cy="245745"/>
            <a:chOff x="4095451" y="4640913"/>
            <a:chExt cx="1837036" cy="245745"/>
          </a:xfrm>
        </p:grpSpPr>
        <p:sp>
          <p:nvSpPr>
            <p:cNvPr id="30" name="矩形 29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408487" y="4640913"/>
              <a:ext cx="1524000" cy="2457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学号：</a:t>
              </a:r>
              <a:r>
                <a:rPr lang="en-US" altLang="zh-CN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241880426</a:t>
              </a:r>
              <a:endParaRPr lang="en-US" altLang="zh-CN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>
            <p:custDataLst>
              <p:tags r:id="rId1"/>
            </p:custDataLst>
          </p:nvPr>
        </p:nvGrpSpPr>
        <p:grpSpPr>
          <a:xfrm>
            <a:off x="7017207" y="2525992"/>
            <a:ext cx="3295174" cy="623411"/>
            <a:chOff x="805101" y="1589366"/>
            <a:chExt cx="3295174" cy="623411"/>
          </a:xfrm>
        </p:grpSpPr>
        <p:sp>
          <p:nvSpPr>
            <p:cNvPr id="51" name="矩形: 单圆角 50"/>
            <p:cNvSpPr/>
            <p:nvPr>
              <p:custDataLst>
                <p:tags r:id="rId2"/>
              </p:custDataLst>
            </p:nvPr>
          </p:nvSpPr>
          <p:spPr>
            <a:xfrm>
              <a:off x="805101" y="1589366"/>
              <a:ext cx="3295174" cy="623411"/>
            </a:xfrm>
            <a:prstGeom prst="round1Rect">
              <a:avLst>
                <a:gd name="adj" fmla="val 2601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endParaRPr lang="zh-CN" altLang="en-US" sz="5100" dirty="0"/>
            </a:p>
          </p:txBody>
        </p:sp>
        <p:sp>
          <p:nvSpPr>
            <p:cNvPr id="52" name="任意多边形: 形状 51"/>
            <p:cNvSpPr/>
            <p:nvPr>
              <p:custDataLst>
                <p:tags r:id="rId3"/>
              </p:custDataLst>
            </p:nvPr>
          </p:nvSpPr>
          <p:spPr>
            <a:xfrm>
              <a:off x="1505428" y="1589366"/>
              <a:ext cx="576709" cy="623411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5100" dirty="0"/>
            </a:p>
          </p:txBody>
        </p:sp>
        <p:sp>
          <p:nvSpPr>
            <p:cNvPr id="53" name="任意多边形: 形状 52"/>
            <p:cNvSpPr/>
            <p:nvPr>
              <p:custDataLst>
                <p:tags r:id="rId4"/>
              </p:custDataLst>
            </p:nvPr>
          </p:nvSpPr>
          <p:spPr>
            <a:xfrm>
              <a:off x="805102" y="1589366"/>
              <a:ext cx="1248697" cy="623411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5100" dirty="0"/>
            </a:p>
          </p:txBody>
        </p:sp>
        <p:sp>
          <p:nvSpPr>
            <p:cNvPr id="54" name="文本框 53"/>
            <p:cNvSpPr txBox="1"/>
            <p:nvPr>
              <p:custDataLst>
                <p:tags r:id="rId5"/>
              </p:custDataLst>
            </p:nvPr>
          </p:nvSpPr>
          <p:spPr>
            <a:xfrm>
              <a:off x="1164667" y="1665621"/>
              <a:ext cx="436017" cy="470898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altLang="zh-CN" sz="3060" dirty="0">
                  <a:solidFill>
                    <a:schemeClr val="bg1"/>
                  </a:solidFill>
                </a:rPr>
                <a:t>01</a:t>
              </a:r>
              <a:endParaRPr lang="zh-CN" altLang="en-US" sz="3060" dirty="0">
                <a:solidFill>
                  <a:schemeClr val="bg1"/>
                </a:solidFill>
              </a:endParaRPr>
            </a:p>
          </p:txBody>
        </p:sp>
        <p:sp>
          <p:nvSpPr>
            <p:cNvPr id="55" name="文本框 54"/>
            <p:cNvSpPr txBox="1"/>
            <p:nvPr>
              <p:custDataLst>
                <p:tags r:id="rId6"/>
              </p:custDataLst>
            </p:nvPr>
          </p:nvSpPr>
          <p:spPr>
            <a:xfrm>
              <a:off x="2210813" y="1744104"/>
              <a:ext cx="1036320" cy="313055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2040" dirty="0"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</a:rPr>
                <a:t>数据准备</a:t>
              </a:r>
              <a:endParaRPr lang="zh-CN" altLang="en-US" sz="204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56" name="组合 55"/>
          <p:cNvGrpSpPr/>
          <p:nvPr>
            <p:custDataLst>
              <p:tags r:id="rId7"/>
            </p:custDataLst>
          </p:nvPr>
        </p:nvGrpSpPr>
        <p:grpSpPr>
          <a:xfrm>
            <a:off x="7017207" y="3375549"/>
            <a:ext cx="3295174" cy="623411"/>
            <a:chOff x="805101" y="1589366"/>
            <a:chExt cx="3295174" cy="623411"/>
          </a:xfrm>
        </p:grpSpPr>
        <p:sp>
          <p:nvSpPr>
            <p:cNvPr id="57" name="矩形: 单圆角 56"/>
            <p:cNvSpPr/>
            <p:nvPr>
              <p:custDataLst>
                <p:tags r:id="rId8"/>
              </p:custDataLst>
            </p:nvPr>
          </p:nvSpPr>
          <p:spPr>
            <a:xfrm>
              <a:off x="805101" y="1589366"/>
              <a:ext cx="3295174" cy="623411"/>
            </a:xfrm>
            <a:prstGeom prst="round1Rect">
              <a:avLst>
                <a:gd name="adj" fmla="val 2601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endParaRPr lang="zh-CN" altLang="en-US" sz="5100" dirty="0"/>
            </a:p>
          </p:txBody>
        </p:sp>
        <p:sp>
          <p:nvSpPr>
            <p:cNvPr id="58" name="任意多边形: 形状 57"/>
            <p:cNvSpPr/>
            <p:nvPr>
              <p:custDataLst>
                <p:tags r:id="rId9"/>
              </p:custDataLst>
            </p:nvPr>
          </p:nvSpPr>
          <p:spPr>
            <a:xfrm>
              <a:off x="1505428" y="1589366"/>
              <a:ext cx="576709" cy="623411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5100" dirty="0"/>
            </a:p>
          </p:txBody>
        </p:sp>
        <p:sp>
          <p:nvSpPr>
            <p:cNvPr id="59" name="任意多边形: 形状 58"/>
            <p:cNvSpPr/>
            <p:nvPr>
              <p:custDataLst>
                <p:tags r:id="rId10"/>
              </p:custDataLst>
            </p:nvPr>
          </p:nvSpPr>
          <p:spPr>
            <a:xfrm>
              <a:off x="805102" y="1589366"/>
              <a:ext cx="1248697" cy="623411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5100" dirty="0"/>
            </a:p>
          </p:txBody>
        </p:sp>
        <p:sp>
          <p:nvSpPr>
            <p:cNvPr id="60" name="文本框 59"/>
            <p:cNvSpPr txBox="1"/>
            <p:nvPr>
              <p:custDataLst>
                <p:tags r:id="rId11"/>
              </p:custDataLst>
            </p:nvPr>
          </p:nvSpPr>
          <p:spPr>
            <a:xfrm>
              <a:off x="1164667" y="1665621"/>
              <a:ext cx="436017" cy="470898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altLang="zh-CN" sz="3060" dirty="0">
                  <a:solidFill>
                    <a:schemeClr val="bg1"/>
                  </a:solidFill>
                </a:rPr>
                <a:t>02</a:t>
              </a:r>
              <a:endParaRPr lang="zh-CN" altLang="en-US" sz="3060" dirty="0">
                <a:solidFill>
                  <a:schemeClr val="bg1"/>
                </a:solidFill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2"/>
              </p:custDataLst>
            </p:nvPr>
          </p:nvSpPr>
          <p:spPr>
            <a:xfrm>
              <a:off x="2210813" y="1744104"/>
              <a:ext cx="1036320" cy="313055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2040" dirty="0"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</a:rPr>
                <a:t>社区发现</a:t>
              </a:r>
              <a:endParaRPr lang="zh-CN" altLang="en-US" sz="204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62" name="组合 61"/>
          <p:cNvGrpSpPr/>
          <p:nvPr>
            <p:custDataLst>
              <p:tags r:id="rId13"/>
            </p:custDataLst>
          </p:nvPr>
        </p:nvGrpSpPr>
        <p:grpSpPr>
          <a:xfrm>
            <a:off x="7017207" y="4225106"/>
            <a:ext cx="3295174" cy="623411"/>
            <a:chOff x="805101" y="1589366"/>
            <a:chExt cx="3295174" cy="623411"/>
          </a:xfrm>
        </p:grpSpPr>
        <p:sp>
          <p:nvSpPr>
            <p:cNvPr id="63" name="矩形: 单圆角 62"/>
            <p:cNvSpPr/>
            <p:nvPr>
              <p:custDataLst>
                <p:tags r:id="rId14"/>
              </p:custDataLst>
            </p:nvPr>
          </p:nvSpPr>
          <p:spPr>
            <a:xfrm>
              <a:off x="805101" y="1589366"/>
              <a:ext cx="3295174" cy="623411"/>
            </a:xfrm>
            <a:prstGeom prst="round1Rect">
              <a:avLst>
                <a:gd name="adj" fmla="val 2601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endParaRPr lang="zh-CN" altLang="en-US" sz="5100" dirty="0"/>
            </a:p>
          </p:txBody>
        </p:sp>
        <p:sp>
          <p:nvSpPr>
            <p:cNvPr id="64" name="任意多边形: 形状 63"/>
            <p:cNvSpPr/>
            <p:nvPr>
              <p:custDataLst>
                <p:tags r:id="rId15"/>
              </p:custDataLst>
            </p:nvPr>
          </p:nvSpPr>
          <p:spPr>
            <a:xfrm>
              <a:off x="1505428" y="1589366"/>
              <a:ext cx="576709" cy="623411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5100" dirty="0"/>
            </a:p>
          </p:txBody>
        </p:sp>
        <p:sp>
          <p:nvSpPr>
            <p:cNvPr id="65" name="任意多边形: 形状 64"/>
            <p:cNvSpPr/>
            <p:nvPr>
              <p:custDataLst>
                <p:tags r:id="rId16"/>
              </p:custDataLst>
            </p:nvPr>
          </p:nvSpPr>
          <p:spPr>
            <a:xfrm>
              <a:off x="805102" y="1589366"/>
              <a:ext cx="1248697" cy="623411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5100" dirty="0"/>
            </a:p>
          </p:txBody>
        </p:sp>
        <p:sp>
          <p:nvSpPr>
            <p:cNvPr id="66" name="文本框 65"/>
            <p:cNvSpPr txBox="1"/>
            <p:nvPr>
              <p:custDataLst>
                <p:tags r:id="rId17"/>
              </p:custDataLst>
            </p:nvPr>
          </p:nvSpPr>
          <p:spPr>
            <a:xfrm>
              <a:off x="1164667" y="1665621"/>
              <a:ext cx="436017" cy="470898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altLang="zh-CN" sz="3060" dirty="0">
                  <a:solidFill>
                    <a:schemeClr val="bg1"/>
                  </a:solidFill>
                </a:rPr>
                <a:t>03</a:t>
              </a:r>
              <a:endParaRPr lang="zh-CN" altLang="en-US" sz="3060" dirty="0">
                <a:solidFill>
                  <a:schemeClr val="bg1"/>
                </a:solidFill>
              </a:endParaRPr>
            </a:p>
          </p:txBody>
        </p:sp>
        <p:sp>
          <p:nvSpPr>
            <p:cNvPr id="67" name="文本框 66"/>
            <p:cNvSpPr txBox="1"/>
            <p:nvPr>
              <p:custDataLst>
                <p:tags r:id="rId18"/>
              </p:custDataLst>
            </p:nvPr>
          </p:nvSpPr>
          <p:spPr>
            <a:xfrm>
              <a:off x="2210813" y="1744104"/>
              <a:ext cx="1036320" cy="313055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2040" dirty="0"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</a:rPr>
                <a:t>结果分析</a:t>
              </a:r>
              <a:endParaRPr lang="zh-CN" altLang="en-US" sz="204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1"/>
                </a:solidFill>
                <a:latin typeface="+mj-ea"/>
                <a:ea typeface="+mj-ea"/>
              </a:rPr>
              <a:t>     </a:t>
            </a:r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数据准备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Right Arrow 8"/>
          <p:cNvSpPr/>
          <p:nvPr>
            <p:custDataLst>
              <p:tags r:id="rId1"/>
            </p:custDataLst>
          </p:nvPr>
        </p:nvSpPr>
        <p:spPr>
          <a:xfrm>
            <a:off x="6969125" y="3296920"/>
            <a:ext cx="1948815" cy="938530"/>
          </a:xfrm>
          <a:custGeom>
            <a:avLst/>
            <a:gdLst>
              <a:gd name="connsiteX0" fmla="*/ 0 w 2232436"/>
              <a:gd name="connsiteY0" fmla="*/ 227029 h 1105786"/>
              <a:gd name="connsiteX1" fmla="*/ 1531279 w 2232436"/>
              <a:gd name="connsiteY1" fmla="*/ 227029 h 1105786"/>
              <a:gd name="connsiteX2" fmla="*/ 1531279 w 2232436"/>
              <a:gd name="connsiteY2" fmla="*/ 0 h 1105786"/>
              <a:gd name="connsiteX3" fmla="*/ 2232436 w 2232436"/>
              <a:gd name="connsiteY3" fmla="*/ 552893 h 1105786"/>
              <a:gd name="connsiteX4" fmla="*/ 1531279 w 2232436"/>
              <a:gd name="connsiteY4" fmla="*/ 1105786 h 1105786"/>
              <a:gd name="connsiteX5" fmla="*/ 1531279 w 2232436"/>
              <a:gd name="connsiteY5" fmla="*/ 878757 h 1105786"/>
              <a:gd name="connsiteX6" fmla="*/ 0 w 2232436"/>
              <a:gd name="connsiteY6" fmla="*/ 878757 h 1105786"/>
              <a:gd name="connsiteX7" fmla="*/ 0 w 2232436"/>
              <a:gd name="connsiteY7" fmla="*/ 227029 h 1105786"/>
              <a:gd name="connsiteX0-1" fmla="*/ 0 w 2232436"/>
              <a:gd name="connsiteY0-2" fmla="*/ 227029 h 1105786"/>
              <a:gd name="connsiteX1-3" fmla="*/ 1531279 w 2232436"/>
              <a:gd name="connsiteY1-4" fmla="*/ 227029 h 1105786"/>
              <a:gd name="connsiteX2-5" fmla="*/ 1531279 w 2232436"/>
              <a:gd name="connsiteY2-6" fmla="*/ 0 h 1105786"/>
              <a:gd name="connsiteX3-7" fmla="*/ 2232436 w 2232436"/>
              <a:gd name="connsiteY3-8" fmla="*/ 552893 h 1105786"/>
              <a:gd name="connsiteX4-9" fmla="*/ 1531279 w 2232436"/>
              <a:gd name="connsiteY4-10" fmla="*/ 1105786 h 1105786"/>
              <a:gd name="connsiteX5-11" fmla="*/ 1531279 w 2232436"/>
              <a:gd name="connsiteY5-12" fmla="*/ 878757 h 1105786"/>
              <a:gd name="connsiteX6-13" fmla="*/ 0 w 2232436"/>
              <a:gd name="connsiteY6-14" fmla="*/ 878757 h 1105786"/>
              <a:gd name="connsiteX7-15" fmla="*/ 0 w 2232436"/>
              <a:gd name="connsiteY7-16" fmla="*/ 227029 h 1105786"/>
              <a:gd name="connsiteX0-17" fmla="*/ 0 w 2232436"/>
              <a:gd name="connsiteY0-18" fmla="*/ 227029 h 1105786"/>
              <a:gd name="connsiteX1-19" fmla="*/ 1531279 w 2232436"/>
              <a:gd name="connsiteY1-20" fmla="*/ 227029 h 1105786"/>
              <a:gd name="connsiteX2-21" fmla="*/ 1531279 w 2232436"/>
              <a:gd name="connsiteY2-22" fmla="*/ 0 h 1105786"/>
              <a:gd name="connsiteX3-23" fmla="*/ 2232436 w 2232436"/>
              <a:gd name="connsiteY3-24" fmla="*/ 552893 h 1105786"/>
              <a:gd name="connsiteX4-25" fmla="*/ 1531279 w 2232436"/>
              <a:gd name="connsiteY4-26" fmla="*/ 1105786 h 1105786"/>
              <a:gd name="connsiteX5-27" fmla="*/ 1531279 w 2232436"/>
              <a:gd name="connsiteY5-28" fmla="*/ 878757 h 1105786"/>
              <a:gd name="connsiteX6-29" fmla="*/ 0 w 2232436"/>
              <a:gd name="connsiteY6-30" fmla="*/ 878757 h 1105786"/>
              <a:gd name="connsiteX7-31" fmla="*/ 0 w 2232436"/>
              <a:gd name="connsiteY7-32" fmla="*/ 227029 h 1105786"/>
              <a:gd name="connsiteX0-33" fmla="*/ 0 w 2232436"/>
              <a:gd name="connsiteY0-34" fmla="*/ 227029 h 1105786"/>
              <a:gd name="connsiteX1-35" fmla="*/ 1531279 w 2232436"/>
              <a:gd name="connsiteY1-36" fmla="*/ 227029 h 1105786"/>
              <a:gd name="connsiteX2-37" fmla="*/ 1531279 w 2232436"/>
              <a:gd name="connsiteY2-38" fmla="*/ 0 h 1105786"/>
              <a:gd name="connsiteX3-39" fmla="*/ 2232436 w 2232436"/>
              <a:gd name="connsiteY3-40" fmla="*/ 552893 h 1105786"/>
              <a:gd name="connsiteX4-41" fmla="*/ 1531279 w 2232436"/>
              <a:gd name="connsiteY4-42" fmla="*/ 1105786 h 1105786"/>
              <a:gd name="connsiteX5-43" fmla="*/ 1531279 w 2232436"/>
              <a:gd name="connsiteY5-44" fmla="*/ 878757 h 1105786"/>
              <a:gd name="connsiteX6-45" fmla="*/ 0 w 2232436"/>
              <a:gd name="connsiteY6-46" fmla="*/ 878757 h 1105786"/>
              <a:gd name="connsiteX7-47" fmla="*/ 0 w 2232436"/>
              <a:gd name="connsiteY7-48" fmla="*/ 227029 h 1105786"/>
              <a:gd name="connsiteX0-49" fmla="*/ 0 w 2232436"/>
              <a:gd name="connsiteY0-50" fmla="*/ 227029 h 1105786"/>
              <a:gd name="connsiteX1-51" fmla="*/ 1531279 w 2232436"/>
              <a:gd name="connsiteY1-52" fmla="*/ 227029 h 1105786"/>
              <a:gd name="connsiteX2-53" fmla="*/ 1531279 w 2232436"/>
              <a:gd name="connsiteY2-54" fmla="*/ 0 h 1105786"/>
              <a:gd name="connsiteX3-55" fmla="*/ 2232436 w 2232436"/>
              <a:gd name="connsiteY3-56" fmla="*/ 552893 h 1105786"/>
              <a:gd name="connsiteX4-57" fmla="*/ 1531279 w 2232436"/>
              <a:gd name="connsiteY4-58" fmla="*/ 1105786 h 1105786"/>
              <a:gd name="connsiteX5-59" fmla="*/ 1531279 w 2232436"/>
              <a:gd name="connsiteY5-60" fmla="*/ 878757 h 1105786"/>
              <a:gd name="connsiteX6-61" fmla="*/ 0 w 2232436"/>
              <a:gd name="connsiteY6-62" fmla="*/ 878757 h 1105786"/>
              <a:gd name="connsiteX7-63" fmla="*/ 0 w 2232436"/>
              <a:gd name="connsiteY7-64" fmla="*/ 227029 h 1105786"/>
              <a:gd name="connsiteX0-65" fmla="*/ 42530 w 2274966"/>
              <a:gd name="connsiteY0-66" fmla="*/ 227029 h 1105786"/>
              <a:gd name="connsiteX1-67" fmla="*/ 1573809 w 2274966"/>
              <a:gd name="connsiteY1-68" fmla="*/ 227029 h 1105786"/>
              <a:gd name="connsiteX2-69" fmla="*/ 1573809 w 2274966"/>
              <a:gd name="connsiteY2-70" fmla="*/ 0 h 1105786"/>
              <a:gd name="connsiteX3-71" fmla="*/ 2274966 w 2274966"/>
              <a:gd name="connsiteY3-72" fmla="*/ 552893 h 1105786"/>
              <a:gd name="connsiteX4-73" fmla="*/ 1573809 w 2274966"/>
              <a:gd name="connsiteY4-74" fmla="*/ 1105786 h 1105786"/>
              <a:gd name="connsiteX5-75" fmla="*/ 1573809 w 2274966"/>
              <a:gd name="connsiteY5-76" fmla="*/ 878757 h 1105786"/>
              <a:gd name="connsiteX6-77" fmla="*/ 42530 w 2274966"/>
              <a:gd name="connsiteY6-78" fmla="*/ 878757 h 1105786"/>
              <a:gd name="connsiteX7-79" fmla="*/ 42530 w 2274966"/>
              <a:gd name="connsiteY7-80" fmla="*/ 227029 h 1105786"/>
              <a:gd name="connsiteX0-81" fmla="*/ 60394 w 2292830"/>
              <a:gd name="connsiteY0-82" fmla="*/ 227029 h 1105786"/>
              <a:gd name="connsiteX1-83" fmla="*/ 1591673 w 2292830"/>
              <a:gd name="connsiteY1-84" fmla="*/ 227029 h 1105786"/>
              <a:gd name="connsiteX2-85" fmla="*/ 1591673 w 2292830"/>
              <a:gd name="connsiteY2-86" fmla="*/ 0 h 1105786"/>
              <a:gd name="connsiteX3-87" fmla="*/ 2292830 w 2292830"/>
              <a:gd name="connsiteY3-88" fmla="*/ 552893 h 1105786"/>
              <a:gd name="connsiteX4-89" fmla="*/ 1591673 w 2292830"/>
              <a:gd name="connsiteY4-90" fmla="*/ 1105786 h 1105786"/>
              <a:gd name="connsiteX5-91" fmla="*/ 1591673 w 2292830"/>
              <a:gd name="connsiteY5-92" fmla="*/ 878757 h 1105786"/>
              <a:gd name="connsiteX6-93" fmla="*/ 60394 w 2292830"/>
              <a:gd name="connsiteY6-94" fmla="*/ 878757 h 1105786"/>
              <a:gd name="connsiteX7-95" fmla="*/ 60394 w 2292830"/>
              <a:gd name="connsiteY7-96" fmla="*/ 227029 h 1105786"/>
              <a:gd name="connsiteX0-97" fmla="*/ 60394 w 2292830"/>
              <a:gd name="connsiteY0-98" fmla="*/ 227029 h 1105786"/>
              <a:gd name="connsiteX1-99" fmla="*/ 1591673 w 2292830"/>
              <a:gd name="connsiteY1-100" fmla="*/ 227029 h 1105786"/>
              <a:gd name="connsiteX2-101" fmla="*/ 1591673 w 2292830"/>
              <a:gd name="connsiteY2-102" fmla="*/ 0 h 1105786"/>
              <a:gd name="connsiteX3-103" fmla="*/ 2292830 w 2292830"/>
              <a:gd name="connsiteY3-104" fmla="*/ 552893 h 1105786"/>
              <a:gd name="connsiteX4-105" fmla="*/ 1591673 w 2292830"/>
              <a:gd name="connsiteY4-106" fmla="*/ 1105786 h 1105786"/>
              <a:gd name="connsiteX5-107" fmla="*/ 1591673 w 2292830"/>
              <a:gd name="connsiteY5-108" fmla="*/ 878757 h 1105786"/>
              <a:gd name="connsiteX6-109" fmla="*/ 60394 w 2292830"/>
              <a:gd name="connsiteY6-110" fmla="*/ 878757 h 1105786"/>
              <a:gd name="connsiteX7-111" fmla="*/ 60394 w 2292830"/>
              <a:gd name="connsiteY7-112" fmla="*/ 227029 h 1105786"/>
              <a:gd name="connsiteX0-113" fmla="*/ 60394 w 2292830"/>
              <a:gd name="connsiteY0-114" fmla="*/ 227029 h 1105786"/>
              <a:gd name="connsiteX1-115" fmla="*/ 1591673 w 2292830"/>
              <a:gd name="connsiteY1-116" fmla="*/ 227029 h 1105786"/>
              <a:gd name="connsiteX2-117" fmla="*/ 1591673 w 2292830"/>
              <a:gd name="connsiteY2-118" fmla="*/ 0 h 1105786"/>
              <a:gd name="connsiteX3-119" fmla="*/ 2292830 w 2292830"/>
              <a:gd name="connsiteY3-120" fmla="*/ 552893 h 1105786"/>
              <a:gd name="connsiteX4-121" fmla="*/ 1591673 w 2292830"/>
              <a:gd name="connsiteY4-122" fmla="*/ 1105786 h 1105786"/>
              <a:gd name="connsiteX5-123" fmla="*/ 1591673 w 2292830"/>
              <a:gd name="connsiteY5-124" fmla="*/ 878757 h 1105786"/>
              <a:gd name="connsiteX6-125" fmla="*/ 60394 w 2292830"/>
              <a:gd name="connsiteY6-126" fmla="*/ 878757 h 1105786"/>
              <a:gd name="connsiteX7-127" fmla="*/ 60394 w 2292830"/>
              <a:gd name="connsiteY7-128" fmla="*/ 227029 h 11057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292830" h="1105786">
                <a:moveTo>
                  <a:pt x="60394" y="227029"/>
                </a:moveTo>
                <a:cubicBezTo>
                  <a:pt x="592085" y="88806"/>
                  <a:pt x="1006819" y="407782"/>
                  <a:pt x="1591673" y="227029"/>
                </a:cubicBezTo>
                <a:lnTo>
                  <a:pt x="1591673" y="0"/>
                </a:lnTo>
                <a:cubicBezTo>
                  <a:pt x="1867922" y="354419"/>
                  <a:pt x="2059111" y="368595"/>
                  <a:pt x="2292830" y="552893"/>
                </a:cubicBezTo>
                <a:cubicBezTo>
                  <a:pt x="2059111" y="737191"/>
                  <a:pt x="1761597" y="878958"/>
                  <a:pt x="1591673" y="1105786"/>
                </a:cubicBezTo>
                <a:lnTo>
                  <a:pt x="1591673" y="878757"/>
                </a:lnTo>
                <a:cubicBezTo>
                  <a:pt x="1113145" y="666106"/>
                  <a:pt x="538922" y="1038246"/>
                  <a:pt x="60394" y="878757"/>
                </a:cubicBezTo>
                <a:cubicBezTo>
                  <a:pt x="-35299" y="640249"/>
                  <a:pt x="-3402" y="444272"/>
                  <a:pt x="60394" y="227029"/>
                </a:cubicBezTo>
                <a:close/>
              </a:path>
            </a:pathLst>
          </a:custGeom>
          <a:solidFill>
            <a:srgbClr val="112F7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975" dirty="0">
              <a:cs typeface="+mn-ea"/>
              <a:sym typeface="+mn-lt"/>
            </a:endParaRPr>
          </a:p>
        </p:txBody>
      </p:sp>
      <p:sp>
        <p:nvSpPr>
          <p:cNvPr id="8" name="Right Arrow 8"/>
          <p:cNvSpPr/>
          <p:nvPr>
            <p:custDataLst>
              <p:tags r:id="rId2"/>
            </p:custDataLst>
          </p:nvPr>
        </p:nvSpPr>
        <p:spPr>
          <a:xfrm>
            <a:off x="5647055" y="3296920"/>
            <a:ext cx="1947545" cy="938530"/>
          </a:xfrm>
          <a:custGeom>
            <a:avLst/>
            <a:gdLst>
              <a:gd name="connsiteX0" fmla="*/ 0 w 2232436"/>
              <a:gd name="connsiteY0" fmla="*/ 227029 h 1105786"/>
              <a:gd name="connsiteX1" fmla="*/ 1531279 w 2232436"/>
              <a:gd name="connsiteY1" fmla="*/ 227029 h 1105786"/>
              <a:gd name="connsiteX2" fmla="*/ 1531279 w 2232436"/>
              <a:gd name="connsiteY2" fmla="*/ 0 h 1105786"/>
              <a:gd name="connsiteX3" fmla="*/ 2232436 w 2232436"/>
              <a:gd name="connsiteY3" fmla="*/ 552893 h 1105786"/>
              <a:gd name="connsiteX4" fmla="*/ 1531279 w 2232436"/>
              <a:gd name="connsiteY4" fmla="*/ 1105786 h 1105786"/>
              <a:gd name="connsiteX5" fmla="*/ 1531279 w 2232436"/>
              <a:gd name="connsiteY5" fmla="*/ 878757 h 1105786"/>
              <a:gd name="connsiteX6" fmla="*/ 0 w 2232436"/>
              <a:gd name="connsiteY6" fmla="*/ 878757 h 1105786"/>
              <a:gd name="connsiteX7" fmla="*/ 0 w 2232436"/>
              <a:gd name="connsiteY7" fmla="*/ 227029 h 1105786"/>
              <a:gd name="connsiteX0-1" fmla="*/ 0 w 2232436"/>
              <a:gd name="connsiteY0-2" fmla="*/ 227029 h 1105786"/>
              <a:gd name="connsiteX1-3" fmla="*/ 1531279 w 2232436"/>
              <a:gd name="connsiteY1-4" fmla="*/ 227029 h 1105786"/>
              <a:gd name="connsiteX2-5" fmla="*/ 1531279 w 2232436"/>
              <a:gd name="connsiteY2-6" fmla="*/ 0 h 1105786"/>
              <a:gd name="connsiteX3-7" fmla="*/ 2232436 w 2232436"/>
              <a:gd name="connsiteY3-8" fmla="*/ 552893 h 1105786"/>
              <a:gd name="connsiteX4-9" fmla="*/ 1531279 w 2232436"/>
              <a:gd name="connsiteY4-10" fmla="*/ 1105786 h 1105786"/>
              <a:gd name="connsiteX5-11" fmla="*/ 1531279 w 2232436"/>
              <a:gd name="connsiteY5-12" fmla="*/ 878757 h 1105786"/>
              <a:gd name="connsiteX6-13" fmla="*/ 0 w 2232436"/>
              <a:gd name="connsiteY6-14" fmla="*/ 878757 h 1105786"/>
              <a:gd name="connsiteX7-15" fmla="*/ 0 w 2232436"/>
              <a:gd name="connsiteY7-16" fmla="*/ 227029 h 1105786"/>
              <a:gd name="connsiteX0-17" fmla="*/ 0 w 2232436"/>
              <a:gd name="connsiteY0-18" fmla="*/ 227029 h 1105786"/>
              <a:gd name="connsiteX1-19" fmla="*/ 1531279 w 2232436"/>
              <a:gd name="connsiteY1-20" fmla="*/ 227029 h 1105786"/>
              <a:gd name="connsiteX2-21" fmla="*/ 1531279 w 2232436"/>
              <a:gd name="connsiteY2-22" fmla="*/ 0 h 1105786"/>
              <a:gd name="connsiteX3-23" fmla="*/ 2232436 w 2232436"/>
              <a:gd name="connsiteY3-24" fmla="*/ 552893 h 1105786"/>
              <a:gd name="connsiteX4-25" fmla="*/ 1531279 w 2232436"/>
              <a:gd name="connsiteY4-26" fmla="*/ 1105786 h 1105786"/>
              <a:gd name="connsiteX5-27" fmla="*/ 1531279 w 2232436"/>
              <a:gd name="connsiteY5-28" fmla="*/ 878757 h 1105786"/>
              <a:gd name="connsiteX6-29" fmla="*/ 0 w 2232436"/>
              <a:gd name="connsiteY6-30" fmla="*/ 878757 h 1105786"/>
              <a:gd name="connsiteX7-31" fmla="*/ 0 w 2232436"/>
              <a:gd name="connsiteY7-32" fmla="*/ 227029 h 1105786"/>
              <a:gd name="connsiteX0-33" fmla="*/ 0 w 2232436"/>
              <a:gd name="connsiteY0-34" fmla="*/ 227029 h 1105786"/>
              <a:gd name="connsiteX1-35" fmla="*/ 1531279 w 2232436"/>
              <a:gd name="connsiteY1-36" fmla="*/ 227029 h 1105786"/>
              <a:gd name="connsiteX2-37" fmla="*/ 1531279 w 2232436"/>
              <a:gd name="connsiteY2-38" fmla="*/ 0 h 1105786"/>
              <a:gd name="connsiteX3-39" fmla="*/ 2232436 w 2232436"/>
              <a:gd name="connsiteY3-40" fmla="*/ 552893 h 1105786"/>
              <a:gd name="connsiteX4-41" fmla="*/ 1531279 w 2232436"/>
              <a:gd name="connsiteY4-42" fmla="*/ 1105786 h 1105786"/>
              <a:gd name="connsiteX5-43" fmla="*/ 1531279 w 2232436"/>
              <a:gd name="connsiteY5-44" fmla="*/ 878757 h 1105786"/>
              <a:gd name="connsiteX6-45" fmla="*/ 0 w 2232436"/>
              <a:gd name="connsiteY6-46" fmla="*/ 878757 h 1105786"/>
              <a:gd name="connsiteX7-47" fmla="*/ 0 w 2232436"/>
              <a:gd name="connsiteY7-48" fmla="*/ 227029 h 1105786"/>
              <a:gd name="connsiteX0-49" fmla="*/ 0 w 2232436"/>
              <a:gd name="connsiteY0-50" fmla="*/ 227029 h 1105786"/>
              <a:gd name="connsiteX1-51" fmla="*/ 1531279 w 2232436"/>
              <a:gd name="connsiteY1-52" fmla="*/ 227029 h 1105786"/>
              <a:gd name="connsiteX2-53" fmla="*/ 1531279 w 2232436"/>
              <a:gd name="connsiteY2-54" fmla="*/ 0 h 1105786"/>
              <a:gd name="connsiteX3-55" fmla="*/ 2232436 w 2232436"/>
              <a:gd name="connsiteY3-56" fmla="*/ 552893 h 1105786"/>
              <a:gd name="connsiteX4-57" fmla="*/ 1531279 w 2232436"/>
              <a:gd name="connsiteY4-58" fmla="*/ 1105786 h 1105786"/>
              <a:gd name="connsiteX5-59" fmla="*/ 1531279 w 2232436"/>
              <a:gd name="connsiteY5-60" fmla="*/ 878757 h 1105786"/>
              <a:gd name="connsiteX6-61" fmla="*/ 0 w 2232436"/>
              <a:gd name="connsiteY6-62" fmla="*/ 878757 h 1105786"/>
              <a:gd name="connsiteX7-63" fmla="*/ 0 w 2232436"/>
              <a:gd name="connsiteY7-64" fmla="*/ 227029 h 1105786"/>
              <a:gd name="connsiteX0-65" fmla="*/ 42530 w 2274966"/>
              <a:gd name="connsiteY0-66" fmla="*/ 227029 h 1105786"/>
              <a:gd name="connsiteX1-67" fmla="*/ 1573809 w 2274966"/>
              <a:gd name="connsiteY1-68" fmla="*/ 227029 h 1105786"/>
              <a:gd name="connsiteX2-69" fmla="*/ 1573809 w 2274966"/>
              <a:gd name="connsiteY2-70" fmla="*/ 0 h 1105786"/>
              <a:gd name="connsiteX3-71" fmla="*/ 2274966 w 2274966"/>
              <a:gd name="connsiteY3-72" fmla="*/ 552893 h 1105786"/>
              <a:gd name="connsiteX4-73" fmla="*/ 1573809 w 2274966"/>
              <a:gd name="connsiteY4-74" fmla="*/ 1105786 h 1105786"/>
              <a:gd name="connsiteX5-75" fmla="*/ 1573809 w 2274966"/>
              <a:gd name="connsiteY5-76" fmla="*/ 878757 h 1105786"/>
              <a:gd name="connsiteX6-77" fmla="*/ 42530 w 2274966"/>
              <a:gd name="connsiteY6-78" fmla="*/ 878757 h 1105786"/>
              <a:gd name="connsiteX7-79" fmla="*/ 42530 w 2274966"/>
              <a:gd name="connsiteY7-80" fmla="*/ 227029 h 1105786"/>
              <a:gd name="connsiteX0-81" fmla="*/ 60394 w 2292830"/>
              <a:gd name="connsiteY0-82" fmla="*/ 227029 h 1105786"/>
              <a:gd name="connsiteX1-83" fmla="*/ 1591673 w 2292830"/>
              <a:gd name="connsiteY1-84" fmla="*/ 227029 h 1105786"/>
              <a:gd name="connsiteX2-85" fmla="*/ 1591673 w 2292830"/>
              <a:gd name="connsiteY2-86" fmla="*/ 0 h 1105786"/>
              <a:gd name="connsiteX3-87" fmla="*/ 2292830 w 2292830"/>
              <a:gd name="connsiteY3-88" fmla="*/ 552893 h 1105786"/>
              <a:gd name="connsiteX4-89" fmla="*/ 1591673 w 2292830"/>
              <a:gd name="connsiteY4-90" fmla="*/ 1105786 h 1105786"/>
              <a:gd name="connsiteX5-91" fmla="*/ 1591673 w 2292830"/>
              <a:gd name="connsiteY5-92" fmla="*/ 878757 h 1105786"/>
              <a:gd name="connsiteX6-93" fmla="*/ 60394 w 2292830"/>
              <a:gd name="connsiteY6-94" fmla="*/ 878757 h 1105786"/>
              <a:gd name="connsiteX7-95" fmla="*/ 60394 w 2292830"/>
              <a:gd name="connsiteY7-96" fmla="*/ 227029 h 1105786"/>
              <a:gd name="connsiteX0-97" fmla="*/ 60394 w 2292830"/>
              <a:gd name="connsiteY0-98" fmla="*/ 227029 h 1105786"/>
              <a:gd name="connsiteX1-99" fmla="*/ 1591673 w 2292830"/>
              <a:gd name="connsiteY1-100" fmla="*/ 227029 h 1105786"/>
              <a:gd name="connsiteX2-101" fmla="*/ 1591673 w 2292830"/>
              <a:gd name="connsiteY2-102" fmla="*/ 0 h 1105786"/>
              <a:gd name="connsiteX3-103" fmla="*/ 2292830 w 2292830"/>
              <a:gd name="connsiteY3-104" fmla="*/ 552893 h 1105786"/>
              <a:gd name="connsiteX4-105" fmla="*/ 1591673 w 2292830"/>
              <a:gd name="connsiteY4-106" fmla="*/ 1105786 h 1105786"/>
              <a:gd name="connsiteX5-107" fmla="*/ 1591673 w 2292830"/>
              <a:gd name="connsiteY5-108" fmla="*/ 878757 h 1105786"/>
              <a:gd name="connsiteX6-109" fmla="*/ 60394 w 2292830"/>
              <a:gd name="connsiteY6-110" fmla="*/ 878757 h 1105786"/>
              <a:gd name="connsiteX7-111" fmla="*/ 60394 w 2292830"/>
              <a:gd name="connsiteY7-112" fmla="*/ 227029 h 1105786"/>
              <a:gd name="connsiteX0-113" fmla="*/ 60394 w 2292830"/>
              <a:gd name="connsiteY0-114" fmla="*/ 227029 h 1105786"/>
              <a:gd name="connsiteX1-115" fmla="*/ 1591673 w 2292830"/>
              <a:gd name="connsiteY1-116" fmla="*/ 227029 h 1105786"/>
              <a:gd name="connsiteX2-117" fmla="*/ 1591673 w 2292830"/>
              <a:gd name="connsiteY2-118" fmla="*/ 0 h 1105786"/>
              <a:gd name="connsiteX3-119" fmla="*/ 2292830 w 2292830"/>
              <a:gd name="connsiteY3-120" fmla="*/ 552893 h 1105786"/>
              <a:gd name="connsiteX4-121" fmla="*/ 1591673 w 2292830"/>
              <a:gd name="connsiteY4-122" fmla="*/ 1105786 h 1105786"/>
              <a:gd name="connsiteX5-123" fmla="*/ 1591673 w 2292830"/>
              <a:gd name="connsiteY5-124" fmla="*/ 878757 h 1105786"/>
              <a:gd name="connsiteX6-125" fmla="*/ 60394 w 2292830"/>
              <a:gd name="connsiteY6-126" fmla="*/ 878757 h 1105786"/>
              <a:gd name="connsiteX7-127" fmla="*/ 60394 w 2292830"/>
              <a:gd name="connsiteY7-128" fmla="*/ 227029 h 11057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292830" h="1105786">
                <a:moveTo>
                  <a:pt x="60394" y="227029"/>
                </a:moveTo>
                <a:cubicBezTo>
                  <a:pt x="592085" y="88806"/>
                  <a:pt x="1006819" y="407782"/>
                  <a:pt x="1591673" y="227029"/>
                </a:cubicBezTo>
                <a:lnTo>
                  <a:pt x="1591673" y="0"/>
                </a:lnTo>
                <a:cubicBezTo>
                  <a:pt x="1867922" y="354419"/>
                  <a:pt x="2059111" y="368595"/>
                  <a:pt x="2292830" y="552893"/>
                </a:cubicBezTo>
                <a:cubicBezTo>
                  <a:pt x="2059111" y="737191"/>
                  <a:pt x="1761597" y="878958"/>
                  <a:pt x="1591673" y="1105786"/>
                </a:cubicBezTo>
                <a:lnTo>
                  <a:pt x="1591673" y="878757"/>
                </a:lnTo>
                <a:cubicBezTo>
                  <a:pt x="1113145" y="666106"/>
                  <a:pt x="538922" y="1038246"/>
                  <a:pt x="60394" y="878757"/>
                </a:cubicBezTo>
                <a:cubicBezTo>
                  <a:pt x="-35299" y="640249"/>
                  <a:pt x="-3402" y="444272"/>
                  <a:pt x="60394" y="227029"/>
                </a:cubicBezTo>
                <a:close/>
              </a:path>
            </a:pathLst>
          </a:custGeom>
          <a:solidFill>
            <a:srgbClr val="112F7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975" dirty="0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4530218" y="4199504"/>
            <a:ext cx="548676" cy="732326"/>
            <a:chOff x="2789210" y="4594444"/>
            <a:chExt cx="548676" cy="996424"/>
          </a:xfrm>
        </p:grpSpPr>
        <p:cxnSp>
          <p:nvCxnSpPr>
            <p:cNvPr id="16" name="Straight Connector 32"/>
            <p:cNvCxnSpPr/>
            <p:nvPr>
              <p:custDataLst>
                <p:tags r:id="rId4"/>
              </p:custDataLst>
            </p:nvPr>
          </p:nvCxnSpPr>
          <p:spPr>
            <a:xfrm>
              <a:off x="3337886" y="4594444"/>
              <a:ext cx="0" cy="983580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34"/>
            <p:cNvCxnSpPr/>
            <p:nvPr>
              <p:custDataLst>
                <p:tags r:id="rId5"/>
              </p:custDataLst>
            </p:nvPr>
          </p:nvCxnSpPr>
          <p:spPr>
            <a:xfrm>
              <a:off x="2789210" y="5590868"/>
              <a:ext cx="548675" cy="0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6407461" y="4199504"/>
            <a:ext cx="561521" cy="732326"/>
            <a:chOff x="8993469" y="4594444"/>
            <a:chExt cx="561521" cy="996424"/>
          </a:xfrm>
        </p:grpSpPr>
        <p:cxnSp>
          <p:nvCxnSpPr>
            <p:cNvPr id="20" name="Straight Connector 35"/>
            <p:cNvCxnSpPr/>
            <p:nvPr>
              <p:custDataLst>
                <p:tags r:id="rId7"/>
              </p:custDataLst>
            </p:nvPr>
          </p:nvCxnSpPr>
          <p:spPr>
            <a:xfrm>
              <a:off x="8993469" y="4594444"/>
              <a:ext cx="0" cy="983580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36"/>
            <p:cNvCxnSpPr/>
            <p:nvPr>
              <p:custDataLst>
                <p:tags r:id="rId8"/>
              </p:custDataLst>
            </p:nvPr>
          </p:nvCxnSpPr>
          <p:spPr>
            <a:xfrm>
              <a:off x="9006315" y="5590868"/>
              <a:ext cx="548675" cy="0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>
            <p:custDataLst>
              <p:tags r:id="rId9"/>
            </p:custDataLst>
          </p:nvPr>
        </p:nvGrpSpPr>
        <p:grpSpPr>
          <a:xfrm>
            <a:off x="8195063" y="2406800"/>
            <a:ext cx="546841" cy="722886"/>
            <a:chOff x="6864826" y="2465598"/>
            <a:chExt cx="546841" cy="983580"/>
          </a:xfrm>
        </p:grpSpPr>
        <p:cxnSp>
          <p:nvCxnSpPr>
            <p:cNvPr id="23" name="Straight Connector 38"/>
            <p:cNvCxnSpPr/>
            <p:nvPr>
              <p:custDataLst>
                <p:tags r:id="rId10"/>
              </p:custDataLst>
            </p:nvPr>
          </p:nvCxnSpPr>
          <p:spPr>
            <a:xfrm>
              <a:off x="6864826" y="2465598"/>
              <a:ext cx="0" cy="983580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39"/>
            <p:cNvCxnSpPr/>
            <p:nvPr>
              <p:custDataLst>
                <p:tags r:id="rId11"/>
              </p:custDataLst>
            </p:nvPr>
          </p:nvCxnSpPr>
          <p:spPr>
            <a:xfrm>
              <a:off x="6864826" y="2465598"/>
              <a:ext cx="546841" cy="0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>
            <p:custDataLst>
              <p:tags r:id="rId12"/>
            </p:custDataLst>
          </p:nvPr>
        </p:nvGrpSpPr>
        <p:grpSpPr>
          <a:xfrm>
            <a:off x="5337151" y="2416241"/>
            <a:ext cx="548676" cy="721536"/>
            <a:chOff x="4693978" y="2478444"/>
            <a:chExt cx="548676" cy="981744"/>
          </a:xfrm>
        </p:grpSpPr>
        <p:cxnSp>
          <p:nvCxnSpPr>
            <p:cNvPr id="26" name="Straight Connector 37"/>
            <p:cNvCxnSpPr/>
            <p:nvPr>
              <p:custDataLst>
                <p:tags r:id="rId13"/>
              </p:custDataLst>
            </p:nvPr>
          </p:nvCxnSpPr>
          <p:spPr>
            <a:xfrm>
              <a:off x="5242654" y="2478444"/>
              <a:ext cx="0" cy="981744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40"/>
            <p:cNvCxnSpPr/>
            <p:nvPr>
              <p:custDataLst>
                <p:tags r:id="rId14"/>
              </p:custDataLst>
            </p:nvPr>
          </p:nvCxnSpPr>
          <p:spPr>
            <a:xfrm>
              <a:off x="4693978" y="2478444"/>
              <a:ext cx="548675" cy="0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ight Arrow 8"/>
          <p:cNvSpPr/>
          <p:nvPr>
            <p:custDataLst>
              <p:tags r:id="rId15"/>
            </p:custDataLst>
          </p:nvPr>
        </p:nvSpPr>
        <p:spPr>
          <a:xfrm>
            <a:off x="4325620" y="3296920"/>
            <a:ext cx="1947545" cy="938530"/>
          </a:xfrm>
          <a:custGeom>
            <a:avLst/>
            <a:gdLst>
              <a:gd name="connsiteX0" fmla="*/ 0 w 2232436"/>
              <a:gd name="connsiteY0" fmla="*/ 227029 h 1105786"/>
              <a:gd name="connsiteX1" fmla="*/ 1531279 w 2232436"/>
              <a:gd name="connsiteY1" fmla="*/ 227029 h 1105786"/>
              <a:gd name="connsiteX2" fmla="*/ 1531279 w 2232436"/>
              <a:gd name="connsiteY2" fmla="*/ 0 h 1105786"/>
              <a:gd name="connsiteX3" fmla="*/ 2232436 w 2232436"/>
              <a:gd name="connsiteY3" fmla="*/ 552893 h 1105786"/>
              <a:gd name="connsiteX4" fmla="*/ 1531279 w 2232436"/>
              <a:gd name="connsiteY4" fmla="*/ 1105786 h 1105786"/>
              <a:gd name="connsiteX5" fmla="*/ 1531279 w 2232436"/>
              <a:gd name="connsiteY5" fmla="*/ 878757 h 1105786"/>
              <a:gd name="connsiteX6" fmla="*/ 0 w 2232436"/>
              <a:gd name="connsiteY6" fmla="*/ 878757 h 1105786"/>
              <a:gd name="connsiteX7" fmla="*/ 0 w 2232436"/>
              <a:gd name="connsiteY7" fmla="*/ 227029 h 1105786"/>
              <a:gd name="connsiteX0-1" fmla="*/ 0 w 2232436"/>
              <a:gd name="connsiteY0-2" fmla="*/ 227029 h 1105786"/>
              <a:gd name="connsiteX1-3" fmla="*/ 1531279 w 2232436"/>
              <a:gd name="connsiteY1-4" fmla="*/ 227029 h 1105786"/>
              <a:gd name="connsiteX2-5" fmla="*/ 1531279 w 2232436"/>
              <a:gd name="connsiteY2-6" fmla="*/ 0 h 1105786"/>
              <a:gd name="connsiteX3-7" fmla="*/ 2232436 w 2232436"/>
              <a:gd name="connsiteY3-8" fmla="*/ 552893 h 1105786"/>
              <a:gd name="connsiteX4-9" fmla="*/ 1531279 w 2232436"/>
              <a:gd name="connsiteY4-10" fmla="*/ 1105786 h 1105786"/>
              <a:gd name="connsiteX5-11" fmla="*/ 1531279 w 2232436"/>
              <a:gd name="connsiteY5-12" fmla="*/ 878757 h 1105786"/>
              <a:gd name="connsiteX6-13" fmla="*/ 0 w 2232436"/>
              <a:gd name="connsiteY6-14" fmla="*/ 878757 h 1105786"/>
              <a:gd name="connsiteX7-15" fmla="*/ 0 w 2232436"/>
              <a:gd name="connsiteY7-16" fmla="*/ 227029 h 1105786"/>
              <a:gd name="connsiteX0-17" fmla="*/ 0 w 2232436"/>
              <a:gd name="connsiteY0-18" fmla="*/ 227029 h 1105786"/>
              <a:gd name="connsiteX1-19" fmla="*/ 1531279 w 2232436"/>
              <a:gd name="connsiteY1-20" fmla="*/ 227029 h 1105786"/>
              <a:gd name="connsiteX2-21" fmla="*/ 1531279 w 2232436"/>
              <a:gd name="connsiteY2-22" fmla="*/ 0 h 1105786"/>
              <a:gd name="connsiteX3-23" fmla="*/ 2232436 w 2232436"/>
              <a:gd name="connsiteY3-24" fmla="*/ 552893 h 1105786"/>
              <a:gd name="connsiteX4-25" fmla="*/ 1531279 w 2232436"/>
              <a:gd name="connsiteY4-26" fmla="*/ 1105786 h 1105786"/>
              <a:gd name="connsiteX5-27" fmla="*/ 1531279 w 2232436"/>
              <a:gd name="connsiteY5-28" fmla="*/ 878757 h 1105786"/>
              <a:gd name="connsiteX6-29" fmla="*/ 0 w 2232436"/>
              <a:gd name="connsiteY6-30" fmla="*/ 878757 h 1105786"/>
              <a:gd name="connsiteX7-31" fmla="*/ 0 w 2232436"/>
              <a:gd name="connsiteY7-32" fmla="*/ 227029 h 1105786"/>
              <a:gd name="connsiteX0-33" fmla="*/ 0 w 2232436"/>
              <a:gd name="connsiteY0-34" fmla="*/ 227029 h 1105786"/>
              <a:gd name="connsiteX1-35" fmla="*/ 1531279 w 2232436"/>
              <a:gd name="connsiteY1-36" fmla="*/ 227029 h 1105786"/>
              <a:gd name="connsiteX2-37" fmla="*/ 1531279 w 2232436"/>
              <a:gd name="connsiteY2-38" fmla="*/ 0 h 1105786"/>
              <a:gd name="connsiteX3-39" fmla="*/ 2232436 w 2232436"/>
              <a:gd name="connsiteY3-40" fmla="*/ 552893 h 1105786"/>
              <a:gd name="connsiteX4-41" fmla="*/ 1531279 w 2232436"/>
              <a:gd name="connsiteY4-42" fmla="*/ 1105786 h 1105786"/>
              <a:gd name="connsiteX5-43" fmla="*/ 1531279 w 2232436"/>
              <a:gd name="connsiteY5-44" fmla="*/ 878757 h 1105786"/>
              <a:gd name="connsiteX6-45" fmla="*/ 0 w 2232436"/>
              <a:gd name="connsiteY6-46" fmla="*/ 878757 h 1105786"/>
              <a:gd name="connsiteX7-47" fmla="*/ 0 w 2232436"/>
              <a:gd name="connsiteY7-48" fmla="*/ 227029 h 1105786"/>
              <a:gd name="connsiteX0-49" fmla="*/ 0 w 2232436"/>
              <a:gd name="connsiteY0-50" fmla="*/ 227029 h 1105786"/>
              <a:gd name="connsiteX1-51" fmla="*/ 1531279 w 2232436"/>
              <a:gd name="connsiteY1-52" fmla="*/ 227029 h 1105786"/>
              <a:gd name="connsiteX2-53" fmla="*/ 1531279 w 2232436"/>
              <a:gd name="connsiteY2-54" fmla="*/ 0 h 1105786"/>
              <a:gd name="connsiteX3-55" fmla="*/ 2232436 w 2232436"/>
              <a:gd name="connsiteY3-56" fmla="*/ 552893 h 1105786"/>
              <a:gd name="connsiteX4-57" fmla="*/ 1531279 w 2232436"/>
              <a:gd name="connsiteY4-58" fmla="*/ 1105786 h 1105786"/>
              <a:gd name="connsiteX5-59" fmla="*/ 1531279 w 2232436"/>
              <a:gd name="connsiteY5-60" fmla="*/ 878757 h 1105786"/>
              <a:gd name="connsiteX6-61" fmla="*/ 0 w 2232436"/>
              <a:gd name="connsiteY6-62" fmla="*/ 878757 h 1105786"/>
              <a:gd name="connsiteX7-63" fmla="*/ 0 w 2232436"/>
              <a:gd name="connsiteY7-64" fmla="*/ 227029 h 1105786"/>
              <a:gd name="connsiteX0-65" fmla="*/ 42530 w 2274966"/>
              <a:gd name="connsiteY0-66" fmla="*/ 227029 h 1105786"/>
              <a:gd name="connsiteX1-67" fmla="*/ 1573809 w 2274966"/>
              <a:gd name="connsiteY1-68" fmla="*/ 227029 h 1105786"/>
              <a:gd name="connsiteX2-69" fmla="*/ 1573809 w 2274966"/>
              <a:gd name="connsiteY2-70" fmla="*/ 0 h 1105786"/>
              <a:gd name="connsiteX3-71" fmla="*/ 2274966 w 2274966"/>
              <a:gd name="connsiteY3-72" fmla="*/ 552893 h 1105786"/>
              <a:gd name="connsiteX4-73" fmla="*/ 1573809 w 2274966"/>
              <a:gd name="connsiteY4-74" fmla="*/ 1105786 h 1105786"/>
              <a:gd name="connsiteX5-75" fmla="*/ 1573809 w 2274966"/>
              <a:gd name="connsiteY5-76" fmla="*/ 878757 h 1105786"/>
              <a:gd name="connsiteX6-77" fmla="*/ 42530 w 2274966"/>
              <a:gd name="connsiteY6-78" fmla="*/ 878757 h 1105786"/>
              <a:gd name="connsiteX7-79" fmla="*/ 42530 w 2274966"/>
              <a:gd name="connsiteY7-80" fmla="*/ 227029 h 1105786"/>
              <a:gd name="connsiteX0-81" fmla="*/ 60394 w 2292830"/>
              <a:gd name="connsiteY0-82" fmla="*/ 227029 h 1105786"/>
              <a:gd name="connsiteX1-83" fmla="*/ 1591673 w 2292830"/>
              <a:gd name="connsiteY1-84" fmla="*/ 227029 h 1105786"/>
              <a:gd name="connsiteX2-85" fmla="*/ 1591673 w 2292830"/>
              <a:gd name="connsiteY2-86" fmla="*/ 0 h 1105786"/>
              <a:gd name="connsiteX3-87" fmla="*/ 2292830 w 2292830"/>
              <a:gd name="connsiteY3-88" fmla="*/ 552893 h 1105786"/>
              <a:gd name="connsiteX4-89" fmla="*/ 1591673 w 2292830"/>
              <a:gd name="connsiteY4-90" fmla="*/ 1105786 h 1105786"/>
              <a:gd name="connsiteX5-91" fmla="*/ 1591673 w 2292830"/>
              <a:gd name="connsiteY5-92" fmla="*/ 878757 h 1105786"/>
              <a:gd name="connsiteX6-93" fmla="*/ 60394 w 2292830"/>
              <a:gd name="connsiteY6-94" fmla="*/ 878757 h 1105786"/>
              <a:gd name="connsiteX7-95" fmla="*/ 60394 w 2292830"/>
              <a:gd name="connsiteY7-96" fmla="*/ 227029 h 1105786"/>
              <a:gd name="connsiteX0-97" fmla="*/ 60394 w 2292830"/>
              <a:gd name="connsiteY0-98" fmla="*/ 227029 h 1105786"/>
              <a:gd name="connsiteX1-99" fmla="*/ 1591673 w 2292830"/>
              <a:gd name="connsiteY1-100" fmla="*/ 227029 h 1105786"/>
              <a:gd name="connsiteX2-101" fmla="*/ 1591673 w 2292830"/>
              <a:gd name="connsiteY2-102" fmla="*/ 0 h 1105786"/>
              <a:gd name="connsiteX3-103" fmla="*/ 2292830 w 2292830"/>
              <a:gd name="connsiteY3-104" fmla="*/ 552893 h 1105786"/>
              <a:gd name="connsiteX4-105" fmla="*/ 1591673 w 2292830"/>
              <a:gd name="connsiteY4-106" fmla="*/ 1105786 h 1105786"/>
              <a:gd name="connsiteX5-107" fmla="*/ 1591673 w 2292830"/>
              <a:gd name="connsiteY5-108" fmla="*/ 878757 h 1105786"/>
              <a:gd name="connsiteX6-109" fmla="*/ 60394 w 2292830"/>
              <a:gd name="connsiteY6-110" fmla="*/ 878757 h 1105786"/>
              <a:gd name="connsiteX7-111" fmla="*/ 60394 w 2292830"/>
              <a:gd name="connsiteY7-112" fmla="*/ 227029 h 1105786"/>
              <a:gd name="connsiteX0-113" fmla="*/ 60394 w 2292830"/>
              <a:gd name="connsiteY0-114" fmla="*/ 227029 h 1105786"/>
              <a:gd name="connsiteX1-115" fmla="*/ 1591673 w 2292830"/>
              <a:gd name="connsiteY1-116" fmla="*/ 227029 h 1105786"/>
              <a:gd name="connsiteX2-117" fmla="*/ 1591673 w 2292830"/>
              <a:gd name="connsiteY2-118" fmla="*/ 0 h 1105786"/>
              <a:gd name="connsiteX3-119" fmla="*/ 2292830 w 2292830"/>
              <a:gd name="connsiteY3-120" fmla="*/ 552893 h 1105786"/>
              <a:gd name="connsiteX4-121" fmla="*/ 1591673 w 2292830"/>
              <a:gd name="connsiteY4-122" fmla="*/ 1105786 h 1105786"/>
              <a:gd name="connsiteX5-123" fmla="*/ 1591673 w 2292830"/>
              <a:gd name="connsiteY5-124" fmla="*/ 878757 h 1105786"/>
              <a:gd name="connsiteX6-125" fmla="*/ 60394 w 2292830"/>
              <a:gd name="connsiteY6-126" fmla="*/ 878757 h 1105786"/>
              <a:gd name="connsiteX7-127" fmla="*/ 60394 w 2292830"/>
              <a:gd name="connsiteY7-128" fmla="*/ 227029 h 11057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292830" h="1105786">
                <a:moveTo>
                  <a:pt x="60394" y="227029"/>
                </a:moveTo>
                <a:cubicBezTo>
                  <a:pt x="592085" y="88806"/>
                  <a:pt x="1006819" y="407782"/>
                  <a:pt x="1591673" y="227029"/>
                </a:cubicBezTo>
                <a:lnTo>
                  <a:pt x="1591673" y="0"/>
                </a:lnTo>
                <a:cubicBezTo>
                  <a:pt x="1867922" y="354419"/>
                  <a:pt x="2059111" y="368595"/>
                  <a:pt x="2292830" y="552893"/>
                </a:cubicBezTo>
                <a:cubicBezTo>
                  <a:pt x="2059111" y="737191"/>
                  <a:pt x="1761597" y="878958"/>
                  <a:pt x="1591673" y="1105786"/>
                </a:cubicBezTo>
                <a:lnTo>
                  <a:pt x="1591673" y="878757"/>
                </a:lnTo>
                <a:cubicBezTo>
                  <a:pt x="1113145" y="666106"/>
                  <a:pt x="538922" y="1038246"/>
                  <a:pt x="60394" y="878757"/>
                </a:cubicBezTo>
                <a:cubicBezTo>
                  <a:pt x="-35299" y="640249"/>
                  <a:pt x="-3402" y="444272"/>
                  <a:pt x="60394" y="227029"/>
                </a:cubicBezTo>
                <a:close/>
              </a:path>
            </a:pathLst>
          </a:custGeom>
          <a:solidFill>
            <a:srgbClr val="112F7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975">
              <a:cs typeface="+mn-ea"/>
              <a:sym typeface="+mn-lt"/>
            </a:endParaRPr>
          </a:p>
        </p:txBody>
      </p:sp>
      <p:sp>
        <p:nvSpPr>
          <p:cNvPr id="35" name="Right Arrow 8"/>
          <p:cNvSpPr/>
          <p:nvPr>
            <p:custDataLst>
              <p:tags r:id="rId16"/>
            </p:custDataLst>
          </p:nvPr>
        </p:nvSpPr>
        <p:spPr>
          <a:xfrm>
            <a:off x="3002280" y="3296920"/>
            <a:ext cx="1948815" cy="938530"/>
          </a:xfrm>
          <a:custGeom>
            <a:avLst/>
            <a:gdLst>
              <a:gd name="connsiteX0" fmla="*/ 0 w 2232436"/>
              <a:gd name="connsiteY0" fmla="*/ 227029 h 1105786"/>
              <a:gd name="connsiteX1" fmla="*/ 1531279 w 2232436"/>
              <a:gd name="connsiteY1" fmla="*/ 227029 h 1105786"/>
              <a:gd name="connsiteX2" fmla="*/ 1531279 w 2232436"/>
              <a:gd name="connsiteY2" fmla="*/ 0 h 1105786"/>
              <a:gd name="connsiteX3" fmla="*/ 2232436 w 2232436"/>
              <a:gd name="connsiteY3" fmla="*/ 552893 h 1105786"/>
              <a:gd name="connsiteX4" fmla="*/ 1531279 w 2232436"/>
              <a:gd name="connsiteY4" fmla="*/ 1105786 h 1105786"/>
              <a:gd name="connsiteX5" fmla="*/ 1531279 w 2232436"/>
              <a:gd name="connsiteY5" fmla="*/ 878757 h 1105786"/>
              <a:gd name="connsiteX6" fmla="*/ 0 w 2232436"/>
              <a:gd name="connsiteY6" fmla="*/ 878757 h 1105786"/>
              <a:gd name="connsiteX7" fmla="*/ 0 w 2232436"/>
              <a:gd name="connsiteY7" fmla="*/ 227029 h 1105786"/>
              <a:gd name="connsiteX0-1" fmla="*/ 0 w 2232436"/>
              <a:gd name="connsiteY0-2" fmla="*/ 227029 h 1105786"/>
              <a:gd name="connsiteX1-3" fmla="*/ 1531279 w 2232436"/>
              <a:gd name="connsiteY1-4" fmla="*/ 227029 h 1105786"/>
              <a:gd name="connsiteX2-5" fmla="*/ 1531279 w 2232436"/>
              <a:gd name="connsiteY2-6" fmla="*/ 0 h 1105786"/>
              <a:gd name="connsiteX3-7" fmla="*/ 2232436 w 2232436"/>
              <a:gd name="connsiteY3-8" fmla="*/ 552893 h 1105786"/>
              <a:gd name="connsiteX4-9" fmla="*/ 1531279 w 2232436"/>
              <a:gd name="connsiteY4-10" fmla="*/ 1105786 h 1105786"/>
              <a:gd name="connsiteX5-11" fmla="*/ 1531279 w 2232436"/>
              <a:gd name="connsiteY5-12" fmla="*/ 878757 h 1105786"/>
              <a:gd name="connsiteX6-13" fmla="*/ 0 w 2232436"/>
              <a:gd name="connsiteY6-14" fmla="*/ 878757 h 1105786"/>
              <a:gd name="connsiteX7-15" fmla="*/ 0 w 2232436"/>
              <a:gd name="connsiteY7-16" fmla="*/ 227029 h 1105786"/>
              <a:gd name="connsiteX0-17" fmla="*/ 0 w 2232436"/>
              <a:gd name="connsiteY0-18" fmla="*/ 227029 h 1105786"/>
              <a:gd name="connsiteX1-19" fmla="*/ 1531279 w 2232436"/>
              <a:gd name="connsiteY1-20" fmla="*/ 227029 h 1105786"/>
              <a:gd name="connsiteX2-21" fmla="*/ 1531279 w 2232436"/>
              <a:gd name="connsiteY2-22" fmla="*/ 0 h 1105786"/>
              <a:gd name="connsiteX3-23" fmla="*/ 2232436 w 2232436"/>
              <a:gd name="connsiteY3-24" fmla="*/ 552893 h 1105786"/>
              <a:gd name="connsiteX4-25" fmla="*/ 1531279 w 2232436"/>
              <a:gd name="connsiteY4-26" fmla="*/ 1105786 h 1105786"/>
              <a:gd name="connsiteX5-27" fmla="*/ 1531279 w 2232436"/>
              <a:gd name="connsiteY5-28" fmla="*/ 878757 h 1105786"/>
              <a:gd name="connsiteX6-29" fmla="*/ 0 w 2232436"/>
              <a:gd name="connsiteY6-30" fmla="*/ 878757 h 1105786"/>
              <a:gd name="connsiteX7-31" fmla="*/ 0 w 2232436"/>
              <a:gd name="connsiteY7-32" fmla="*/ 227029 h 1105786"/>
              <a:gd name="connsiteX0-33" fmla="*/ 0 w 2232436"/>
              <a:gd name="connsiteY0-34" fmla="*/ 227029 h 1105786"/>
              <a:gd name="connsiteX1-35" fmla="*/ 1531279 w 2232436"/>
              <a:gd name="connsiteY1-36" fmla="*/ 227029 h 1105786"/>
              <a:gd name="connsiteX2-37" fmla="*/ 1531279 w 2232436"/>
              <a:gd name="connsiteY2-38" fmla="*/ 0 h 1105786"/>
              <a:gd name="connsiteX3-39" fmla="*/ 2232436 w 2232436"/>
              <a:gd name="connsiteY3-40" fmla="*/ 552893 h 1105786"/>
              <a:gd name="connsiteX4-41" fmla="*/ 1531279 w 2232436"/>
              <a:gd name="connsiteY4-42" fmla="*/ 1105786 h 1105786"/>
              <a:gd name="connsiteX5-43" fmla="*/ 1531279 w 2232436"/>
              <a:gd name="connsiteY5-44" fmla="*/ 878757 h 1105786"/>
              <a:gd name="connsiteX6-45" fmla="*/ 0 w 2232436"/>
              <a:gd name="connsiteY6-46" fmla="*/ 878757 h 1105786"/>
              <a:gd name="connsiteX7-47" fmla="*/ 0 w 2232436"/>
              <a:gd name="connsiteY7-48" fmla="*/ 227029 h 1105786"/>
              <a:gd name="connsiteX0-49" fmla="*/ 0 w 2232436"/>
              <a:gd name="connsiteY0-50" fmla="*/ 227029 h 1105786"/>
              <a:gd name="connsiteX1-51" fmla="*/ 1531279 w 2232436"/>
              <a:gd name="connsiteY1-52" fmla="*/ 227029 h 1105786"/>
              <a:gd name="connsiteX2-53" fmla="*/ 1531279 w 2232436"/>
              <a:gd name="connsiteY2-54" fmla="*/ 0 h 1105786"/>
              <a:gd name="connsiteX3-55" fmla="*/ 2232436 w 2232436"/>
              <a:gd name="connsiteY3-56" fmla="*/ 552893 h 1105786"/>
              <a:gd name="connsiteX4-57" fmla="*/ 1531279 w 2232436"/>
              <a:gd name="connsiteY4-58" fmla="*/ 1105786 h 1105786"/>
              <a:gd name="connsiteX5-59" fmla="*/ 1531279 w 2232436"/>
              <a:gd name="connsiteY5-60" fmla="*/ 878757 h 1105786"/>
              <a:gd name="connsiteX6-61" fmla="*/ 0 w 2232436"/>
              <a:gd name="connsiteY6-62" fmla="*/ 878757 h 1105786"/>
              <a:gd name="connsiteX7-63" fmla="*/ 0 w 2232436"/>
              <a:gd name="connsiteY7-64" fmla="*/ 227029 h 1105786"/>
              <a:gd name="connsiteX0-65" fmla="*/ 42530 w 2274966"/>
              <a:gd name="connsiteY0-66" fmla="*/ 227029 h 1105786"/>
              <a:gd name="connsiteX1-67" fmla="*/ 1573809 w 2274966"/>
              <a:gd name="connsiteY1-68" fmla="*/ 227029 h 1105786"/>
              <a:gd name="connsiteX2-69" fmla="*/ 1573809 w 2274966"/>
              <a:gd name="connsiteY2-70" fmla="*/ 0 h 1105786"/>
              <a:gd name="connsiteX3-71" fmla="*/ 2274966 w 2274966"/>
              <a:gd name="connsiteY3-72" fmla="*/ 552893 h 1105786"/>
              <a:gd name="connsiteX4-73" fmla="*/ 1573809 w 2274966"/>
              <a:gd name="connsiteY4-74" fmla="*/ 1105786 h 1105786"/>
              <a:gd name="connsiteX5-75" fmla="*/ 1573809 w 2274966"/>
              <a:gd name="connsiteY5-76" fmla="*/ 878757 h 1105786"/>
              <a:gd name="connsiteX6-77" fmla="*/ 42530 w 2274966"/>
              <a:gd name="connsiteY6-78" fmla="*/ 878757 h 1105786"/>
              <a:gd name="connsiteX7-79" fmla="*/ 42530 w 2274966"/>
              <a:gd name="connsiteY7-80" fmla="*/ 227029 h 1105786"/>
              <a:gd name="connsiteX0-81" fmla="*/ 60394 w 2292830"/>
              <a:gd name="connsiteY0-82" fmla="*/ 227029 h 1105786"/>
              <a:gd name="connsiteX1-83" fmla="*/ 1591673 w 2292830"/>
              <a:gd name="connsiteY1-84" fmla="*/ 227029 h 1105786"/>
              <a:gd name="connsiteX2-85" fmla="*/ 1591673 w 2292830"/>
              <a:gd name="connsiteY2-86" fmla="*/ 0 h 1105786"/>
              <a:gd name="connsiteX3-87" fmla="*/ 2292830 w 2292830"/>
              <a:gd name="connsiteY3-88" fmla="*/ 552893 h 1105786"/>
              <a:gd name="connsiteX4-89" fmla="*/ 1591673 w 2292830"/>
              <a:gd name="connsiteY4-90" fmla="*/ 1105786 h 1105786"/>
              <a:gd name="connsiteX5-91" fmla="*/ 1591673 w 2292830"/>
              <a:gd name="connsiteY5-92" fmla="*/ 878757 h 1105786"/>
              <a:gd name="connsiteX6-93" fmla="*/ 60394 w 2292830"/>
              <a:gd name="connsiteY6-94" fmla="*/ 878757 h 1105786"/>
              <a:gd name="connsiteX7-95" fmla="*/ 60394 w 2292830"/>
              <a:gd name="connsiteY7-96" fmla="*/ 227029 h 1105786"/>
              <a:gd name="connsiteX0-97" fmla="*/ 60394 w 2292830"/>
              <a:gd name="connsiteY0-98" fmla="*/ 227029 h 1105786"/>
              <a:gd name="connsiteX1-99" fmla="*/ 1591673 w 2292830"/>
              <a:gd name="connsiteY1-100" fmla="*/ 227029 h 1105786"/>
              <a:gd name="connsiteX2-101" fmla="*/ 1591673 w 2292830"/>
              <a:gd name="connsiteY2-102" fmla="*/ 0 h 1105786"/>
              <a:gd name="connsiteX3-103" fmla="*/ 2292830 w 2292830"/>
              <a:gd name="connsiteY3-104" fmla="*/ 552893 h 1105786"/>
              <a:gd name="connsiteX4-105" fmla="*/ 1591673 w 2292830"/>
              <a:gd name="connsiteY4-106" fmla="*/ 1105786 h 1105786"/>
              <a:gd name="connsiteX5-107" fmla="*/ 1591673 w 2292830"/>
              <a:gd name="connsiteY5-108" fmla="*/ 878757 h 1105786"/>
              <a:gd name="connsiteX6-109" fmla="*/ 60394 w 2292830"/>
              <a:gd name="connsiteY6-110" fmla="*/ 878757 h 1105786"/>
              <a:gd name="connsiteX7-111" fmla="*/ 60394 w 2292830"/>
              <a:gd name="connsiteY7-112" fmla="*/ 227029 h 1105786"/>
              <a:gd name="connsiteX0-113" fmla="*/ 60394 w 2292830"/>
              <a:gd name="connsiteY0-114" fmla="*/ 227029 h 1105786"/>
              <a:gd name="connsiteX1-115" fmla="*/ 1591673 w 2292830"/>
              <a:gd name="connsiteY1-116" fmla="*/ 227029 h 1105786"/>
              <a:gd name="connsiteX2-117" fmla="*/ 1591673 w 2292830"/>
              <a:gd name="connsiteY2-118" fmla="*/ 0 h 1105786"/>
              <a:gd name="connsiteX3-119" fmla="*/ 2292830 w 2292830"/>
              <a:gd name="connsiteY3-120" fmla="*/ 552893 h 1105786"/>
              <a:gd name="connsiteX4-121" fmla="*/ 1591673 w 2292830"/>
              <a:gd name="connsiteY4-122" fmla="*/ 1105786 h 1105786"/>
              <a:gd name="connsiteX5-123" fmla="*/ 1591673 w 2292830"/>
              <a:gd name="connsiteY5-124" fmla="*/ 878757 h 1105786"/>
              <a:gd name="connsiteX6-125" fmla="*/ 60394 w 2292830"/>
              <a:gd name="connsiteY6-126" fmla="*/ 878757 h 1105786"/>
              <a:gd name="connsiteX7-127" fmla="*/ 60394 w 2292830"/>
              <a:gd name="connsiteY7-128" fmla="*/ 227029 h 11057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292830" h="1105786">
                <a:moveTo>
                  <a:pt x="60394" y="227029"/>
                </a:moveTo>
                <a:cubicBezTo>
                  <a:pt x="592085" y="88806"/>
                  <a:pt x="1006819" y="407782"/>
                  <a:pt x="1591673" y="227029"/>
                </a:cubicBezTo>
                <a:lnTo>
                  <a:pt x="1591673" y="0"/>
                </a:lnTo>
                <a:cubicBezTo>
                  <a:pt x="1867922" y="354419"/>
                  <a:pt x="2059111" y="368595"/>
                  <a:pt x="2292830" y="552893"/>
                </a:cubicBezTo>
                <a:cubicBezTo>
                  <a:pt x="2059111" y="737191"/>
                  <a:pt x="1761597" y="878958"/>
                  <a:pt x="1591673" y="1105786"/>
                </a:cubicBezTo>
                <a:lnTo>
                  <a:pt x="1591673" y="878757"/>
                </a:lnTo>
                <a:cubicBezTo>
                  <a:pt x="1113145" y="666106"/>
                  <a:pt x="538922" y="1038246"/>
                  <a:pt x="60394" y="878757"/>
                </a:cubicBezTo>
                <a:cubicBezTo>
                  <a:pt x="-35299" y="640249"/>
                  <a:pt x="-3402" y="444272"/>
                  <a:pt x="60394" y="227029"/>
                </a:cubicBezTo>
                <a:close/>
              </a:path>
            </a:pathLst>
          </a:custGeom>
          <a:solidFill>
            <a:srgbClr val="112F7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975" dirty="0">
              <a:cs typeface="+mn-ea"/>
              <a:sym typeface="+mn-lt"/>
            </a:endParaRPr>
          </a:p>
        </p:txBody>
      </p:sp>
      <p:sp>
        <p:nvSpPr>
          <p:cNvPr id="40" name="矩形 39"/>
          <p:cNvSpPr/>
          <p:nvPr>
            <p:custDataLst>
              <p:tags r:id="rId17"/>
            </p:custDataLst>
          </p:nvPr>
        </p:nvSpPr>
        <p:spPr>
          <a:xfrm>
            <a:off x="2760980" y="2101850"/>
            <a:ext cx="243205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cs typeface="+mn-ea"/>
                <a:sym typeface="+mn-lt"/>
              </a:rPr>
              <a:t>基于球员的现役状态，判定其在对应年份所属的球队</a:t>
            </a:r>
            <a:endParaRPr lang="zh-CN" altLang="en-US" sz="1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>
            <p:custDataLst>
              <p:tags r:id="rId18"/>
            </p:custDataLst>
          </p:nvPr>
        </p:nvSpPr>
        <p:spPr>
          <a:xfrm>
            <a:off x="1950720" y="4756150"/>
            <a:ext cx="243205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cs typeface="+mn-ea"/>
                <a:sym typeface="+mn-lt"/>
              </a:rPr>
              <a:t>从</a:t>
            </a:r>
            <a:r>
              <a:rPr lang="en-US" altLang="zh-CN" sz="1400" dirty="0">
                <a:solidFill>
                  <a:schemeClr val="accent1"/>
                </a:solidFill>
                <a:cs typeface="+mn-ea"/>
                <a:sym typeface="+mn-lt"/>
              </a:rPr>
              <a:t> Kaggle </a:t>
            </a:r>
            <a:r>
              <a:rPr lang="zh-CN" altLang="en-US" sz="1400" dirty="0">
                <a:solidFill>
                  <a:schemeClr val="accent1"/>
                </a:solidFill>
                <a:cs typeface="+mn-ea"/>
                <a:sym typeface="+mn-lt"/>
              </a:rPr>
              <a:t>平台下载目标数据集</a:t>
            </a:r>
            <a:endParaRPr lang="zh-CN" altLang="en-US" sz="1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6" name="矩形 45"/>
          <p:cNvSpPr/>
          <p:nvPr>
            <p:custDataLst>
              <p:tags r:id="rId19"/>
            </p:custDataLst>
          </p:nvPr>
        </p:nvSpPr>
        <p:spPr>
          <a:xfrm>
            <a:off x="7163435" y="4756150"/>
            <a:ext cx="3138170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cs typeface="+mn-ea"/>
                <a:sym typeface="+mn-lt"/>
              </a:rPr>
              <a:t>对处于同一年度同一球队的球员，建立边连接关系；若边已存在，则对其权重进行累加</a:t>
            </a:r>
            <a:endParaRPr lang="zh-CN" altLang="en-US" sz="1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9" name="矩形 48"/>
          <p:cNvSpPr/>
          <p:nvPr>
            <p:custDataLst>
              <p:tags r:id="rId20"/>
            </p:custDataLst>
          </p:nvPr>
        </p:nvSpPr>
        <p:spPr>
          <a:xfrm>
            <a:off x="8917940" y="2202815"/>
            <a:ext cx="243205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cs typeface="+mn-ea"/>
                <a:sym typeface="+mn-lt"/>
              </a:rPr>
              <a:t>生成球员间的边权关系图</a:t>
            </a:r>
            <a:endParaRPr lang="zh-CN" altLang="en-US" sz="1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矩形: 圆角 1"/>
          <p:cNvSpPr/>
          <p:nvPr/>
        </p:nvSpPr>
        <p:spPr>
          <a:xfrm rot="2700000">
            <a:off x="3170572" y="2877452"/>
            <a:ext cx="1750796" cy="175079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矩形: 圆角 2"/>
          <p:cNvSpPr>
            <a:spLocks noChangeAspect="1"/>
          </p:cNvSpPr>
          <p:nvPr/>
        </p:nvSpPr>
        <p:spPr>
          <a:xfrm rot="2700000">
            <a:off x="7271232" y="2908703"/>
            <a:ext cx="1749600" cy="17496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5491" y="3171021"/>
            <a:ext cx="162095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调研</a:t>
            </a:r>
            <a:endParaRPr lang="en-US" altLang="zh-CN" sz="28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准备阶段</a:t>
            </a:r>
            <a:endParaRPr lang="zh-CN" altLang="en-US" sz="28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35553" y="3171021"/>
            <a:ext cx="162095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正式</a:t>
            </a:r>
            <a:endParaRPr lang="en-US" altLang="zh-CN" sz="28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调研阶段</a:t>
            </a:r>
            <a:endParaRPr lang="zh-CN" altLang="en-US" sz="28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435281" y="1863780"/>
            <a:ext cx="3968640" cy="3968640"/>
          </a:xfrm>
          <a:prstGeom prst="ellipse">
            <a:avLst/>
          </a:prstGeom>
          <a:noFill/>
          <a:ln w="28575">
            <a:gradFill>
              <a:gsLst>
                <a:gs pos="0">
                  <a:schemeClr val="accent1"/>
                </a:gs>
                <a:gs pos="17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671956" y="2625037"/>
            <a:ext cx="225130" cy="22513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  <a:effectLst>
            <a:outerShdw blurRad="152400" sx="102000" sy="102000" algn="ctr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671956" y="4849640"/>
            <a:ext cx="225130" cy="22513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  <a:effectLst>
            <a:outerShdw blurRad="152400" sx="102000" sy="102000" algn="ctr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2322715" y="3735535"/>
            <a:ext cx="225130" cy="22513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  <a:effectLst>
            <a:outerShdw blurRad="152400" sx="102000" sy="102000" algn="ctr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27658" y="254635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CN" altLang="en-US" sz="18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18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45668" y="3663434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CN" altLang="en-US" sz="18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18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27658" y="4789759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CN" altLang="en-US" sz="18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18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 flipH="1">
            <a:off x="5787359" y="1863780"/>
            <a:ext cx="3968640" cy="3968640"/>
          </a:xfrm>
          <a:prstGeom prst="ellipse">
            <a:avLst/>
          </a:prstGeom>
          <a:noFill/>
          <a:ln w="28575">
            <a:gradFill>
              <a:gsLst>
                <a:gs pos="0">
                  <a:schemeClr val="accent1"/>
                </a:gs>
                <a:gs pos="17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282794" y="2625037"/>
            <a:ext cx="225130" cy="22513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  <a:effectLst>
            <a:outerShdw blurRad="152400" sx="102000" sy="102000" algn="ctr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9638352" y="3737339"/>
            <a:ext cx="225130" cy="22513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  <a:effectLst>
            <a:outerShdw blurRad="152400" sx="102000" sy="102000" algn="ctr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9305180" y="4849640"/>
            <a:ext cx="225130" cy="22513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  <a:effectLst>
            <a:outerShdw blurRad="152400" sx="102000" sy="102000" algn="ctr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977282" y="254635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CN" altLang="en-US" sz="18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18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096533" y="3663434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CN" altLang="en-US" sz="18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18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635843" y="4787437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CN" altLang="en-US" sz="18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18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任意多边形: 形状 20"/>
          <p:cNvSpPr/>
          <p:nvPr/>
        </p:nvSpPr>
        <p:spPr>
          <a:xfrm flipV="1">
            <a:off x="5423881" y="3314700"/>
            <a:ext cx="1344238" cy="841670"/>
          </a:xfrm>
          <a:custGeom>
            <a:avLst/>
            <a:gdLst>
              <a:gd name="connsiteX0" fmla="*/ 0 w 1953895"/>
              <a:gd name="connsiteY0" fmla="*/ 1223397 h 1223397"/>
              <a:gd name="connsiteX1" fmla="*/ 1459671 w 1953895"/>
              <a:gd name="connsiteY1" fmla="*/ 855097 h 1223397"/>
              <a:gd name="connsiteX2" fmla="*/ 1337945 w 1953895"/>
              <a:gd name="connsiteY2" fmla="*/ 1182122 h 1223397"/>
              <a:gd name="connsiteX3" fmla="*/ 1951575 w 1953895"/>
              <a:gd name="connsiteY3" fmla="*/ 612775 h 1223397"/>
              <a:gd name="connsiteX4" fmla="*/ 1953895 w 1953895"/>
              <a:gd name="connsiteY4" fmla="*/ 612775 h 1223397"/>
              <a:gd name="connsiteX5" fmla="*/ 1952735 w 1953895"/>
              <a:gd name="connsiteY5" fmla="*/ 611699 h 1223397"/>
              <a:gd name="connsiteX6" fmla="*/ 1953895 w 1953895"/>
              <a:gd name="connsiteY6" fmla="*/ 610622 h 1223397"/>
              <a:gd name="connsiteX7" fmla="*/ 1951575 w 1953895"/>
              <a:gd name="connsiteY7" fmla="*/ 610622 h 1223397"/>
              <a:gd name="connsiteX8" fmla="*/ 1337945 w 1953895"/>
              <a:gd name="connsiteY8" fmla="*/ 41275 h 1223397"/>
              <a:gd name="connsiteX9" fmla="*/ 1459671 w 1953895"/>
              <a:gd name="connsiteY9" fmla="*/ 368300 h 1223397"/>
              <a:gd name="connsiteX10" fmla="*/ 0 w 1953895"/>
              <a:gd name="connsiteY10" fmla="*/ 0 h 1223397"/>
              <a:gd name="connsiteX11" fmla="*/ 0 w 1953895"/>
              <a:gd name="connsiteY11" fmla="*/ 610622 h 1223397"/>
              <a:gd name="connsiteX12" fmla="*/ 0 w 1953895"/>
              <a:gd name="connsiteY12" fmla="*/ 612775 h 1223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53895" h="1223397">
                <a:moveTo>
                  <a:pt x="0" y="1223397"/>
                </a:moveTo>
                <a:cubicBezTo>
                  <a:pt x="413532" y="929180"/>
                  <a:pt x="992164" y="857214"/>
                  <a:pt x="1459671" y="855097"/>
                </a:cubicBezTo>
                <a:lnTo>
                  <a:pt x="1337945" y="1182122"/>
                </a:lnTo>
                <a:lnTo>
                  <a:pt x="1951575" y="612775"/>
                </a:lnTo>
                <a:lnTo>
                  <a:pt x="1953895" y="612775"/>
                </a:lnTo>
                <a:lnTo>
                  <a:pt x="1952735" y="611699"/>
                </a:lnTo>
                <a:lnTo>
                  <a:pt x="1953895" y="610622"/>
                </a:lnTo>
                <a:lnTo>
                  <a:pt x="1951575" y="610622"/>
                </a:lnTo>
                <a:lnTo>
                  <a:pt x="1337945" y="41275"/>
                </a:lnTo>
                <a:lnTo>
                  <a:pt x="1459671" y="368300"/>
                </a:lnTo>
                <a:cubicBezTo>
                  <a:pt x="992164" y="366183"/>
                  <a:pt x="413532" y="294217"/>
                  <a:pt x="0" y="0"/>
                </a:cubicBezTo>
                <a:lnTo>
                  <a:pt x="0" y="610622"/>
                </a:lnTo>
                <a:lnTo>
                  <a:pt x="0" y="612775"/>
                </a:lnTo>
                <a:close/>
              </a:path>
            </a:pathLst>
          </a:custGeom>
          <a:gradFill>
            <a:gsLst>
              <a:gs pos="10000">
                <a:schemeClr val="accent1">
                  <a:alpha val="0"/>
                </a:schemeClr>
              </a:gs>
              <a:gs pos="100000">
                <a:schemeClr val="accent1">
                  <a:alpha val="58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任意多边形: 形状 1"/>
          <p:cNvSpPr/>
          <p:nvPr/>
        </p:nvSpPr>
        <p:spPr>
          <a:xfrm>
            <a:off x="1498853" y="1836914"/>
            <a:ext cx="3221332" cy="539240"/>
          </a:xfrm>
          <a:custGeom>
            <a:avLst/>
            <a:gdLst>
              <a:gd name="connsiteX0" fmla="*/ 36059 w 3221332"/>
              <a:gd name="connsiteY0" fmla="*/ 176419 h 539240"/>
              <a:gd name="connsiteX1" fmla="*/ 650421 w 3221332"/>
              <a:gd name="connsiteY1" fmla="*/ 206 h 539240"/>
              <a:gd name="connsiteX2" fmla="*/ 1288596 w 3221332"/>
              <a:gd name="connsiteY2" fmla="*/ 138319 h 539240"/>
              <a:gd name="connsiteX3" fmla="*/ 1936296 w 3221332"/>
              <a:gd name="connsiteY3" fmla="*/ 14494 h 539240"/>
              <a:gd name="connsiteX4" fmla="*/ 2512559 w 3221332"/>
              <a:gd name="connsiteY4" fmla="*/ 166894 h 539240"/>
              <a:gd name="connsiteX5" fmla="*/ 3117396 w 3221332"/>
              <a:gd name="connsiteY5" fmla="*/ 90694 h 539240"/>
              <a:gd name="connsiteX6" fmla="*/ 3074534 w 3221332"/>
              <a:gd name="connsiteY6" fmla="*/ 333581 h 539240"/>
              <a:gd name="connsiteX7" fmla="*/ 1688646 w 3221332"/>
              <a:gd name="connsiteY7" fmla="*/ 538369 h 539240"/>
              <a:gd name="connsiteX8" fmla="*/ 464684 w 3221332"/>
              <a:gd name="connsiteY8" fmla="*/ 405019 h 539240"/>
              <a:gd name="connsiteX9" fmla="*/ 112259 w 3221332"/>
              <a:gd name="connsiteY9" fmla="*/ 347869 h 539240"/>
              <a:gd name="connsiteX10" fmla="*/ 36059 w 3221332"/>
              <a:gd name="connsiteY10" fmla="*/ 176419 h 539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21332" h="539240">
                <a:moveTo>
                  <a:pt x="36059" y="176419"/>
                </a:moveTo>
                <a:cubicBezTo>
                  <a:pt x="125753" y="118475"/>
                  <a:pt x="441665" y="6556"/>
                  <a:pt x="650421" y="206"/>
                </a:cubicBezTo>
                <a:cubicBezTo>
                  <a:pt x="859177" y="-6144"/>
                  <a:pt x="1074284" y="135938"/>
                  <a:pt x="1288596" y="138319"/>
                </a:cubicBezTo>
                <a:cubicBezTo>
                  <a:pt x="1502908" y="140700"/>
                  <a:pt x="1732302" y="9732"/>
                  <a:pt x="1936296" y="14494"/>
                </a:cubicBezTo>
                <a:cubicBezTo>
                  <a:pt x="2140290" y="19256"/>
                  <a:pt x="2315709" y="154194"/>
                  <a:pt x="2512559" y="166894"/>
                </a:cubicBezTo>
                <a:cubicBezTo>
                  <a:pt x="2709409" y="179594"/>
                  <a:pt x="3023734" y="62913"/>
                  <a:pt x="3117396" y="90694"/>
                </a:cubicBezTo>
                <a:cubicBezTo>
                  <a:pt x="3211059" y="118475"/>
                  <a:pt x="3312659" y="258968"/>
                  <a:pt x="3074534" y="333581"/>
                </a:cubicBezTo>
                <a:cubicBezTo>
                  <a:pt x="2836409" y="408194"/>
                  <a:pt x="2123621" y="526463"/>
                  <a:pt x="1688646" y="538369"/>
                </a:cubicBezTo>
                <a:cubicBezTo>
                  <a:pt x="1253671" y="550275"/>
                  <a:pt x="727415" y="436769"/>
                  <a:pt x="464684" y="405019"/>
                </a:cubicBezTo>
                <a:cubicBezTo>
                  <a:pt x="201953" y="373269"/>
                  <a:pt x="180521" y="380413"/>
                  <a:pt x="112259" y="347869"/>
                </a:cubicBezTo>
                <a:cubicBezTo>
                  <a:pt x="43997" y="315325"/>
                  <a:pt x="-53635" y="234363"/>
                  <a:pt x="36059" y="176419"/>
                </a:cubicBezTo>
                <a:close/>
              </a:path>
            </a:pathLst>
          </a:custGeom>
          <a:solidFill>
            <a:schemeClr val="accent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梯形 2"/>
          <p:cNvSpPr/>
          <p:nvPr/>
        </p:nvSpPr>
        <p:spPr>
          <a:xfrm rot="10800000">
            <a:off x="1542722" y="2056195"/>
            <a:ext cx="3121152" cy="729486"/>
          </a:xfrm>
          <a:prstGeom prst="trapezoid">
            <a:avLst>
              <a:gd name="adj" fmla="val 28883"/>
            </a:avLst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梯形 3"/>
          <p:cNvSpPr/>
          <p:nvPr/>
        </p:nvSpPr>
        <p:spPr>
          <a:xfrm rot="10800000">
            <a:off x="1885622" y="2786445"/>
            <a:ext cx="2435352" cy="945386"/>
          </a:xfrm>
          <a:prstGeom prst="trapezoid">
            <a:avLst>
              <a:gd name="adj" fmla="val 28883"/>
            </a:avLst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" name="梯形 4"/>
          <p:cNvSpPr/>
          <p:nvPr/>
        </p:nvSpPr>
        <p:spPr>
          <a:xfrm rot="10800000">
            <a:off x="2145972" y="3719895"/>
            <a:ext cx="1914652" cy="945386"/>
          </a:xfrm>
          <a:prstGeom prst="trapezoid">
            <a:avLst>
              <a:gd name="adj" fmla="val 28883"/>
            </a:avLst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梯形 5"/>
          <p:cNvSpPr/>
          <p:nvPr/>
        </p:nvSpPr>
        <p:spPr>
          <a:xfrm rot="10800000">
            <a:off x="2484173" y="4665281"/>
            <a:ext cx="1238250" cy="990600"/>
          </a:xfrm>
          <a:prstGeom prst="trapezoid">
            <a:avLst>
              <a:gd name="adj" fmla="val 35722"/>
            </a:avLst>
          </a:prstGeom>
          <a:solidFill>
            <a:schemeClr val="accent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平行四边形 6"/>
          <p:cNvSpPr/>
          <p:nvPr/>
        </p:nvSpPr>
        <p:spPr>
          <a:xfrm flipH="1">
            <a:off x="1390322" y="1840295"/>
            <a:ext cx="1463040" cy="3815588"/>
          </a:xfrm>
          <a:prstGeom prst="parallelogram">
            <a:avLst>
              <a:gd name="adj" fmla="val 873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平行四边形 7"/>
          <p:cNvSpPr/>
          <p:nvPr/>
        </p:nvSpPr>
        <p:spPr>
          <a:xfrm>
            <a:off x="3353234" y="1840295"/>
            <a:ext cx="1463040" cy="3815588"/>
          </a:xfrm>
          <a:prstGeom prst="parallelogram">
            <a:avLst>
              <a:gd name="adj" fmla="val 873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梯形 8"/>
          <p:cNvSpPr/>
          <p:nvPr/>
        </p:nvSpPr>
        <p:spPr>
          <a:xfrm rot="10800000">
            <a:off x="2637573" y="5482813"/>
            <a:ext cx="931450" cy="173069"/>
          </a:xfrm>
          <a:prstGeom prst="trapezoi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95520" y="4935547"/>
            <a:ext cx="615553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关键词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95520" y="4105821"/>
            <a:ext cx="615553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关键词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795520" y="3176181"/>
            <a:ext cx="615553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关键词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95520" y="2254161"/>
            <a:ext cx="615553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关键词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816997" y="2379621"/>
            <a:ext cx="1370153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490138" y="3293521"/>
            <a:ext cx="1697012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170098" y="4235353"/>
            <a:ext cx="2017052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895778" y="5085745"/>
            <a:ext cx="2291372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6112606" y="2336034"/>
            <a:ext cx="87174" cy="87174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6112606" y="3250434"/>
            <a:ext cx="87174" cy="87174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6112606" y="4190234"/>
            <a:ext cx="87174" cy="87174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6112606" y="5047484"/>
            <a:ext cx="87174" cy="87174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3" name="文本框 31"/>
          <p:cNvSpPr txBox="1"/>
          <p:nvPr/>
        </p:nvSpPr>
        <p:spPr>
          <a:xfrm>
            <a:off x="6599960" y="1873161"/>
            <a:ext cx="1592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4" name="文本框 32"/>
          <p:cNvSpPr txBox="1"/>
          <p:nvPr/>
        </p:nvSpPr>
        <p:spPr>
          <a:xfrm>
            <a:off x="6571385" y="2254161"/>
            <a:ext cx="3903704" cy="61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628535" y="2912521"/>
            <a:ext cx="1592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599960" y="3293521"/>
            <a:ext cx="3903704" cy="61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657110" y="3951881"/>
            <a:ext cx="1592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628535" y="4332881"/>
            <a:ext cx="3903704" cy="61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685685" y="4991241"/>
            <a:ext cx="1592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657110" y="5372241"/>
            <a:ext cx="3903704" cy="61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文本框 31"/>
          <p:cNvSpPr txBox="1"/>
          <p:nvPr/>
        </p:nvSpPr>
        <p:spPr>
          <a:xfrm>
            <a:off x="1009387" y="1912882"/>
            <a:ext cx="1592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文本框 32"/>
          <p:cNvSpPr txBox="1"/>
          <p:nvPr/>
        </p:nvSpPr>
        <p:spPr>
          <a:xfrm>
            <a:off x="980812" y="2293882"/>
            <a:ext cx="3903704" cy="61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1"/>
          <p:cNvSpPr txBox="1"/>
          <p:nvPr/>
        </p:nvSpPr>
        <p:spPr>
          <a:xfrm>
            <a:off x="1009387" y="3292230"/>
            <a:ext cx="1592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" name="文本框 32"/>
          <p:cNvSpPr txBox="1"/>
          <p:nvPr/>
        </p:nvSpPr>
        <p:spPr>
          <a:xfrm>
            <a:off x="980812" y="3673230"/>
            <a:ext cx="3903704" cy="61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31"/>
          <p:cNvSpPr txBox="1"/>
          <p:nvPr/>
        </p:nvSpPr>
        <p:spPr>
          <a:xfrm>
            <a:off x="1009387" y="4671578"/>
            <a:ext cx="1592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32"/>
          <p:cNvSpPr txBox="1"/>
          <p:nvPr/>
        </p:nvSpPr>
        <p:spPr>
          <a:xfrm>
            <a:off x="980812" y="5052578"/>
            <a:ext cx="3903704" cy="61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31"/>
          <p:cNvSpPr txBox="1"/>
          <p:nvPr/>
        </p:nvSpPr>
        <p:spPr>
          <a:xfrm>
            <a:off x="6937554" y="1912882"/>
            <a:ext cx="1592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32"/>
          <p:cNvSpPr txBox="1"/>
          <p:nvPr/>
        </p:nvSpPr>
        <p:spPr>
          <a:xfrm>
            <a:off x="6908979" y="2293882"/>
            <a:ext cx="3903704" cy="61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31"/>
          <p:cNvSpPr txBox="1"/>
          <p:nvPr/>
        </p:nvSpPr>
        <p:spPr>
          <a:xfrm>
            <a:off x="6937554" y="3292230"/>
            <a:ext cx="1592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32"/>
          <p:cNvSpPr txBox="1"/>
          <p:nvPr/>
        </p:nvSpPr>
        <p:spPr>
          <a:xfrm>
            <a:off x="6908979" y="3673230"/>
            <a:ext cx="3903704" cy="61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31"/>
          <p:cNvSpPr txBox="1"/>
          <p:nvPr/>
        </p:nvSpPr>
        <p:spPr>
          <a:xfrm>
            <a:off x="6937554" y="4671578"/>
            <a:ext cx="1592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32"/>
          <p:cNvSpPr txBox="1"/>
          <p:nvPr/>
        </p:nvSpPr>
        <p:spPr>
          <a:xfrm>
            <a:off x="6908979" y="5052578"/>
            <a:ext cx="3903704" cy="61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5199921" y="1840933"/>
            <a:ext cx="1792158" cy="17697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1500" b="1" dirty="0">
                <a:solidFill>
                  <a:schemeClr val="accent1"/>
                </a:solidFill>
                <a:latin typeface="+mj-ea"/>
                <a:ea typeface="+mj-ea"/>
                <a:cs typeface="Alibaba PuHuiTi B" pitchFamily="18" charset="-122"/>
              </a:rPr>
              <a:t>02</a:t>
            </a:r>
            <a:endParaRPr kumimoji="1" lang="zh-CN" altLang="en-US" sz="11500" b="1" dirty="0">
              <a:solidFill>
                <a:schemeClr val="accent1"/>
              </a:solidFill>
              <a:latin typeface="+mj-ea"/>
              <a:ea typeface="+mj-ea"/>
              <a:cs typeface="Alibaba PuHuiTi B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998054" y="3555218"/>
            <a:ext cx="4231928" cy="10156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zh-CN" altLang="en-US" sz="6600" dirty="0">
                <a:solidFill>
                  <a:schemeClr val="accent1"/>
                </a:solidFill>
                <a:latin typeface="+mj-ea"/>
                <a:ea typeface="+mj-ea"/>
              </a:rPr>
              <a:t>过渡页标题</a:t>
            </a:r>
            <a:endParaRPr kumimoji="1" lang="zh-CN" altLang="en-US" sz="6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026494" y="4570881"/>
            <a:ext cx="4139011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dist"/>
            <a:r>
              <a:rPr kumimoji="1" lang="en-US" altLang="zh-CN" dirty="0">
                <a:solidFill>
                  <a:schemeClr val="accent1"/>
                </a:solidFill>
              </a:rPr>
              <a:t>Transition Page Title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2875921" y="1428920"/>
            <a:ext cx="6284302" cy="1311857"/>
          </a:xfrm>
          <a:prstGeom prst="roundRect">
            <a:avLst>
              <a:gd name="adj" fmla="val 5303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2700000" scaled="0"/>
          </a:gradFill>
          <a:ln w="1143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pPr algn="l"/>
            <a:endParaRPr lang="zh-CN" altLang="en-US" sz="144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箭头: 下 2"/>
          <p:cNvSpPr/>
          <p:nvPr/>
        </p:nvSpPr>
        <p:spPr>
          <a:xfrm>
            <a:off x="3294491" y="1308904"/>
            <a:ext cx="612934" cy="1013534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pPr algn="l"/>
            <a:endParaRPr lang="zh-CN" altLang="en-US" sz="144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直角三角形 3"/>
          <p:cNvSpPr/>
          <p:nvPr/>
        </p:nvSpPr>
        <p:spPr>
          <a:xfrm rot="10800000" flipV="1">
            <a:off x="3222433" y="1310236"/>
            <a:ext cx="72867" cy="120016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pPr algn="l"/>
            <a:endParaRPr lang="zh-CN" altLang="en-US" sz="144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17735" y="1537942"/>
            <a:ext cx="366447" cy="387798"/>
          </a:xfrm>
          <a:prstGeom prst="rect">
            <a:avLst/>
          </a:prstGeom>
          <a:noFill/>
          <a:effectLst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52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01</a:t>
            </a:r>
            <a:endParaRPr lang="zh-CN" altLang="en-US" sz="252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矩形: 圆角 5"/>
          <p:cNvSpPr/>
          <p:nvPr>
            <p:custDataLst>
              <p:tags r:id="rId2"/>
            </p:custDataLst>
          </p:nvPr>
        </p:nvSpPr>
        <p:spPr>
          <a:xfrm>
            <a:off x="4153224" y="3212149"/>
            <a:ext cx="6284302" cy="1311857"/>
          </a:xfrm>
          <a:prstGeom prst="roundRect">
            <a:avLst>
              <a:gd name="adj" fmla="val 5303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2700000" scaled="0"/>
          </a:gradFill>
          <a:ln w="1143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pPr algn="l"/>
            <a:endParaRPr lang="zh-CN" altLang="en-US" sz="144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箭头: 下 6"/>
          <p:cNvSpPr/>
          <p:nvPr/>
        </p:nvSpPr>
        <p:spPr>
          <a:xfrm>
            <a:off x="4571793" y="3092133"/>
            <a:ext cx="612934" cy="1013534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pPr algn="l"/>
            <a:endParaRPr lang="zh-CN" altLang="en-US" sz="144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直角三角形 7"/>
          <p:cNvSpPr/>
          <p:nvPr/>
        </p:nvSpPr>
        <p:spPr>
          <a:xfrm rot="10800000" flipV="1">
            <a:off x="4499735" y="3093465"/>
            <a:ext cx="72867" cy="120016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pPr algn="l"/>
            <a:endParaRPr lang="zh-CN" altLang="en-US" sz="144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95037" y="3321172"/>
            <a:ext cx="368691" cy="387798"/>
          </a:xfrm>
          <a:prstGeom prst="rect">
            <a:avLst/>
          </a:prstGeom>
          <a:noFill/>
          <a:effectLst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52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02</a:t>
            </a:r>
            <a:endParaRPr lang="zh-CN" altLang="en-US" sz="252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矩形: 圆角 9"/>
          <p:cNvSpPr/>
          <p:nvPr>
            <p:custDataLst>
              <p:tags r:id="rId3"/>
            </p:custDataLst>
          </p:nvPr>
        </p:nvSpPr>
        <p:spPr>
          <a:xfrm>
            <a:off x="2875921" y="4995378"/>
            <a:ext cx="6284302" cy="1311857"/>
          </a:xfrm>
          <a:prstGeom prst="roundRect">
            <a:avLst>
              <a:gd name="adj" fmla="val 5303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2700000" scaled="0"/>
          </a:gradFill>
          <a:ln w="1143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pPr algn="l"/>
            <a:endParaRPr lang="zh-CN" altLang="en-US" sz="144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箭头: 下 10"/>
          <p:cNvSpPr/>
          <p:nvPr/>
        </p:nvSpPr>
        <p:spPr>
          <a:xfrm>
            <a:off x="3294491" y="4875362"/>
            <a:ext cx="612934" cy="1013534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pPr algn="l"/>
            <a:endParaRPr lang="zh-CN" altLang="en-US" sz="144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rot="10800000" flipV="1">
            <a:off x="3222433" y="4876694"/>
            <a:ext cx="72867" cy="120016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pPr algn="l"/>
            <a:endParaRPr lang="zh-CN" altLang="en-US" sz="144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17735" y="5104401"/>
            <a:ext cx="368691" cy="387798"/>
          </a:xfrm>
          <a:prstGeom prst="rect">
            <a:avLst/>
          </a:prstGeom>
          <a:noFill/>
          <a:effectLst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52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03</a:t>
            </a:r>
            <a:endParaRPr lang="zh-CN" altLang="en-US" sz="252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31"/>
          <p:cNvSpPr txBox="1"/>
          <p:nvPr/>
        </p:nvSpPr>
        <p:spPr>
          <a:xfrm>
            <a:off x="4181799" y="1536439"/>
            <a:ext cx="1592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32"/>
          <p:cNvSpPr txBox="1"/>
          <p:nvPr/>
        </p:nvSpPr>
        <p:spPr>
          <a:xfrm>
            <a:off x="4153224" y="1917439"/>
            <a:ext cx="3903704" cy="61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31"/>
          <p:cNvSpPr txBox="1"/>
          <p:nvPr/>
        </p:nvSpPr>
        <p:spPr>
          <a:xfrm>
            <a:off x="5802954" y="3327970"/>
            <a:ext cx="1592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32"/>
          <p:cNvSpPr txBox="1"/>
          <p:nvPr/>
        </p:nvSpPr>
        <p:spPr>
          <a:xfrm>
            <a:off x="5774379" y="3708970"/>
            <a:ext cx="3903704" cy="61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9" name="文本框 31"/>
          <p:cNvSpPr txBox="1"/>
          <p:nvPr/>
        </p:nvSpPr>
        <p:spPr>
          <a:xfrm>
            <a:off x="4409448" y="5111199"/>
            <a:ext cx="1592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0" name="文本框 32"/>
          <p:cNvSpPr txBox="1"/>
          <p:nvPr/>
        </p:nvSpPr>
        <p:spPr>
          <a:xfrm>
            <a:off x="4380873" y="5492199"/>
            <a:ext cx="3903704" cy="61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538138" y="1514060"/>
            <a:ext cx="7115723" cy="4454912"/>
            <a:chOff x="2527534" y="1185753"/>
            <a:chExt cx="7115723" cy="4454912"/>
          </a:xfrm>
        </p:grpSpPr>
        <p:sp>
          <p:nvSpPr>
            <p:cNvPr id="3" name="Oval 5"/>
            <p:cNvSpPr>
              <a:spLocks noChangeArrowheads="1"/>
            </p:cNvSpPr>
            <p:nvPr/>
          </p:nvSpPr>
          <p:spPr bwMode="auto">
            <a:xfrm>
              <a:off x="3144478" y="1339335"/>
              <a:ext cx="4167313" cy="4180630"/>
            </a:xfrm>
            <a:prstGeom prst="ellips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4" name="Line 11"/>
            <p:cNvSpPr>
              <a:spLocks noChangeShapeType="1"/>
            </p:cNvSpPr>
            <p:nvPr/>
          </p:nvSpPr>
          <p:spPr bwMode="auto">
            <a:xfrm flipH="1" flipV="1">
              <a:off x="4466074" y="1899089"/>
              <a:ext cx="506309" cy="501312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5" name="Line 12"/>
            <p:cNvSpPr>
              <a:spLocks noChangeShapeType="1"/>
            </p:cNvSpPr>
            <p:nvPr/>
          </p:nvSpPr>
          <p:spPr bwMode="auto">
            <a:xfrm flipH="1">
              <a:off x="4481653" y="4484872"/>
              <a:ext cx="506309" cy="500014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6" name="Line 13"/>
            <p:cNvSpPr>
              <a:spLocks noChangeShapeType="1"/>
            </p:cNvSpPr>
            <p:nvPr/>
          </p:nvSpPr>
          <p:spPr bwMode="auto">
            <a:xfrm>
              <a:off x="3552123" y="3428999"/>
              <a:ext cx="1015214" cy="0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7" name="Line 14"/>
            <p:cNvSpPr>
              <a:spLocks noChangeShapeType="1"/>
            </p:cNvSpPr>
            <p:nvPr/>
          </p:nvSpPr>
          <p:spPr bwMode="auto">
            <a:xfrm>
              <a:off x="3776715" y="2570535"/>
              <a:ext cx="912655" cy="327282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8" name="Line 15"/>
            <p:cNvSpPr>
              <a:spLocks noChangeShapeType="1"/>
            </p:cNvSpPr>
            <p:nvPr/>
          </p:nvSpPr>
          <p:spPr bwMode="auto">
            <a:xfrm flipV="1">
              <a:off x="3770225" y="3978364"/>
              <a:ext cx="911356" cy="327282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9" name="Oval 16"/>
            <p:cNvSpPr>
              <a:spLocks noChangeArrowheads="1"/>
            </p:cNvSpPr>
            <p:nvPr/>
          </p:nvSpPr>
          <p:spPr bwMode="auto">
            <a:xfrm>
              <a:off x="4880208" y="1339335"/>
              <a:ext cx="4166015" cy="4180630"/>
            </a:xfrm>
            <a:prstGeom prst="ellips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0" name="Line 22"/>
            <p:cNvSpPr>
              <a:spLocks noChangeShapeType="1"/>
            </p:cNvSpPr>
            <p:nvPr/>
          </p:nvSpPr>
          <p:spPr bwMode="auto">
            <a:xfrm flipV="1">
              <a:off x="7219616" y="1899089"/>
              <a:ext cx="506309" cy="501312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213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1" name="Line 23"/>
            <p:cNvSpPr>
              <a:spLocks noChangeShapeType="1"/>
            </p:cNvSpPr>
            <p:nvPr/>
          </p:nvSpPr>
          <p:spPr bwMode="auto">
            <a:xfrm>
              <a:off x="7202740" y="4484872"/>
              <a:ext cx="506309" cy="500014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213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2" name="Line 25"/>
            <p:cNvSpPr>
              <a:spLocks noChangeShapeType="1"/>
            </p:cNvSpPr>
            <p:nvPr/>
          </p:nvSpPr>
          <p:spPr bwMode="auto">
            <a:xfrm flipH="1">
              <a:off x="7502630" y="2570535"/>
              <a:ext cx="911356" cy="327282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3" name="Line 26"/>
            <p:cNvSpPr>
              <a:spLocks noChangeShapeType="1"/>
            </p:cNvSpPr>
            <p:nvPr/>
          </p:nvSpPr>
          <p:spPr bwMode="auto">
            <a:xfrm flipH="1" flipV="1">
              <a:off x="7509122" y="3978364"/>
              <a:ext cx="912655" cy="327282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4" name="Oval 27"/>
            <p:cNvSpPr>
              <a:spLocks noChangeArrowheads="1"/>
            </p:cNvSpPr>
            <p:nvPr/>
          </p:nvSpPr>
          <p:spPr bwMode="auto">
            <a:xfrm>
              <a:off x="4616670" y="1945843"/>
              <a:ext cx="2957364" cy="2966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4812051" y="2783586"/>
              <a:ext cx="2575686" cy="1197199"/>
              <a:chOff x="4790921" y="2960636"/>
              <a:chExt cx="2575686" cy="1197199"/>
            </a:xfrm>
          </p:grpSpPr>
          <p:sp>
            <p:nvSpPr>
              <p:cNvPr id="40" name="TextBox 14"/>
              <p:cNvSpPr txBox="1"/>
              <p:nvPr/>
            </p:nvSpPr>
            <p:spPr>
              <a:xfrm>
                <a:off x="4972383" y="3607580"/>
                <a:ext cx="2212761" cy="550255"/>
              </a:xfrm>
              <a:prstGeom prst="rect">
                <a:avLst/>
              </a:prstGeom>
              <a:noFill/>
            </p:spPr>
            <p:txBody>
              <a:bodyPr wrap="square" lIns="91416" tIns="45708" rIns="91416" bIns="45708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+mn-ea"/>
                    <a:sym typeface="思源黑体 CN Medium" panose="020B0600000000000000" pitchFamily="34" charset="-122"/>
                  </a:rPr>
                  <a:t>工作中存在的问题分析几原因方向几弥补方案</a:t>
                </a:r>
                <a:endParaRPr lang="zh-CN" altLang="en-US" sz="12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41" name="TextBox 15"/>
              <p:cNvSpPr txBox="1"/>
              <p:nvPr/>
            </p:nvSpPr>
            <p:spPr>
              <a:xfrm>
                <a:off x="4790921" y="2960636"/>
                <a:ext cx="2575686" cy="679457"/>
              </a:xfrm>
              <a:prstGeom prst="rect">
                <a:avLst/>
              </a:prstGeom>
              <a:noFill/>
            </p:spPr>
            <p:txBody>
              <a:bodyPr wrap="square" lIns="91416" tIns="45708" rIns="91416" bIns="45708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32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+mn-ea"/>
                    <a:sym typeface="思源黑体 CN Medium" panose="020B0600000000000000" pitchFamily="34" charset="-122"/>
                  </a:rPr>
                  <a:t>改正措施</a:t>
                </a:r>
                <a:endParaRPr lang="zh-CN" altLang="en-US" sz="32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2527534" y="1185753"/>
              <a:ext cx="1865557" cy="4454912"/>
              <a:chOff x="2702794" y="1206370"/>
              <a:chExt cx="1865557" cy="4454912"/>
            </a:xfrm>
          </p:grpSpPr>
          <p:sp>
            <p:nvSpPr>
              <p:cNvPr id="35" name="Oval 9"/>
              <p:cNvSpPr>
                <a:spLocks noChangeArrowheads="1"/>
              </p:cNvSpPr>
              <p:nvPr/>
            </p:nvSpPr>
            <p:spPr bwMode="auto">
              <a:xfrm>
                <a:off x="3754361" y="1206370"/>
                <a:ext cx="813990" cy="81585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6" name="Oval 7"/>
              <p:cNvSpPr>
                <a:spLocks noChangeArrowheads="1"/>
              </p:cNvSpPr>
              <p:nvPr/>
            </p:nvSpPr>
            <p:spPr bwMode="auto">
              <a:xfrm>
                <a:off x="2965039" y="2007690"/>
                <a:ext cx="813990" cy="81585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7" name="Oval 6"/>
              <p:cNvSpPr>
                <a:spLocks noChangeArrowheads="1"/>
              </p:cNvSpPr>
              <p:nvPr/>
            </p:nvSpPr>
            <p:spPr bwMode="auto">
              <a:xfrm>
                <a:off x="2702794" y="3025899"/>
                <a:ext cx="812445" cy="81585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8" name="Oval 8"/>
              <p:cNvSpPr>
                <a:spLocks noChangeArrowheads="1"/>
              </p:cNvSpPr>
              <p:nvPr/>
            </p:nvSpPr>
            <p:spPr bwMode="auto">
              <a:xfrm>
                <a:off x="2965039" y="4045654"/>
                <a:ext cx="813990" cy="81430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9" name="Oval 10"/>
              <p:cNvSpPr>
                <a:spLocks noChangeArrowheads="1"/>
              </p:cNvSpPr>
              <p:nvPr/>
            </p:nvSpPr>
            <p:spPr bwMode="auto">
              <a:xfrm>
                <a:off x="3754361" y="4846974"/>
                <a:ext cx="813990" cy="81430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17" name="矩形 16"/>
            <p:cNvSpPr/>
            <p:nvPr/>
          </p:nvSpPr>
          <p:spPr>
            <a:xfrm>
              <a:off x="3671398" y="1306907"/>
              <a:ext cx="663259" cy="503584"/>
            </a:xfrm>
            <a:prstGeom prst="rect">
              <a:avLst/>
            </a:prstGeom>
            <a:noFill/>
            <a:ln w="6350"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altLang="en-US" sz="186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rPr>
                <a:t>内容</a:t>
              </a: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2867816" y="2110806"/>
              <a:ext cx="663259" cy="503584"/>
            </a:xfrm>
            <a:prstGeom prst="rect">
              <a:avLst/>
            </a:prstGeom>
            <a:noFill/>
            <a:ln w="6350"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altLang="en-US" sz="186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rPr>
                <a:t>内容</a:t>
              </a: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2599952" y="3126843"/>
              <a:ext cx="663259" cy="503584"/>
            </a:xfrm>
            <a:prstGeom prst="rect">
              <a:avLst/>
            </a:prstGeom>
            <a:noFill/>
            <a:ln w="6350"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altLang="en-US" sz="186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rPr>
                <a:t>内容</a:t>
              </a: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2867816" y="4165213"/>
              <a:ext cx="663259" cy="503585"/>
            </a:xfrm>
            <a:prstGeom prst="rect">
              <a:avLst/>
            </a:prstGeom>
            <a:noFill/>
            <a:ln w="6350"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altLang="en-US" sz="186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rPr>
                <a:t>内容</a:t>
              </a: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660237" y="4946781"/>
              <a:ext cx="663259" cy="503585"/>
            </a:xfrm>
            <a:prstGeom prst="rect">
              <a:avLst/>
            </a:prstGeom>
            <a:noFill/>
            <a:ln w="6350"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altLang="en-US" sz="186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rPr>
                <a:t>内容</a:t>
              </a: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 flipH="1">
              <a:off x="7777700" y="1185753"/>
              <a:ext cx="1865557" cy="4454912"/>
              <a:chOff x="2702794" y="1206370"/>
              <a:chExt cx="1865557" cy="4454912"/>
            </a:xfrm>
          </p:grpSpPr>
          <p:sp>
            <p:nvSpPr>
              <p:cNvPr id="30" name="Oval 9"/>
              <p:cNvSpPr>
                <a:spLocks noChangeArrowheads="1"/>
              </p:cNvSpPr>
              <p:nvPr/>
            </p:nvSpPr>
            <p:spPr bwMode="auto">
              <a:xfrm>
                <a:off x="3754361" y="1206370"/>
                <a:ext cx="813990" cy="81585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1" name="Oval 7"/>
              <p:cNvSpPr>
                <a:spLocks noChangeArrowheads="1"/>
              </p:cNvSpPr>
              <p:nvPr/>
            </p:nvSpPr>
            <p:spPr bwMode="auto">
              <a:xfrm>
                <a:off x="2965039" y="2007690"/>
                <a:ext cx="813990" cy="81585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2" name="Oval 6"/>
              <p:cNvSpPr>
                <a:spLocks noChangeArrowheads="1"/>
              </p:cNvSpPr>
              <p:nvPr/>
            </p:nvSpPr>
            <p:spPr bwMode="auto">
              <a:xfrm>
                <a:off x="2702794" y="3025899"/>
                <a:ext cx="812445" cy="81585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3" name="Oval 8"/>
              <p:cNvSpPr>
                <a:spLocks noChangeArrowheads="1"/>
              </p:cNvSpPr>
              <p:nvPr/>
            </p:nvSpPr>
            <p:spPr bwMode="auto">
              <a:xfrm>
                <a:off x="2965039" y="4045654"/>
                <a:ext cx="813990" cy="81430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4" name="Oval 10"/>
              <p:cNvSpPr>
                <a:spLocks noChangeArrowheads="1"/>
              </p:cNvSpPr>
              <p:nvPr/>
            </p:nvSpPr>
            <p:spPr bwMode="auto">
              <a:xfrm>
                <a:off x="3754361" y="4846974"/>
                <a:ext cx="813990" cy="81430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24" name="矩形 23"/>
            <p:cNvSpPr/>
            <p:nvPr/>
          </p:nvSpPr>
          <p:spPr>
            <a:xfrm flipH="1">
              <a:off x="7836134" y="1306907"/>
              <a:ext cx="663259" cy="503584"/>
            </a:xfrm>
            <a:prstGeom prst="rect">
              <a:avLst/>
            </a:prstGeom>
            <a:noFill/>
            <a:ln w="6350"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altLang="en-US" sz="186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rPr>
                <a:t>内容</a:t>
              </a: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 flipH="1">
              <a:off x="8639716" y="2110806"/>
              <a:ext cx="663259" cy="503584"/>
            </a:xfrm>
            <a:prstGeom prst="rect">
              <a:avLst/>
            </a:prstGeom>
            <a:noFill/>
            <a:ln w="6350"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altLang="en-US" sz="186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rPr>
                <a:t>内容</a:t>
              </a: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 flipH="1">
              <a:off x="8907580" y="3126843"/>
              <a:ext cx="663259" cy="503584"/>
            </a:xfrm>
            <a:prstGeom prst="rect">
              <a:avLst/>
            </a:prstGeom>
            <a:noFill/>
            <a:ln w="6350"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altLang="en-US" sz="186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rPr>
                <a:t>内容</a:t>
              </a: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 flipH="1">
              <a:off x="8639716" y="4165213"/>
              <a:ext cx="663259" cy="503585"/>
            </a:xfrm>
            <a:prstGeom prst="rect">
              <a:avLst/>
            </a:prstGeom>
            <a:noFill/>
            <a:ln w="6350"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altLang="en-US" sz="186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rPr>
                <a:t>内容</a:t>
              </a: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 flipH="1">
              <a:off x="7847295" y="4946781"/>
              <a:ext cx="663259" cy="503585"/>
            </a:xfrm>
            <a:prstGeom prst="rect">
              <a:avLst/>
            </a:prstGeom>
            <a:noFill/>
            <a:ln w="6350"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altLang="en-US" sz="186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rPr>
                <a:t>内容</a:t>
              </a: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 flipH="1">
              <a:off x="7551808" y="3433402"/>
              <a:ext cx="1015214" cy="0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1865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10116" y="1857375"/>
            <a:ext cx="8371767" cy="2584700"/>
            <a:chOff x="1908354" y="1915659"/>
            <a:chExt cx="8371767" cy="2584700"/>
          </a:xfrm>
        </p:grpSpPr>
        <p:sp>
          <p:nvSpPr>
            <p:cNvPr id="3" name="MH_SubTitle_2"/>
            <p:cNvSpPr/>
            <p:nvPr/>
          </p:nvSpPr>
          <p:spPr bwMode="auto">
            <a:xfrm>
              <a:off x="5938613" y="1915659"/>
              <a:ext cx="4248035" cy="707886"/>
            </a:xfrm>
            <a:custGeom>
              <a:avLst/>
              <a:gdLst>
                <a:gd name="T0" fmla="*/ 27367 w 3275513"/>
                <a:gd name="T1" fmla="*/ 0 h 431880"/>
                <a:gd name="T2" fmla="*/ 3058172 w 3275513"/>
                <a:gd name="T3" fmla="*/ 0 h 431880"/>
                <a:gd name="T4" fmla="*/ 3274013 w 3275513"/>
                <a:gd name="T5" fmla="*/ 215820 h 431880"/>
                <a:gd name="T6" fmla="*/ 3058172 w 3275513"/>
                <a:gd name="T7" fmla="*/ 431640 h 431880"/>
                <a:gd name="T8" fmla="*/ 873032 w 3275513"/>
                <a:gd name="T9" fmla="*/ 431640 h 431880"/>
                <a:gd name="T10" fmla="*/ 803886 w 3275513"/>
                <a:gd name="T11" fmla="*/ 355570 h 431880"/>
                <a:gd name="T12" fmla="*/ 69518 w 3275513"/>
                <a:gd name="T13" fmla="*/ 6269 h 431880"/>
                <a:gd name="T14" fmla="*/ 0 w 3275513"/>
                <a:gd name="T15" fmla="*/ 2757 h 4318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275513"/>
                <a:gd name="T25" fmla="*/ 0 h 431880"/>
                <a:gd name="T26" fmla="*/ 3275513 w 3275513"/>
                <a:gd name="T27" fmla="*/ 431880 h 4318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275513" h="431880">
                  <a:moveTo>
                    <a:pt x="27379" y="0"/>
                  </a:moveTo>
                  <a:lnTo>
                    <a:pt x="3059573" y="0"/>
                  </a:lnTo>
                  <a:cubicBezTo>
                    <a:pt x="3178833" y="0"/>
                    <a:pt x="3275513" y="96680"/>
                    <a:pt x="3275513" y="215940"/>
                  </a:cubicBezTo>
                  <a:cubicBezTo>
                    <a:pt x="3275513" y="335200"/>
                    <a:pt x="3178833" y="431880"/>
                    <a:pt x="3059573" y="431880"/>
                  </a:cubicBezTo>
                  <a:lnTo>
                    <a:pt x="873431" y="431880"/>
                  </a:lnTo>
                  <a:lnTo>
                    <a:pt x="804255" y="355768"/>
                  </a:lnTo>
                  <a:cubicBezTo>
                    <a:pt x="611921" y="163433"/>
                    <a:pt x="355385" y="35300"/>
                    <a:pt x="69551" y="6272"/>
                  </a:cubicBezTo>
                  <a:lnTo>
                    <a:pt x="0" y="2760"/>
                  </a:lnTo>
                  <a:lnTo>
                    <a:pt x="273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            </a:t>
              </a:r>
              <a:endPara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" name="MH_Title_1"/>
            <p:cNvSpPr/>
            <p:nvPr/>
          </p:nvSpPr>
          <p:spPr>
            <a:xfrm>
              <a:off x="5364732" y="2312956"/>
              <a:ext cx="1462536" cy="146253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zh-CN" sz="4400" dirty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5740774" y="2664312"/>
              <a:ext cx="710451" cy="707886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40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Arial" panose="020B0604020202020204" pitchFamily="34" charset="0"/>
                  <a:sym typeface="思源黑体 CN Medium" panose="020B0600000000000000" pitchFamily="34" charset="-122"/>
                </a:rPr>
                <a:t>vs</a:t>
              </a:r>
              <a:endParaRPr lang="en-US" altLang="zh-CN" sz="4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 flipV="1">
              <a:off x="2005352" y="1915659"/>
              <a:ext cx="4254212" cy="707886"/>
              <a:chOff x="1942122" y="3500635"/>
              <a:chExt cx="4254212" cy="707886"/>
            </a:xfrm>
          </p:grpSpPr>
          <p:sp>
            <p:nvSpPr>
              <p:cNvPr id="23" name="MH_SubTitle_1"/>
              <p:cNvSpPr/>
              <p:nvPr/>
            </p:nvSpPr>
            <p:spPr bwMode="auto">
              <a:xfrm>
                <a:off x="1942122" y="3500635"/>
                <a:ext cx="4254212" cy="707886"/>
              </a:xfrm>
              <a:custGeom>
                <a:avLst/>
                <a:gdLst>
                  <a:gd name="T0" fmla="*/ 216036 w 3279285"/>
                  <a:gd name="T1" fmla="*/ 0 h 431880"/>
                  <a:gd name="T2" fmla="*/ 2354086 w 3279285"/>
                  <a:gd name="T3" fmla="*/ 0 h 431880"/>
                  <a:gd name="T4" fmla="*/ 2423293 w 3279285"/>
                  <a:gd name="T5" fmla="*/ 76072 h 431880"/>
                  <a:gd name="T6" fmla="*/ 3158326 w 3279285"/>
                  <a:gd name="T7" fmla="*/ 425372 h 431880"/>
                  <a:gd name="T8" fmla="*/ 3280755 w 3279285"/>
                  <a:gd name="T9" fmla="*/ 431549 h 431880"/>
                  <a:gd name="T10" fmla="*/ 3279845 w 3279285"/>
                  <a:gd name="T11" fmla="*/ 431640 h 431880"/>
                  <a:gd name="T12" fmla="*/ 216036 w 3279285"/>
                  <a:gd name="T13" fmla="*/ 431640 h 431880"/>
                  <a:gd name="T14" fmla="*/ 0 w 3279285"/>
                  <a:gd name="T15" fmla="*/ 215820 h 431880"/>
                  <a:gd name="T16" fmla="*/ 216036 w 3279285"/>
                  <a:gd name="T17" fmla="*/ 0 h 4318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279285"/>
                  <a:gd name="T28" fmla="*/ 0 h 431880"/>
                  <a:gd name="T29" fmla="*/ 3279285 w 3279285"/>
                  <a:gd name="T30" fmla="*/ 431880 h 43188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279285" h="431880">
                    <a:moveTo>
                      <a:pt x="215940" y="0"/>
                    </a:moveTo>
                    <a:lnTo>
                      <a:pt x="2353030" y="0"/>
                    </a:lnTo>
                    <a:lnTo>
                      <a:pt x="2422207" y="76114"/>
                    </a:lnTo>
                    <a:cubicBezTo>
                      <a:pt x="2614541" y="268448"/>
                      <a:pt x="2871077" y="396581"/>
                      <a:pt x="3156910" y="425609"/>
                    </a:cubicBezTo>
                    <a:lnTo>
                      <a:pt x="3279285" y="431789"/>
                    </a:lnTo>
                    <a:lnTo>
                      <a:pt x="3278375" y="431880"/>
                    </a:lnTo>
                    <a:lnTo>
                      <a:pt x="215940" y="431880"/>
                    </a:lnTo>
                    <a:cubicBezTo>
                      <a:pt x="96680" y="431880"/>
                      <a:pt x="0" y="335200"/>
                      <a:pt x="0" y="215940"/>
                    </a:cubicBezTo>
                    <a:cubicBezTo>
                      <a:pt x="0" y="96680"/>
                      <a:pt x="96680" y="0"/>
                      <a:pt x="2159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latin typeface="思源黑体 CN Medium" panose="020B0600000000000000" pitchFamily="34" charset="-122"/>
                    <a:ea typeface="思源黑体 CN Medium" panose="020B0600000000000000" pitchFamily="34" charset="-122"/>
                    <a:sym typeface="思源黑体 CN Medium" panose="020B0600000000000000" pitchFamily="34" charset="-122"/>
                  </a:rPr>
                  <a:t>       </a:t>
                </a:r>
                <a:endParaRPr lang="zh-CN" altLang="en-US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 flipV="1">
                <a:off x="2733780" y="3669912"/>
                <a:ext cx="12105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  <a:sym typeface="思源黑体 CN Medium" panose="020B0600000000000000" pitchFamily="34" charset="-122"/>
                  </a:rPr>
                  <a:t>添加标题</a:t>
                </a:r>
                <a:endParaRPr lang="zh-CN" altLang="en-US" sz="20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7734340" y="2069547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添加标题</a:t>
              </a:r>
              <a:endPara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7209722" y="3153476"/>
              <a:ext cx="1918999" cy="3358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9" name="TextBox 2"/>
            <p:cNvSpPr txBox="1"/>
            <p:nvPr/>
          </p:nvSpPr>
          <p:spPr>
            <a:xfrm>
              <a:off x="7209722" y="3099905"/>
              <a:ext cx="1823253" cy="3861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添加标题</a:t>
              </a:r>
              <a:endPara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7209721" y="3659022"/>
              <a:ext cx="3070400" cy="3358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09724" y="3605434"/>
              <a:ext cx="2645668" cy="3861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添加标题</a:t>
              </a:r>
              <a:endPara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2" name="TextBox 13"/>
            <p:cNvSpPr txBox="1"/>
            <p:nvPr/>
          </p:nvSpPr>
          <p:spPr>
            <a:xfrm>
              <a:off x="7206202" y="4110945"/>
              <a:ext cx="1823253" cy="3861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600" b="1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回款数：</a:t>
              </a:r>
              <a:r>
                <a:rPr lang="en-US" altLang="zh-CN" sz="1600" b="1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640</a:t>
              </a:r>
              <a:r>
                <a:rPr lang="zh-CN" altLang="en-US" sz="1600" b="1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万</a:t>
              </a:r>
              <a:endParaRPr lang="zh-CN" altLang="en-US" sz="1600" b="1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206198" y="4164533"/>
              <a:ext cx="2638626" cy="33582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4" name="TextBox 16"/>
            <p:cNvSpPr txBox="1"/>
            <p:nvPr/>
          </p:nvSpPr>
          <p:spPr>
            <a:xfrm>
              <a:off x="7206201" y="4105760"/>
              <a:ext cx="2279626" cy="3861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添加标题</a:t>
              </a:r>
              <a:endPara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059754" y="3153476"/>
              <a:ext cx="1919000" cy="3358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4400" dirty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endParaRPr>
            </a:p>
          </p:txBody>
        </p:sp>
        <p:sp>
          <p:nvSpPr>
            <p:cNvPr id="16" name="TextBox 19"/>
            <p:cNvSpPr txBox="1"/>
            <p:nvPr/>
          </p:nvSpPr>
          <p:spPr>
            <a:xfrm>
              <a:off x="3155501" y="3099905"/>
              <a:ext cx="1823253" cy="3861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添加标题</a:t>
              </a:r>
              <a:endPara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908354" y="3659022"/>
              <a:ext cx="3070400" cy="3358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4400" dirty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endParaRPr>
            </a:p>
          </p:txBody>
        </p:sp>
        <p:sp>
          <p:nvSpPr>
            <p:cNvPr id="19" name="TextBox 20"/>
            <p:cNvSpPr txBox="1"/>
            <p:nvPr/>
          </p:nvSpPr>
          <p:spPr>
            <a:xfrm>
              <a:off x="2333086" y="3605434"/>
              <a:ext cx="2645668" cy="3861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添加标题</a:t>
              </a:r>
              <a:endPara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0" name="TextBox 21"/>
            <p:cNvSpPr txBox="1"/>
            <p:nvPr/>
          </p:nvSpPr>
          <p:spPr>
            <a:xfrm>
              <a:off x="3159023" y="4077868"/>
              <a:ext cx="1823253" cy="3861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600" b="1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回款数：</a:t>
              </a:r>
              <a:r>
                <a:rPr lang="en-US" altLang="zh-CN" sz="1600" b="1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640</a:t>
              </a:r>
              <a:r>
                <a:rPr lang="zh-CN" altLang="en-US" sz="1600" b="1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万</a:t>
              </a:r>
              <a:endParaRPr lang="zh-CN" altLang="en-US" sz="1600" b="1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2343650" y="4148613"/>
              <a:ext cx="2638626" cy="3358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4400" dirty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endParaRPr>
            </a:p>
          </p:txBody>
        </p:sp>
        <p:sp>
          <p:nvSpPr>
            <p:cNvPr id="22" name="TextBox 23"/>
            <p:cNvSpPr txBox="1"/>
            <p:nvPr/>
          </p:nvSpPr>
          <p:spPr>
            <a:xfrm>
              <a:off x="2605729" y="4110850"/>
              <a:ext cx="2376548" cy="3861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添加标题</a:t>
              </a:r>
              <a:endPara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5" name="TextBox 22"/>
          <p:cNvSpPr txBox="1"/>
          <p:nvPr/>
        </p:nvSpPr>
        <p:spPr>
          <a:xfrm>
            <a:off x="983261" y="4731998"/>
            <a:ext cx="10228999" cy="1351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单击此处输入你的正文，文字是您思想的提炼，为了最终演示发布的良好效果，请尽量言简意赅的阐述观点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14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5199921" y="1840933"/>
            <a:ext cx="1792158" cy="17697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1500" b="1" dirty="0">
                <a:solidFill>
                  <a:schemeClr val="accent1"/>
                </a:solidFill>
                <a:latin typeface="+mj-ea"/>
                <a:ea typeface="+mj-ea"/>
                <a:cs typeface="Alibaba PuHuiTi B" pitchFamily="18" charset="-122"/>
              </a:rPr>
              <a:t>03</a:t>
            </a:r>
            <a:endParaRPr kumimoji="1" lang="zh-CN" altLang="en-US" sz="11500" b="1" dirty="0">
              <a:solidFill>
                <a:schemeClr val="accent1"/>
              </a:solidFill>
              <a:latin typeface="+mj-ea"/>
              <a:ea typeface="+mj-ea"/>
              <a:cs typeface="Alibaba PuHuiTi B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998054" y="3555218"/>
            <a:ext cx="4231928" cy="10156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zh-CN" altLang="en-US" sz="6600" dirty="0">
                <a:solidFill>
                  <a:schemeClr val="accent1"/>
                </a:solidFill>
                <a:latin typeface="+mj-ea"/>
                <a:ea typeface="+mj-ea"/>
              </a:rPr>
              <a:t>过渡页标题</a:t>
            </a:r>
            <a:endParaRPr kumimoji="1" lang="zh-CN" altLang="en-US" sz="6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026494" y="4570881"/>
            <a:ext cx="4139011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dist"/>
            <a:r>
              <a:rPr kumimoji="1" lang="en-US" altLang="zh-CN" dirty="0">
                <a:solidFill>
                  <a:schemeClr val="accent1"/>
                </a:solidFill>
              </a:rPr>
              <a:t>Transition Page Title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553344" y="1888540"/>
            <a:ext cx="1317600" cy="3939498"/>
            <a:chOff x="5430794" y="1634203"/>
            <a:chExt cx="1317600" cy="393949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54" t="28228" r="25609" b="1819"/>
            <a:stretch>
              <a:fillRect/>
            </a:stretch>
          </p:blipFill>
          <p:spPr>
            <a:xfrm>
              <a:off x="5431095" y="1634203"/>
              <a:ext cx="1316998" cy="1316998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72" t="3867" r="5440" b="-1"/>
            <a:stretch>
              <a:fillRect/>
            </a:stretch>
          </p:blipFill>
          <p:spPr>
            <a:xfrm>
              <a:off x="5430794" y="2938501"/>
              <a:ext cx="1317600" cy="131760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667" b="16667"/>
            <a:stretch>
              <a:fillRect/>
            </a:stretch>
          </p:blipFill>
          <p:spPr>
            <a:xfrm>
              <a:off x="5430794" y="4256101"/>
              <a:ext cx="1317600" cy="1317600"/>
            </a:xfrm>
            <a:prstGeom prst="rect">
              <a:avLst/>
            </a:prstGeom>
          </p:spPr>
        </p:pic>
      </p:grpSp>
      <p:sp>
        <p:nvSpPr>
          <p:cNvPr id="6" name="Freeform 9"/>
          <p:cNvSpPr/>
          <p:nvPr/>
        </p:nvSpPr>
        <p:spPr>
          <a:xfrm rot="16200000">
            <a:off x="7515201" y="1286422"/>
            <a:ext cx="884377" cy="2503675"/>
          </a:xfrm>
          <a:custGeom>
            <a:avLst/>
            <a:gdLst>
              <a:gd name="connsiteX0" fmla="*/ 982641 w 982641"/>
              <a:gd name="connsiteY0" fmla="*/ 178207 h 2781861"/>
              <a:gd name="connsiteX1" fmla="*/ 982641 w 982641"/>
              <a:gd name="connsiteY1" fmla="*/ 669527 h 2781861"/>
              <a:gd name="connsiteX2" fmla="*/ 982641 w 982641"/>
              <a:gd name="connsiteY2" fmla="*/ 1374207 h 2781861"/>
              <a:gd name="connsiteX3" fmla="*/ 982641 w 982641"/>
              <a:gd name="connsiteY3" fmla="*/ 2290541 h 2781861"/>
              <a:gd name="connsiteX4" fmla="*/ 491321 w 982641"/>
              <a:gd name="connsiteY4" fmla="*/ 2781861 h 2781861"/>
              <a:gd name="connsiteX5" fmla="*/ 491321 w 982641"/>
              <a:gd name="connsiteY5" fmla="*/ 2781860 h 2781861"/>
              <a:gd name="connsiteX6" fmla="*/ 0 w 982641"/>
              <a:gd name="connsiteY6" fmla="*/ 2290540 h 2781861"/>
              <a:gd name="connsiteX7" fmla="*/ 1 w 982641"/>
              <a:gd name="connsiteY7" fmla="*/ 669527 h 2781861"/>
              <a:gd name="connsiteX8" fmla="*/ 3776 w 982641"/>
              <a:gd name="connsiteY8" fmla="*/ 632080 h 2781861"/>
              <a:gd name="connsiteX9" fmla="*/ 3776 w 982641"/>
              <a:gd name="connsiteY9" fmla="*/ 178207 h 2781861"/>
              <a:gd name="connsiteX10" fmla="*/ 352019 w 982641"/>
              <a:gd name="connsiteY10" fmla="*/ 178207 h 2781861"/>
              <a:gd name="connsiteX11" fmla="*/ 495095 w 982641"/>
              <a:gd name="connsiteY11" fmla="*/ 0 h 2781861"/>
              <a:gd name="connsiteX12" fmla="*/ 638171 w 982641"/>
              <a:gd name="connsiteY12" fmla="*/ 178207 h 2781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82641" h="2781861">
                <a:moveTo>
                  <a:pt x="982641" y="178207"/>
                </a:moveTo>
                <a:lnTo>
                  <a:pt x="982641" y="669527"/>
                </a:lnTo>
                <a:lnTo>
                  <a:pt x="982641" y="1374207"/>
                </a:lnTo>
                <a:lnTo>
                  <a:pt x="982641" y="2290541"/>
                </a:lnTo>
                <a:cubicBezTo>
                  <a:pt x="982641" y="2561890"/>
                  <a:pt x="762670" y="2781861"/>
                  <a:pt x="491321" y="2781861"/>
                </a:cubicBezTo>
                <a:lnTo>
                  <a:pt x="491321" y="2781860"/>
                </a:lnTo>
                <a:cubicBezTo>
                  <a:pt x="219971" y="2781860"/>
                  <a:pt x="0" y="2561889"/>
                  <a:pt x="0" y="2290540"/>
                </a:cubicBezTo>
                <a:lnTo>
                  <a:pt x="1" y="669527"/>
                </a:lnTo>
                <a:lnTo>
                  <a:pt x="3776" y="632080"/>
                </a:lnTo>
                <a:lnTo>
                  <a:pt x="3776" y="178207"/>
                </a:lnTo>
                <a:lnTo>
                  <a:pt x="352019" y="178207"/>
                </a:lnTo>
                <a:lnTo>
                  <a:pt x="495095" y="0"/>
                </a:lnTo>
                <a:lnTo>
                  <a:pt x="638171" y="1782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Freeform 20"/>
          <p:cNvSpPr/>
          <p:nvPr/>
        </p:nvSpPr>
        <p:spPr>
          <a:xfrm rot="16200000">
            <a:off x="7515201" y="3885295"/>
            <a:ext cx="884377" cy="2503675"/>
          </a:xfrm>
          <a:custGeom>
            <a:avLst/>
            <a:gdLst>
              <a:gd name="connsiteX0" fmla="*/ 982641 w 982641"/>
              <a:gd name="connsiteY0" fmla="*/ 178207 h 2781861"/>
              <a:gd name="connsiteX1" fmla="*/ 982641 w 982641"/>
              <a:gd name="connsiteY1" fmla="*/ 669527 h 2781861"/>
              <a:gd name="connsiteX2" fmla="*/ 982641 w 982641"/>
              <a:gd name="connsiteY2" fmla="*/ 1374207 h 2781861"/>
              <a:gd name="connsiteX3" fmla="*/ 982641 w 982641"/>
              <a:gd name="connsiteY3" fmla="*/ 2290541 h 2781861"/>
              <a:gd name="connsiteX4" fmla="*/ 491321 w 982641"/>
              <a:gd name="connsiteY4" fmla="*/ 2781861 h 2781861"/>
              <a:gd name="connsiteX5" fmla="*/ 491321 w 982641"/>
              <a:gd name="connsiteY5" fmla="*/ 2781860 h 2781861"/>
              <a:gd name="connsiteX6" fmla="*/ 0 w 982641"/>
              <a:gd name="connsiteY6" fmla="*/ 2290540 h 2781861"/>
              <a:gd name="connsiteX7" fmla="*/ 1 w 982641"/>
              <a:gd name="connsiteY7" fmla="*/ 669527 h 2781861"/>
              <a:gd name="connsiteX8" fmla="*/ 3776 w 982641"/>
              <a:gd name="connsiteY8" fmla="*/ 632080 h 2781861"/>
              <a:gd name="connsiteX9" fmla="*/ 3776 w 982641"/>
              <a:gd name="connsiteY9" fmla="*/ 178207 h 2781861"/>
              <a:gd name="connsiteX10" fmla="*/ 352019 w 982641"/>
              <a:gd name="connsiteY10" fmla="*/ 178207 h 2781861"/>
              <a:gd name="connsiteX11" fmla="*/ 495095 w 982641"/>
              <a:gd name="connsiteY11" fmla="*/ 0 h 2781861"/>
              <a:gd name="connsiteX12" fmla="*/ 638171 w 982641"/>
              <a:gd name="connsiteY12" fmla="*/ 178207 h 2781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82641" h="2781861">
                <a:moveTo>
                  <a:pt x="982641" y="178207"/>
                </a:moveTo>
                <a:lnTo>
                  <a:pt x="982641" y="669527"/>
                </a:lnTo>
                <a:lnTo>
                  <a:pt x="982641" y="1374207"/>
                </a:lnTo>
                <a:lnTo>
                  <a:pt x="982641" y="2290541"/>
                </a:lnTo>
                <a:cubicBezTo>
                  <a:pt x="982641" y="2561890"/>
                  <a:pt x="762670" y="2781861"/>
                  <a:pt x="491321" y="2781861"/>
                </a:cubicBezTo>
                <a:lnTo>
                  <a:pt x="491321" y="2781860"/>
                </a:lnTo>
                <a:cubicBezTo>
                  <a:pt x="219971" y="2781860"/>
                  <a:pt x="0" y="2561889"/>
                  <a:pt x="0" y="2290540"/>
                </a:cubicBezTo>
                <a:lnTo>
                  <a:pt x="1" y="669527"/>
                </a:lnTo>
                <a:lnTo>
                  <a:pt x="3776" y="632080"/>
                </a:lnTo>
                <a:lnTo>
                  <a:pt x="3776" y="178207"/>
                </a:lnTo>
                <a:lnTo>
                  <a:pt x="352019" y="178207"/>
                </a:lnTo>
                <a:lnTo>
                  <a:pt x="495095" y="0"/>
                </a:lnTo>
                <a:lnTo>
                  <a:pt x="638171" y="1782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Freeform 13"/>
          <p:cNvSpPr/>
          <p:nvPr/>
        </p:nvSpPr>
        <p:spPr>
          <a:xfrm rot="5400000" flipH="1">
            <a:off x="4017621" y="2585859"/>
            <a:ext cx="884377" cy="2503675"/>
          </a:xfrm>
          <a:custGeom>
            <a:avLst/>
            <a:gdLst>
              <a:gd name="connsiteX0" fmla="*/ 982641 w 982641"/>
              <a:gd name="connsiteY0" fmla="*/ 178207 h 2781861"/>
              <a:gd name="connsiteX1" fmla="*/ 982641 w 982641"/>
              <a:gd name="connsiteY1" fmla="*/ 669527 h 2781861"/>
              <a:gd name="connsiteX2" fmla="*/ 982641 w 982641"/>
              <a:gd name="connsiteY2" fmla="*/ 1374207 h 2781861"/>
              <a:gd name="connsiteX3" fmla="*/ 982641 w 982641"/>
              <a:gd name="connsiteY3" fmla="*/ 2290541 h 2781861"/>
              <a:gd name="connsiteX4" fmla="*/ 491321 w 982641"/>
              <a:gd name="connsiteY4" fmla="*/ 2781861 h 2781861"/>
              <a:gd name="connsiteX5" fmla="*/ 491321 w 982641"/>
              <a:gd name="connsiteY5" fmla="*/ 2781860 h 2781861"/>
              <a:gd name="connsiteX6" fmla="*/ 0 w 982641"/>
              <a:gd name="connsiteY6" fmla="*/ 2290540 h 2781861"/>
              <a:gd name="connsiteX7" fmla="*/ 1 w 982641"/>
              <a:gd name="connsiteY7" fmla="*/ 669527 h 2781861"/>
              <a:gd name="connsiteX8" fmla="*/ 3776 w 982641"/>
              <a:gd name="connsiteY8" fmla="*/ 632080 h 2781861"/>
              <a:gd name="connsiteX9" fmla="*/ 3776 w 982641"/>
              <a:gd name="connsiteY9" fmla="*/ 178207 h 2781861"/>
              <a:gd name="connsiteX10" fmla="*/ 352019 w 982641"/>
              <a:gd name="connsiteY10" fmla="*/ 178207 h 2781861"/>
              <a:gd name="connsiteX11" fmla="*/ 495095 w 982641"/>
              <a:gd name="connsiteY11" fmla="*/ 0 h 2781861"/>
              <a:gd name="connsiteX12" fmla="*/ 638171 w 982641"/>
              <a:gd name="connsiteY12" fmla="*/ 178207 h 2781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82641" h="2781861">
                <a:moveTo>
                  <a:pt x="982641" y="178207"/>
                </a:moveTo>
                <a:lnTo>
                  <a:pt x="982641" y="669527"/>
                </a:lnTo>
                <a:lnTo>
                  <a:pt x="982641" y="1374207"/>
                </a:lnTo>
                <a:lnTo>
                  <a:pt x="982641" y="2290541"/>
                </a:lnTo>
                <a:cubicBezTo>
                  <a:pt x="982641" y="2561890"/>
                  <a:pt x="762670" y="2781861"/>
                  <a:pt x="491321" y="2781861"/>
                </a:cubicBezTo>
                <a:lnTo>
                  <a:pt x="491321" y="2781860"/>
                </a:lnTo>
                <a:cubicBezTo>
                  <a:pt x="219971" y="2781860"/>
                  <a:pt x="0" y="2561889"/>
                  <a:pt x="0" y="2290540"/>
                </a:cubicBezTo>
                <a:lnTo>
                  <a:pt x="1" y="669527"/>
                </a:lnTo>
                <a:lnTo>
                  <a:pt x="3776" y="632080"/>
                </a:lnTo>
                <a:lnTo>
                  <a:pt x="3776" y="178207"/>
                </a:lnTo>
                <a:lnTo>
                  <a:pt x="352019" y="178207"/>
                </a:lnTo>
                <a:lnTo>
                  <a:pt x="495095" y="0"/>
                </a:lnTo>
                <a:lnTo>
                  <a:pt x="638171" y="1782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07744" y="360018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添加标题</a:t>
            </a:r>
            <a:endParaRPr lang="zh-CN" altLang="en-US" sz="24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249502" y="232662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添加标题</a:t>
            </a:r>
            <a:endParaRPr lang="zh-CN" altLang="en-US" sz="24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249502" y="492550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添加标题</a:t>
            </a:r>
            <a:endParaRPr lang="zh-CN" altLang="en-US" sz="24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51755" y="2073725"/>
            <a:ext cx="4525650" cy="70487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51755" y="4702972"/>
            <a:ext cx="4525650" cy="70487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953491" y="3370976"/>
            <a:ext cx="4525650" cy="70487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5376891" y="2250440"/>
            <a:ext cx="2304000" cy="0"/>
          </a:xfrm>
          <a:prstGeom prst="line">
            <a:avLst/>
          </a:prstGeom>
          <a:ln w="190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655021" y="3696970"/>
            <a:ext cx="2100580" cy="0"/>
          </a:xfrm>
          <a:prstGeom prst="line">
            <a:avLst/>
          </a:prstGeom>
          <a:ln w="190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5076536" y="5337810"/>
            <a:ext cx="2577465" cy="6985"/>
          </a:xfrm>
          <a:prstGeom prst="line">
            <a:avLst/>
          </a:prstGeom>
          <a:ln w="190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形 4" descr="4522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9671" y="1773428"/>
            <a:ext cx="1000711" cy="1000711"/>
          </a:xfrm>
          <a:prstGeom prst="rect">
            <a:avLst/>
          </a:prstGeom>
        </p:spPr>
      </p:pic>
      <p:pic>
        <p:nvPicPr>
          <p:cNvPr id="6" name="图形 5" descr="452249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9671" y="3168523"/>
            <a:ext cx="1000711" cy="1000711"/>
          </a:xfrm>
          <a:prstGeom prst="rect">
            <a:avLst/>
          </a:prstGeom>
        </p:spPr>
      </p:pic>
      <p:pic>
        <p:nvPicPr>
          <p:cNvPr id="7" name="图形 6" descr="452250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9671" y="4787138"/>
            <a:ext cx="1000711" cy="1000711"/>
          </a:xfrm>
          <a:prstGeom prst="rect">
            <a:avLst/>
          </a:prstGeom>
        </p:spPr>
      </p:pic>
      <p:sp>
        <p:nvSpPr>
          <p:cNvPr id="8" name="文本框 131"/>
          <p:cNvSpPr txBox="1"/>
          <p:nvPr/>
        </p:nvSpPr>
        <p:spPr>
          <a:xfrm>
            <a:off x="8865581" y="1868805"/>
            <a:ext cx="1592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0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en-US" altLang="zh-CN" sz="20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132"/>
          <p:cNvSpPr txBox="1"/>
          <p:nvPr/>
        </p:nvSpPr>
        <p:spPr>
          <a:xfrm>
            <a:off x="8856056" y="2202180"/>
            <a:ext cx="26847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133"/>
          <p:cNvSpPr txBox="1"/>
          <p:nvPr/>
        </p:nvSpPr>
        <p:spPr>
          <a:xfrm>
            <a:off x="8865581" y="3288030"/>
            <a:ext cx="1592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0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en-US" altLang="zh-CN" sz="20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34"/>
          <p:cNvSpPr txBox="1"/>
          <p:nvPr/>
        </p:nvSpPr>
        <p:spPr>
          <a:xfrm>
            <a:off x="8856056" y="3621405"/>
            <a:ext cx="26847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35"/>
          <p:cNvSpPr txBox="1"/>
          <p:nvPr/>
        </p:nvSpPr>
        <p:spPr>
          <a:xfrm>
            <a:off x="8865581" y="4878705"/>
            <a:ext cx="1592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0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en-US" altLang="zh-CN" sz="20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36"/>
          <p:cNvSpPr txBox="1"/>
          <p:nvPr/>
        </p:nvSpPr>
        <p:spPr>
          <a:xfrm>
            <a:off x="8856056" y="5212080"/>
            <a:ext cx="26847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pic>
        <p:nvPicPr>
          <p:cNvPr id="14" name="图形 13" descr="4522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9701" y="1773428"/>
            <a:ext cx="1000711" cy="1000711"/>
          </a:xfrm>
          <a:prstGeom prst="rect">
            <a:avLst/>
          </a:prstGeom>
        </p:spPr>
      </p:pic>
      <p:pic>
        <p:nvPicPr>
          <p:cNvPr id="15" name="图形 14" descr="452249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9701" y="3168523"/>
            <a:ext cx="1000711" cy="1000711"/>
          </a:xfrm>
          <a:prstGeom prst="rect">
            <a:avLst/>
          </a:prstGeom>
        </p:spPr>
      </p:pic>
      <p:pic>
        <p:nvPicPr>
          <p:cNvPr id="16" name="图形 15" descr="452250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9701" y="4787138"/>
            <a:ext cx="1000711" cy="1000711"/>
          </a:xfrm>
          <a:prstGeom prst="rect">
            <a:avLst/>
          </a:prstGeom>
        </p:spPr>
      </p:pic>
      <p:sp>
        <p:nvSpPr>
          <p:cNvPr id="17" name="文本框 131"/>
          <p:cNvSpPr txBox="1"/>
          <p:nvPr/>
        </p:nvSpPr>
        <p:spPr>
          <a:xfrm>
            <a:off x="2265611" y="1868805"/>
            <a:ext cx="1592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0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en-US" altLang="zh-CN" sz="20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9" name="文本框 132"/>
          <p:cNvSpPr txBox="1"/>
          <p:nvPr/>
        </p:nvSpPr>
        <p:spPr>
          <a:xfrm>
            <a:off x="2256086" y="2202180"/>
            <a:ext cx="26847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0" name="文本框 133"/>
          <p:cNvSpPr txBox="1"/>
          <p:nvPr/>
        </p:nvSpPr>
        <p:spPr>
          <a:xfrm>
            <a:off x="2265611" y="3288030"/>
            <a:ext cx="1592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0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en-US" altLang="zh-CN" sz="20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134"/>
          <p:cNvSpPr txBox="1"/>
          <p:nvPr/>
        </p:nvSpPr>
        <p:spPr>
          <a:xfrm>
            <a:off x="2256086" y="3621405"/>
            <a:ext cx="26847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2" name="文本框 135"/>
          <p:cNvSpPr txBox="1"/>
          <p:nvPr/>
        </p:nvSpPr>
        <p:spPr>
          <a:xfrm>
            <a:off x="2265611" y="4878705"/>
            <a:ext cx="1592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0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en-US" altLang="zh-CN" sz="20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3" name="文本框 136"/>
          <p:cNvSpPr txBox="1"/>
          <p:nvPr/>
        </p:nvSpPr>
        <p:spPr>
          <a:xfrm>
            <a:off x="2256086" y="5212080"/>
            <a:ext cx="26847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851412" y="1754586"/>
            <a:ext cx="7024028" cy="4205354"/>
            <a:chOff x="1140453" y="1498993"/>
            <a:chExt cx="7024028" cy="4205354"/>
          </a:xfrm>
        </p:grpSpPr>
        <p:grpSp>
          <p:nvGrpSpPr>
            <p:cNvPr id="3" name="组合 2"/>
            <p:cNvGrpSpPr/>
            <p:nvPr/>
          </p:nvGrpSpPr>
          <p:grpSpPr>
            <a:xfrm>
              <a:off x="1140453" y="2429654"/>
              <a:ext cx="4257325" cy="2369081"/>
              <a:chOff x="1013131" y="2244459"/>
              <a:chExt cx="4257325" cy="2369081"/>
            </a:xfrm>
          </p:grpSpPr>
          <p:sp>
            <p:nvSpPr>
              <p:cNvPr id="22" name="椭圆 21"/>
              <p:cNvSpPr/>
              <p:nvPr/>
            </p:nvSpPr>
            <p:spPr>
              <a:xfrm>
                <a:off x="1013131" y="2244459"/>
                <a:ext cx="2369081" cy="236908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2901375" y="2244459"/>
                <a:ext cx="2369081" cy="236908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4" name="矩形 3"/>
            <p:cNvSpPr/>
            <p:nvPr/>
          </p:nvSpPr>
          <p:spPr>
            <a:xfrm>
              <a:off x="3197574" y="3291028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6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Arial" panose="020B0604020202020204" pitchFamily="34" charset="0"/>
                  <a:sym typeface="思源黑体 CN Medium" panose="020B0600000000000000" pitchFamily="34" charset="-122"/>
                </a:rPr>
                <a:t>添加标题</a:t>
              </a:r>
              <a:endParaRPr lang="zh-CN" altLang="en-US" sz="3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endParaRPr>
            </a:p>
          </p:txBody>
        </p:sp>
        <p:pic>
          <p:nvPicPr>
            <p:cNvPr id="5" name="图形 3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896583" y="3185783"/>
              <a:ext cx="856819" cy="856819"/>
            </a:xfrm>
            <a:prstGeom prst="rect">
              <a:avLst/>
            </a:prstGeom>
          </p:spPr>
        </p:pic>
        <p:sp>
          <p:nvSpPr>
            <p:cNvPr id="6" name="椭圆 5"/>
            <p:cNvSpPr/>
            <p:nvPr/>
          </p:nvSpPr>
          <p:spPr>
            <a:xfrm>
              <a:off x="5272442" y="1498993"/>
              <a:ext cx="664646" cy="6646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5763677" y="2376259"/>
              <a:ext cx="664646" cy="6646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933245" y="3281871"/>
              <a:ext cx="664646" cy="6646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770295" y="4212532"/>
              <a:ext cx="664646" cy="6646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274427" y="5039701"/>
              <a:ext cx="664646" cy="6646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1" name="文本框 43"/>
            <p:cNvSpPr txBox="1"/>
            <p:nvPr/>
          </p:nvSpPr>
          <p:spPr>
            <a:xfrm>
              <a:off x="5337704" y="1577452"/>
              <a:ext cx="5341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2" name="文本框 44"/>
            <p:cNvSpPr txBox="1"/>
            <p:nvPr/>
          </p:nvSpPr>
          <p:spPr>
            <a:xfrm>
              <a:off x="5828939" y="2456366"/>
              <a:ext cx="5341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3" name="文本框 45"/>
            <p:cNvSpPr txBox="1"/>
            <p:nvPr/>
          </p:nvSpPr>
          <p:spPr>
            <a:xfrm>
              <a:off x="5998508" y="3373199"/>
              <a:ext cx="5341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4" name="文本框 46"/>
            <p:cNvSpPr txBox="1"/>
            <p:nvPr/>
          </p:nvSpPr>
          <p:spPr>
            <a:xfrm>
              <a:off x="5837961" y="4298782"/>
              <a:ext cx="5293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04</a:t>
              </a:r>
              <a:endParaRPr lang="zh-CN" altLang="en-US" sz="24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5" name="文本框 47"/>
            <p:cNvSpPr txBox="1"/>
            <p:nvPr/>
          </p:nvSpPr>
          <p:spPr>
            <a:xfrm>
              <a:off x="5337693" y="5128174"/>
              <a:ext cx="5341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05</a:t>
              </a:r>
              <a:endParaRPr lang="zh-CN" altLang="en-US" sz="24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6040823" y="1600483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添加标题</a:t>
              </a:r>
              <a:endParaRPr lang="zh-CN" altLang="en-US" sz="24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6578136" y="2517823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添加标题</a:t>
              </a:r>
              <a:endParaRPr lang="zh-CN" altLang="en-US" sz="24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748709" y="3376078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添加标题</a:t>
              </a:r>
              <a:endParaRPr lang="zh-CN" altLang="en-US" sz="24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6578136" y="4332868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添加标题</a:t>
              </a:r>
              <a:endParaRPr lang="zh-CN" altLang="en-US" sz="24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6040823" y="5173553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添加标题</a:t>
              </a:r>
              <a:endParaRPr lang="zh-CN" altLang="en-US" sz="24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4" name="TextBox 22"/>
          <p:cNvSpPr txBox="1"/>
          <p:nvPr/>
        </p:nvSpPr>
        <p:spPr>
          <a:xfrm>
            <a:off x="969317" y="3145941"/>
            <a:ext cx="2614362" cy="1351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507490" y="1311910"/>
          <a:ext cx="8996680" cy="434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85"/>
                <a:gridCol w="1124585"/>
                <a:gridCol w="1124585"/>
                <a:gridCol w="1124585"/>
                <a:gridCol w="1124585"/>
                <a:gridCol w="1124585"/>
                <a:gridCol w="1124585"/>
                <a:gridCol w="1124585"/>
              </a:tblGrid>
              <a:tr h="86995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名称</a:t>
                      </a:r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1</a:t>
                      </a:r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2</a:t>
                      </a:r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3</a:t>
                      </a:r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4</a:t>
                      </a:r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5</a:t>
                      </a:r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6</a:t>
                      </a:r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7</a:t>
                      </a:r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</a:tr>
              <a:tr h="86995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项目</a:t>
                      </a:r>
                      <a:r>
                        <a:rPr lang="en-US" altLang="zh-CN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1</a:t>
                      </a:r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 hMerge="1">
                  <a:tcPr anchor="ctr"/>
                </a:tc>
                <a:tc hMerge="1">
                  <a:tcPr anchor="ctr"/>
                </a:tc>
                <a:tc hMerge="1">
                  <a:tcPr anchor="ctr"/>
                </a:tc>
              </a:tr>
              <a:tr h="8699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项目</a:t>
                      </a:r>
                      <a:r>
                        <a:rPr lang="en-US" altLang="zh-CN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1</a:t>
                      </a:r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  <a:p>
                      <a:pPr algn="ctr"/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 h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</a:tr>
              <a:tr h="8699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项目</a:t>
                      </a:r>
                      <a:r>
                        <a:rPr lang="en-US" altLang="zh-CN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3</a:t>
                      </a:r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  <a:p>
                      <a:pPr algn="ctr"/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 hMerge="1">
                  <a:tcPr anchor="ctr"/>
                </a:tc>
                <a:tc h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</a:tr>
              <a:tr h="8699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项目</a:t>
                      </a:r>
                      <a:r>
                        <a:rPr lang="en-US" altLang="zh-CN" dirty="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sym typeface="思源黑体 CN Medium" panose="020B0600000000000000" pitchFamily="34" charset="-122"/>
                        </a:rPr>
                        <a:t>4</a:t>
                      </a:r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  <a:p>
                      <a:pPr algn="ctr"/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sym typeface="思源黑体 CN Medium" panose="020B0600000000000000" pitchFamily="34" charset="-122"/>
                      </a:endParaRPr>
                    </a:p>
                  </a:txBody>
                  <a:tcPr anchor="ctr"/>
                </a:tc>
                <a:tc hMerge="1">
                  <a:tcPr anchor="ctr"/>
                </a:tc>
                <a:tc hMerge="1">
                  <a:tcPr anchor="ctr"/>
                </a:tc>
                <a:tc hMerge="1">
                  <a:tcPr anchor="ctr"/>
                </a:tc>
                <a:tc hMerge="1">
                  <a:tcPr anchor="ctr"/>
                </a:tc>
                <a:tc hMerge="1">
                  <a:tcPr anchor="ctr"/>
                </a:tc>
                <a:tc hMerge="1"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5199921" y="1840933"/>
            <a:ext cx="1792157" cy="17697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1500" b="1" dirty="0">
                <a:solidFill>
                  <a:schemeClr val="accent1"/>
                </a:solidFill>
                <a:latin typeface="+mj-ea"/>
                <a:ea typeface="+mj-ea"/>
                <a:cs typeface="Alibaba PuHuiTi B" pitchFamily="18" charset="-122"/>
              </a:rPr>
              <a:t>04</a:t>
            </a:r>
            <a:endParaRPr kumimoji="1" lang="zh-CN" altLang="en-US" sz="11500" b="1" dirty="0">
              <a:solidFill>
                <a:schemeClr val="accent1"/>
              </a:solidFill>
              <a:latin typeface="+mj-ea"/>
              <a:ea typeface="+mj-ea"/>
              <a:cs typeface="Alibaba PuHuiTi B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998054" y="3555218"/>
            <a:ext cx="4231928" cy="10156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zh-CN" altLang="en-US" sz="6600" dirty="0">
                <a:solidFill>
                  <a:schemeClr val="accent1"/>
                </a:solidFill>
                <a:latin typeface="+mj-ea"/>
                <a:ea typeface="+mj-ea"/>
              </a:rPr>
              <a:t>过渡页标题</a:t>
            </a:r>
            <a:endParaRPr kumimoji="1" lang="zh-CN" altLang="en-US" sz="6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026494" y="4570881"/>
            <a:ext cx="4139011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dist"/>
            <a:r>
              <a:rPr kumimoji="1" lang="en-US" altLang="zh-CN" dirty="0">
                <a:solidFill>
                  <a:schemeClr val="accent1"/>
                </a:solidFill>
              </a:rPr>
              <a:t>Transition Page Title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圆角矩形 4"/>
          <p:cNvSpPr/>
          <p:nvPr/>
        </p:nvSpPr>
        <p:spPr>
          <a:xfrm>
            <a:off x="1301641" y="1766233"/>
            <a:ext cx="2654935" cy="37509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任意多边形 7"/>
          <p:cNvSpPr/>
          <p:nvPr/>
        </p:nvSpPr>
        <p:spPr>
          <a:xfrm>
            <a:off x="1301641" y="1766233"/>
            <a:ext cx="2654935" cy="59626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182" h="939">
                <a:moveTo>
                  <a:pt x="0" y="697"/>
                </a:moveTo>
                <a:cubicBezTo>
                  <a:pt x="-12" y="306"/>
                  <a:pt x="346" y="-10"/>
                  <a:pt x="697" y="0"/>
                </a:cubicBezTo>
                <a:lnTo>
                  <a:pt x="3484" y="0"/>
                </a:lnTo>
                <a:cubicBezTo>
                  <a:pt x="3875" y="-12"/>
                  <a:pt x="4191" y="346"/>
                  <a:pt x="4181" y="697"/>
                </a:cubicBezTo>
                <a:lnTo>
                  <a:pt x="4181" y="939"/>
                </a:lnTo>
                <a:lnTo>
                  <a:pt x="0" y="939"/>
                </a:lnTo>
                <a:lnTo>
                  <a:pt x="0" y="6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250966" y="5072043"/>
            <a:ext cx="756920" cy="7569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" name="文本框 38"/>
          <p:cNvSpPr txBox="1"/>
          <p:nvPr/>
        </p:nvSpPr>
        <p:spPr>
          <a:xfrm>
            <a:off x="2080151" y="18945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Normal" panose="020B0400000000000000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Normal" panose="020B04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1648986" y="2593638"/>
            <a:ext cx="1958975" cy="199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7" name="文本框 29"/>
          <p:cNvSpPr txBox="1"/>
          <p:nvPr/>
        </p:nvSpPr>
        <p:spPr>
          <a:xfrm>
            <a:off x="2311069" y="5155863"/>
            <a:ext cx="63671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00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01</a:t>
            </a:r>
            <a:endParaRPr lang="en-US" altLang="zh-CN" sz="30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圆角矩形 13"/>
          <p:cNvSpPr/>
          <p:nvPr/>
        </p:nvSpPr>
        <p:spPr>
          <a:xfrm>
            <a:off x="4988451" y="1766233"/>
            <a:ext cx="2654935" cy="37509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任意多边形 14"/>
          <p:cNvSpPr/>
          <p:nvPr/>
        </p:nvSpPr>
        <p:spPr>
          <a:xfrm>
            <a:off x="4988451" y="1766233"/>
            <a:ext cx="2654935" cy="59626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182" h="939">
                <a:moveTo>
                  <a:pt x="0" y="697"/>
                </a:moveTo>
                <a:cubicBezTo>
                  <a:pt x="-12" y="306"/>
                  <a:pt x="346" y="-10"/>
                  <a:pt x="697" y="0"/>
                </a:cubicBezTo>
                <a:lnTo>
                  <a:pt x="3484" y="0"/>
                </a:lnTo>
                <a:cubicBezTo>
                  <a:pt x="3875" y="-12"/>
                  <a:pt x="4191" y="346"/>
                  <a:pt x="4181" y="697"/>
                </a:cubicBezTo>
                <a:lnTo>
                  <a:pt x="4181" y="939"/>
                </a:lnTo>
                <a:lnTo>
                  <a:pt x="0" y="939"/>
                </a:lnTo>
                <a:lnTo>
                  <a:pt x="0" y="6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937776" y="5072043"/>
            <a:ext cx="756920" cy="7569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6"/>
          <p:cNvSpPr txBox="1"/>
          <p:nvPr/>
        </p:nvSpPr>
        <p:spPr>
          <a:xfrm>
            <a:off x="5766961" y="18945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Normal" panose="020B0400000000000000" charset="-122"/>
                <a:sym typeface="思源黑体 CN Medium" panose="020B0600000000000000" pitchFamily="34" charset="-122"/>
              </a:rPr>
              <a:t>添加标题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Normal" panose="020B04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7"/>
          <p:cNvSpPr txBox="1"/>
          <p:nvPr/>
        </p:nvSpPr>
        <p:spPr>
          <a:xfrm>
            <a:off x="5335796" y="2593638"/>
            <a:ext cx="1958975" cy="199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13" name="文本框 18"/>
          <p:cNvSpPr txBox="1"/>
          <p:nvPr/>
        </p:nvSpPr>
        <p:spPr>
          <a:xfrm>
            <a:off x="5997879" y="5155863"/>
            <a:ext cx="63671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00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02</a:t>
            </a:r>
            <a:endParaRPr lang="en-US" altLang="zh-CN" sz="30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圆角矩形 20"/>
          <p:cNvSpPr/>
          <p:nvPr/>
        </p:nvSpPr>
        <p:spPr>
          <a:xfrm>
            <a:off x="8675261" y="1766233"/>
            <a:ext cx="2654935" cy="37509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任意多边形 21"/>
          <p:cNvSpPr/>
          <p:nvPr/>
        </p:nvSpPr>
        <p:spPr>
          <a:xfrm>
            <a:off x="8675261" y="1766233"/>
            <a:ext cx="2654935" cy="59626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182" h="939">
                <a:moveTo>
                  <a:pt x="0" y="697"/>
                </a:moveTo>
                <a:cubicBezTo>
                  <a:pt x="-12" y="306"/>
                  <a:pt x="346" y="-10"/>
                  <a:pt x="697" y="0"/>
                </a:cubicBezTo>
                <a:lnTo>
                  <a:pt x="3484" y="0"/>
                </a:lnTo>
                <a:cubicBezTo>
                  <a:pt x="3875" y="-12"/>
                  <a:pt x="4191" y="346"/>
                  <a:pt x="4181" y="697"/>
                </a:cubicBezTo>
                <a:lnTo>
                  <a:pt x="4181" y="939"/>
                </a:lnTo>
                <a:lnTo>
                  <a:pt x="0" y="939"/>
                </a:lnTo>
                <a:lnTo>
                  <a:pt x="0" y="6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9624586" y="5072043"/>
            <a:ext cx="756920" cy="7569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23"/>
          <p:cNvSpPr txBox="1"/>
          <p:nvPr/>
        </p:nvSpPr>
        <p:spPr>
          <a:xfrm>
            <a:off x="9453771" y="18945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Normal" panose="020B0400000000000000" charset="-122"/>
                <a:sym typeface="思源黑体 CN Medium" panose="020B0600000000000000" pitchFamily="34" charset="-122"/>
              </a:rPr>
              <a:t>添加标题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Normal" panose="020B04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19" name="文本框 24"/>
          <p:cNvSpPr txBox="1"/>
          <p:nvPr/>
        </p:nvSpPr>
        <p:spPr>
          <a:xfrm>
            <a:off x="9022606" y="2593638"/>
            <a:ext cx="1958975" cy="199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20" name="文本框 25"/>
          <p:cNvSpPr txBox="1"/>
          <p:nvPr/>
        </p:nvSpPr>
        <p:spPr>
          <a:xfrm>
            <a:off x="9684689" y="5155863"/>
            <a:ext cx="63671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00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03</a:t>
            </a:r>
            <a:endParaRPr lang="en-US" altLang="zh-CN" sz="30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239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002811" y="1818671"/>
            <a:ext cx="4186378" cy="4021881"/>
            <a:chOff x="3922247" y="1510219"/>
            <a:chExt cx="4348779" cy="4177903"/>
          </a:xfrm>
        </p:grpSpPr>
        <p:grpSp>
          <p:nvGrpSpPr>
            <p:cNvPr id="3" name="组合 2"/>
            <p:cNvGrpSpPr/>
            <p:nvPr/>
          </p:nvGrpSpPr>
          <p:grpSpPr>
            <a:xfrm>
              <a:off x="3922247" y="1510219"/>
              <a:ext cx="4348779" cy="3840715"/>
              <a:chOff x="3922247" y="1510219"/>
              <a:chExt cx="4348779" cy="3840715"/>
            </a:xfrm>
          </p:grpSpPr>
          <p:sp>
            <p:nvSpPr>
              <p:cNvPr id="5" name="Freeform 6"/>
              <p:cNvSpPr/>
              <p:nvPr/>
            </p:nvSpPr>
            <p:spPr bwMode="auto">
              <a:xfrm rot="1800000">
                <a:off x="4611470" y="4127093"/>
                <a:ext cx="1647748" cy="1223841"/>
              </a:xfrm>
              <a:custGeom>
                <a:avLst/>
                <a:gdLst>
                  <a:gd name="T0" fmla="*/ 492 w 971"/>
                  <a:gd name="T1" fmla="*/ 725 h 725"/>
                  <a:gd name="T2" fmla="*/ 366 w 971"/>
                  <a:gd name="T3" fmla="*/ 719 h 725"/>
                  <a:gd name="T4" fmla="*/ 246 w 971"/>
                  <a:gd name="T5" fmla="*/ 701 h 725"/>
                  <a:gd name="T6" fmla="*/ 128 w 971"/>
                  <a:gd name="T7" fmla="*/ 669 h 725"/>
                  <a:gd name="T8" fmla="*/ 14 w 971"/>
                  <a:gd name="T9" fmla="*/ 625 h 725"/>
                  <a:gd name="T10" fmla="*/ 6 w 971"/>
                  <a:gd name="T11" fmla="*/ 620 h 725"/>
                  <a:gd name="T12" fmla="*/ 2 w 971"/>
                  <a:gd name="T13" fmla="*/ 615 h 725"/>
                  <a:gd name="T14" fmla="*/ 0 w 971"/>
                  <a:gd name="T15" fmla="*/ 608 h 725"/>
                  <a:gd name="T16" fmla="*/ 2 w 971"/>
                  <a:gd name="T17" fmla="*/ 597 h 725"/>
                  <a:gd name="T18" fmla="*/ 34 w 971"/>
                  <a:gd name="T19" fmla="*/ 494 h 725"/>
                  <a:gd name="T20" fmla="*/ 72 w 971"/>
                  <a:gd name="T21" fmla="*/ 394 h 725"/>
                  <a:gd name="T22" fmla="*/ 120 w 971"/>
                  <a:gd name="T23" fmla="*/ 297 h 725"/>
                  <a:gd name="T24" fmla="*/ 175 w 971"/>
                  <a:gd name="T25" fmla="*/ 204 h 725"/>
                  <a:gd name="T26" fmla="*/ 192 w 971"/>
                  <a:gd name="T27" fmla="*/ 180 h 725"/>
                  <a:gd name="T28" fmla="*/ 229 w 971"/>
                  <a:gd name="T29" fmla="*/ 134 h 725"/>
                  <a:gd name="T30" fmla="*/ 270 w 971"/>
                  <a:gd name="T31" fmla="*/ 93 h 725"/>
                  <a:gd name="T32" fmla="*/ 316 w 971"/>
                  <a:gd name="T33" fmla="*/ 56 h 725"/>
                  <a:gd name="T34" fmla="*/ 341 w 971"/>
                  <a:gd name="T35" fmla="*/ 41 h 725"/>
                  <a:gd name="T36" fmla="*/ 384 w 971"/>
                  <a:gd name="T37" fmla="*/ 20 h 725"/>
                  <a:gd name="T38" fmla="*/ 427 w 971"/>
                  <a:gd name="T39" fmla="*/ 6 h 725"/>
                  <a:gd name="T40" fmla="*/ 470 w 971"/>
                  <a:gd name="T41" fmla="*/ 1 h 725"/>
                  <a:gd name="T42" fmla="*/ 513 w 971"/>
                  <a:gd name="T43" fmla="*/ 1 h 725"/>
                  <a:gd name="T44" fmla="*/ 556 w 971"/>
                  <a:gd name="T45" fmla="*/ 9 h 725"/>
                  <a:gd name="T46" fmla="*/ 598 w 971"/>
                  <a:gd name="T47" fmla="*/ 23 h 725"/>
                  <a:gd name="T48" fmla="*/ 639 w 971"/>
                  <a:gd name="T49" fmla="*/ 45 h 725"/>
                  <a:gd name="T50" fmla="*/ 678 w 971"/>
                  <a:gd name="T51" fmla="*/ 75 h 725"/>
                  <a:gd name="T52" fmla="*/ 709 w 971"/>
                  <a:gd name="T53" fmla="*/ 100 h 725"/>
                  <a:gd name="T54" fmla="*/ 762 w 971"/>
                  <a:gd name="T55" fmla="*/ 156 h 725"/>
                  <a:gd name="T56" fmla="*/ 807 w 971"/>
                  <a:gd name="T57" fmla="*/ 219 h 725"/>
                  <a:gd name="T58" fmla="*/ 848 w 971"/>
                  <a:gd name="T59" fmla="*/ 287 h 725"/>
                  <a:gd name="T60" fmla="*/ 866 w 971"/>
                  <a:gd name="T61" fmla="*/ 322 h 725"/>
                  <a:gd name="T62" fmla="*/ 896 w 971"/>
                  <a:gd name="T63" fmla="*/ 388 h 725"/>
                  <a:gd name="T64" fmla="*/ 924 w 971"/>
                  <a:gd name="T65" fmla="*/ 458 h 725"/>
                  <a:gd name="T66" fmla="*/ 949 w 971"/>
                  <a:gd name="T67" fmla="*/ 527 h 725"/>
                  <a:gd name="T68" fmla="*/ 970 w 971"/>
                  <a:gd name="T69" fmla="*/ 600 h 725"/>
                  <a:gd name="T70" fmla="*/ 971 w 971"/>
                  <a:gd name="T71" fmla="*/ 612 h 725"/>
                  <a:gd name="T72" fmla="*/ 969 w 971"/>
                  <a:gd name="T73" fmla="*/ 618 h 725"/>
                  <a:gd name="T74" fmla="*/ 957 w 971"/>
                  <a:gd name="T75" fmla="*/ 625 h 725"/>
                  <a:gd name="T76" fmla="*/ 900 w 971"/>
                  <a:gd name="T77" fmla="*/ 648 h 725"/>
                  <a:gd name="T78" fmla="*/ 787 w 971"/>
                  <a:gd name="T79" fmla="*/ 686 h 725"/>
                  <a:gd name="T80" fmla="*/ 668 w 971"/>
                  <a:gd name="T81" fmla="*/ 712 h 725"/>
                  <a:gd name="T82" fmla="*/ 550 w 971"/>
                  <a:gd name="T83" fmla="*/ 723 h 725"/>
                  <a:gd name="T84" fmla="*/ 492 w 971"/>
                  <a:gd name="T85" fmla="*/ 725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71" h="725">
                    <a:moveTo>
                      <a:pt x="492" y="725"/>
                    </a:moveTo>
                    <a:lnTo>
                      <a:pt x="492" y="725"/>
                    </a:lnTo>
                    <a:lnTo>
                      <a:pt x="428" y="723"/>
                    </a:lnTo>
                    <a:lnTo>
                      <a:pt x="366" y="719"/>
                    </a:lnTo>
                    <a:lnTo>
                      <a:pt x="306" y="711"/>
                    </a:lnTo>
                    <a:lnTo>
                      <a:pt x="246" y="701"/>
                    </a:lnTo>
                    <a:lnTo>
                      <a:pt x="186" y="686"/>
                    </a:lnTo>
                    <a:lnTo>
                      <a:pt x="128" y="669"/>
                    </a:lnTo>
                    <a:lnTo>
                      <a:pt x="71" y="648"/>
                    </a:lnTo>
                    <a:lnTo>
                      <a:pt x="14" y="625"/>
                    </a:lnTo>
                    <a:lnTo>
                      <a:pt x="14" y="625"/>
                    </a:lnTo>
                    <a:lnTo>
                      <a:pt x="6" y="620"/>
                    </a:lnTo>
                    <a:lnTo>
                      <a:pt x="3" y="618"/>
                    </a:lnTo>
                    <a:lnTo>
                      <a:pt x="2" y="615"/>
                    </a:lnTo>
                    <a:lnTo>
                      <a:pt x="0" y="612"/>
                    </a:lnTo>
                    <a:lnTo>
                      <a:pt x="0" y="608"/>
                    </a:lnTo>
                    <a:lnTo>
                      <a:pt x="2" y="597"/>
                    </a:lnTo>
                    <a:lnTo>
                      <a:pt x="2" y="597"/>
                    </a:lnTo>
                    <a:lnTo>
                      <a:pt x="17" y="545"/>
                    </a:lnTo>
                    <a:lnTo>
                      <a:pt x="34" y="494"/>
                    </a:lnTo>
                    <a:lnTo>
                      <a:pt x="53" y="444"/>
                    </a:lnTo>
                    <a:lnTo>
                      <a:pt x="72" y="394"/>
                    </a:lnTo>
                    <a:lnTo>
                      <a:pt x="95" y="344"/>
                    </a:lnTo>
                    <a:lnTo>
                      <a:pt x="120" y="297"/>
                    </a:lnTo>
                    <a:lnTo>
                      <a:pt x="146" y="250"/>
                    </a:lnTo>
                    <a:lnTo>
                      <a:pt x="175" y="204"/>
                    </a:lnTo>
                    <a:lnTo>
                      <a:pt x="175" y="204"/>
                    </a:lnTo>
                    <a:lnTo>
                      <a:pt x="192" y="180"/>
                    </a:lnTo>
                    <a:lnTo>
                      <a:pt x="210" y="156"/>
                    </a:lnTo>
                    <a:lnTo>
                      <a:pt x="229" y="134"/>
                    </a:lnTo>
                    <a:lnTo>
                      <a:pt x="249" y="113"/>
                    </a:lnTo>
                    <a:lnTo>
                      <a:pt x="270" y="93"/>
                    </a:lnTo>
                    <a:lnTo>
                      <a:pt x="292" y="75"/>
                    </a:lnTo>
                    <a:lnTo>
                      <a:pt x="316" y="56"/>
                    </a:lnTo>
                    <a:lnTo>
                      <a:pt x="341" y="41"/>
                    </a:lnTo>
                    <a:lnTo>
                      <a:pt x="341" y="41"/>
                    </a:lnTo>
                    <a:lnTo>
                      <a:pt x="361" y="30"/>
                    </a:lnTo>
                    <a:lnTo>
                      <a:pt x="384" y="20"/>
                    </a:lnTo>
                    <a:lnTo>
                      <a:pt x="404" y="13"/>
                    </a:lnTo>
                    <a:lnTo>
                      <a:pt x="427" y="6"/>
                    </a:lnTo>
                    <a:lnTo>
                      <a:pt x="448" y="2"/>
                    </a:lnTo>
                    <a:lnTo>
                      <a:pt x="470" y="1"/>
                    </a:lnTo>
                    <a:lnTo>
                      <a:pt x="492" y="0"/>
                    </a:lnTo>
                    <a:lnTo>
                      <a:pt x="513" y="1"/>
                    </a:lnTo>
                    <a:lnTo>
                      <a:pt x="534" y="4"/>
                    </a:lnTo>
                    <a:lnTo>
                      <a:pt x="556" y="9"/>
                    </a:lnTo>
                    <a:lnTo>
                      <a:pt x="577" y="15"/>
                    </a:lnTo>
                    <a:lnTo>
                      <a:pt x="598" y="23"/>
                    </a:lnTo>
                    <a:lnTo>
                      <a:pt x="618" y="34"/>
                    </a:lnTo>
                    <a:lnTo>
                      <a:pt x="639" y="45"/>
                    </a:lnTo>
                    <a:lnTo>
                      <a:pt x="659" y="59"/>
                    </a:lnTo>
                    <a:lnTo>
                      <a:pt x="678" y="75"/>
                    </a:lnTo>
                    <a:lnTo>
                      <a:pt x="678" y="75"/>
                    </a:lnTo>
                    <a:lnTo>
                      <a:pt x="709" y="100"/>
                    </a:lnTo>
                    <a:lnTo>
                      <a:pt x="737" y="127"/>
                    </a:lnTo>
                    <a:lnTo>
                      <a:pt x="762" y="156"/>
                    </a:lnTo>
                    <a:lnTo>
                      <a:pt x="785" y="187"/>
                    </a:lnTo>
                    <a:lnTo>
                      <a:pt x="807" y="219"/>
                    </a:lnTo>
                    <a:lnTo>
                      <a:pt x="828" y="252"/>
                    </a:lnTo>
                    <a:lnTo>
                      <a:pt x="848" y="287"/>
                    </a:lnTo>
                    <a:lnTo>
                      <a:pt x="866" y="322"/>
                    </a:lnTo>
                    <a:lnTo>
                      <a:pt x="866" y="322"/>
                    </a:lnTo>
                    <a:lnTo>
                      <a:pt x="881" y="355"/>
                    </a:lnTo>
                    <a:lnTo>
                      <a:pt x="896" y="388"/>
                    </a:lnTo>
                    <a:lnTo>
                      <a:pt x="912" y="423"/>
                    </a:lnTo>
                    <a:lnTo>
                      <a:pt x="924" y="458"/>
                    </a:lnTo>
                    <a:lnTo>
                      <a:pt x="937" y="493"/>
                    </a:lnTo>
                    <a:lnTo>
                      <a:pt x="949" y="527"/>
                    </a:lnTo>
                    <a:lnTo>
                      <a:pt x="970" y="600"/>
                    </a:lnTo>
                    <a:lnTo>
                      <a:pt x="970" y="600"/>
                    </a:lnTo>
                    <a:lnTo>
                      <a:pt x="971" y="608"/>
                    </a:lnTo>
                    <a:lnTo>
                      <a:pt x="971" y="612"/>
                    </a:lnTo>
                    <a:lnTo>
                      <a:pt x="971" y="615"/>
                    </a:lnTo>
                    <a:lnTo>
                      <a:pt x="969" y="618"/>
                    </a:lnTo>
                    <a:lnTo>
                      <a:pt x="966" y="620"/>
                    </a:lnTo>
                    <a:lnTo>
                      <a:pt x="957" y="625"/>
                    </a:lnTo>
                    <a:lnTo>
                      <a:pt x="957" y="625"/>
                    </a:lnTo>
                    <a:lnTo>
                      <a:pt x="900" y="648"/>
                    </a:lnTo>
                    <a:lnTo>
                      <a:pt x="843" y="669"/>
                    </a:lnTo>
                    <a:lnTo>
                      <a:pt x="787" y="686"/>
                    </a:lnTo>
                    <a:lnTo>
                      <a:pt x="728" y="701"/>
                    </a:lnTo>
                    <a:lnTo>
                      <a:pt x="668" y="712"/>
                    </a:lnTo>
                    <a:lnTo>
                      <a:pt x="610" y="719"/>
                    </a:lnTo>
                    <a:lnTo>
                      <a:pt x="550" y="723"/>
                    </a:lnTo>
                    <a:lnTo>
                      <a:pt x="521" y="725"/>
                    </a:lnTo>
                    <a:lnTo>
                      <a:pt x="492" y="725"/>
                    </a:lnTo>
                    <a:lnTo>
                      <a:pt x="492" y="72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6" name="Freeform 7"/>
              <p:cNvSpPr/>
              <p:nvPr/>
            </p:nvSpPr>
            <p:spPr bwMode="auto">
              <a:xfrm rot="1800000">
                <a:off x="5933748" y="1844655"/>
                <a:ext cx="1642657" cy="1227217"/>
              </a:xfrm>
              <a:custGeom>
                <a:avLst/>
                <a:gdLst>
                  <a:gd name="T0" fmla="*/ 500 w 968"/>
                  <a:gd name="T1" fmla="*/ 0 h 727"/>
                  <a:gd name="T2" fmla="*/ 592 w 968"/>
                  <a:gd name="T3" fmla="*/ 6 h 727"/>
                  <a:gd name="T4" fmla="*/ 658 w 968"/>
                  <a:gd name="T5" fmla="*/ 14 h 727"/>
                  <a:gd name="T6" fmla="*/ 727 w 968"/>
                  <a:gd name="T7" fmla="*/ 27 h 727"/>
                  <a:gd name="T8" fmla="*/ 760 w 968"/>
                  <a:gd name="T9" fmla="*/ 34 h 727"/>
                  <a:gd name="T10" fmla="*/ 854 w 968"/>
                  <a:gd name="T11" fmla="*/ 63 h 727"/>
                  <a:gd name="T12" fmla="*/ 946 w 968"/>
                  <a:gd name="T13" fmla="*/ 98 h 727"/>
                  <a:gd name="T14" fmla="*/ 953 w 968"/>
                  <a:gd name="T15" fmla="*/ 100 h 727"/>
                  <a:gd name="T16" fmla="*/ 963 w 968"/>
                  <a:gd name="T17" fmla="*/ 109 h 727"/>
                  <a:gd name="T18" fmla="*/ 967 w 968"/>
                  <a:gd name="T19" fmla="*/ 118 h 727"/>
                  <a:gd name="T20" fmla="*/ 967 w 968"/>
                  <a:gd name="T21" fmla="*/ 131 h 727"/>
                  <a:gd name="T22" fmla="*/ 966 w 968"/>
                  <a:gd name="T23" fmla="*/ 137 h 727"/>
                  <a:gd name="T24" fmla="*/ 920 w 968"/>
                  <a:gd name="T25" fmla="*/ 271 h 727"/>
                  <a:gd name="T26" fmla="*/ 903 w 968"/>
                  <a:gd name="T27" fmla="*/ 314 h 727"/>
                  <a:gd name="T28" fmla="*/ 875 w 968"/>
                  <a:gd name="T29" fmla="*/ 380 h 727"/>
                  <a:gd name="T30" fmla="*/ 843 w 968"/>
                  <a:gd name="T31" fmla="*/ 442 h 727"/>
                  <a:gd name="T32" fmla="*/ 807 w 968"/>
                  <a:gd name="T33" fmla="*/ 502 h 727"/>
                  <a:gd name="T34" fmla="*/ 765 w 968"/>
                  <a:gd name="T35" fmla="*/ 559 h 727"/>
                  <a:gd name="T36" fmla="*/ 746 w 968"/>
                  <a:gd name="T37" fmla="*/ 584 h 727"/>
                  <a:gd name="T38" fmla="*/ 704 w 968"/>
                  <a:gd name="T39" fmla="*/ 628 h 727"/>
                  <a:gd name="T40" fmla="*/ 657 w 968"/>
                  <a:gd name="T41" fmla="*/ 667 h 727"/>
                  <a:gd name="T42" fmla="*/ 604 w 968"/>
                  <a:gd name="T43" fmla="*/ 698 h 727"/>
                  <a:gd name="T44" fmla="*/ 575 w 968"/>
                  <a:gd name="T45" fmla="*/ 710 h 727"/>
                  <a:gd name="T46" fmla="*/ 518 w 968"/>
                  <a:gd name="T47" fmla="*/ 724 h 727"/>
                  <a:gd name="T48" fmla="*/ 464 w 968"/>
                  <a:gd name="T49" fmla="*/ 725 h 727"/>
                  <a:gd name="T50" fmla="*/ 408 w 968"/>
                  <a:gd name="T51" fmla="*/ 716 h 727"/>
                  <a:gd name="T52" fmla="*/ 356 w 968"/>
                  <a:gd name="T53" fmla="*/ 695 h 727"/>
                  <a:gd name="T54" fmla="*/ 325 w 968"/>
                  <a:gd name="T55" fmla="*/ 677 h 727"/>
                  <a:gd name="T56" fmla="*/ 269 w 968"/>
                  <a:gd name="T57" fmla="*/ 635 h 727"/>
                  <a:gd name="T58" fmla="*/ 221 w 968"/>
                  <a:gd name="T59" fmla="*/ 587 h 727"/>
                  <a:gd name="T60" fmla="*/ 178 w 968"/>
                  <a:gd name="T61" fmla="*/ 531 h 727"/>
                  <a:gd name="T62" fmla="*/ 158 w 968"/>
                  <a:gd name="T63" fmla="*/ 502 h 727"/>
                  <a:gd name="T64" fmla="*/ 111 w 968"/>
                  <a:gd name="T65" fmla="*/ 420 h 727"/>
                  <a:gd name="T66" fmla="*/ 69 w 968"/>
                  <a:gd name="T67" fmla="*/ 334 h 727"/>
                  <a:gd name="T68" fmla="*/ 36 w 968"/>
                  <a:gd name="T69" fmla="*/ 246 h 727"/>
                  <a:gd name="T70" fmla="*/ 7 w 968"/>
                  <a:gd name="T71" fmla="*/ 156 h 727"/>
                  <a:gd name="T72" fmla="*/ 3 w 968"/>
                  <a:gd name="T73" fmla="*/ 139 h 727"/>
                  <a:gd name="T74" fmla="*/ 0 w 968"/>
                  <a:gd name="T75" fmla="*/ 118 h 727"/>
                  <a:gd name="T76" fmla="*/ 7 w 968"/>
                  <a:gd name="T77" fmla="*/ 106 h 727"/>
                  <a:gd name="T78" fmla="*/ 42 w 968"/>
                  <a:gd name="T79" fmla="*/ 89 h 727"/>
                  <a:gd name="T80" fmla="*/ 78 w 968"/>
                  <a:gd name="T81" fmla="*/ 75 h 727"/>
                  <a:gd name="T82" fmla="*/ 150 w 968"/>
                  <a:gd name="T83" fmla="*/ 50 h 727"/>
                  <a:gd name="T84" fmla="*/ 224 w 968"/>
                  <a:gd name="T85" fmla="*/ 31 h 727"/>
                  <a:gd name="T86" fmla="*/ 297 w 968"/>
                  <a:gd name="T87" fmla="*/ 16 h 727"/>
                  <a:gd name="T88" fmla="*/ 335 w 968"/>
                  <a:gd name="T89" fmla="*/ 10 h 727"/>
                  <a:gd name="T90" fmla="*/ 411 w 968"/>
                  <a:gd name="T91" fmla="*/ 2 h 727"/>
                  <a:gd name="T92" fmla="*/ 500 w 968"/>
                  <a:gd name="T93" fmla="*/ 0 h 7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968" h="727">
                    <a:moveTo>
                      <a:pt x="500" y="0"/>
                    </a:moveTo>
                    <a:lnTo>
                      <a:pt x="500" y="0"/>
                    </a:lnTo>
                    <a:lnTo>
                      <a:pt x="560" y="3"/>
                    </a:lnTo>
                    <a:lnTo>
                      <a:pt x="592" y="6"/>
                    </a:lnTo>
                    <a:lnTo>
                      <a:pt x="625" y="9"/>
                    </a:lnTo>
                    <a:lnTo>
                      <a:pt x="658" y="14"/>
                    </a:lnTo>
                    <a:lnTo>
                      <a:pt x="692" y="20"/>
                    </a:lnTo>
                    <a:lnTo>
                      <a:pt x="727" y="27"/>
                    </a:lnTo>
                    <a:lnTo>
                      <a:pt x="760" y="34"/>
                    </a:lnTo>
                    <a:lnTo>
                      <a:pt x="760" y="34"/>
                    </a:lnTo>
                    <a:lnTo>
                      <a:pt x="807" y="48"/>
                    </a:lnTo>
                    <a:lnTo>
                      <a:pt x="854" y="63"/>
                    </a:lnTo>
                    <a:lnTo>
                      <a:pt x="900" y="80"/>
                    </a:lnTo>
                    <a:lnTo>
                      <a:pt x="946" y="98"/>
                    </a:lnTo>
                    <a:lnTo>
                      <a:pt x="946" y="98"/>
                    </a:lnTo>
                    <a:lnTo>
                      <a:pt x="953" y="100"/>
                    </a:lnTo>
                    <a:lnTo>
                      <a:pt x="959" y="105"/>
                    </a:lnTo>
                    <a:lnTo>
                      <a:pt x="963" y="109"/>
                    </a:lnTo>
                    <a:lnTo>
                      <a:pt x="966" y="113"/>
                    </a:lnTo>
                    <a:lnTo>
                      <a:pt x="967" y="118"/>
                    </a:lnTo>
                    <a:lnTo>
                      <a:pt x="968" y="124"/>
                    </a:lnTo>
                    <a:lnTo>
                      <a:pt x="967" y="131"/>
                    </a:lnTo>
                    <a:lnTo>
                      <a:pt x="966" y="137"/>
                    </a:lnTo>
                    <a:lnTo>
                      <a:pt x="966" y="137"/>
                    </a:lnTo>
                    <a:lnTo>
                      <a:pt x="936" y="227"/>
                    </a:lnTo>
                    <a:lnTo>
                      <a:pt x="920" y="271"/>
                    </a:lnTo>
                    <a:lnTo>
                      <a:pt x="903" y="314"/>
                    </a:lnTo>
                    <a:lnTo>
                      <a:pt x="903" y="314"/>
                    </a:lnTo>
                    <a:lnTo>
                      <a:pt x="889" y="348"/>
                    </a:lnTo>
                    <a:lnTo>
                      <a:pt x="875" y="380"/>
                    </a:lnTo>
                    <a:lnTo>
                      <a:pt x="860" y="412"/>
                    </a:lnTo>
                    <a:lnTo>
                      <a:pt x="843" y="442"/>
                    </a:lnTo>
                    <a:lnTo>
                      <a:pt x="825" y="473"/>
                    </a:lnTo>
                    <a:lnTo>
                      <a:pt x="807" y="502"/>
                    </a:lnTo>
                    <a:lnTo>
                      <a:pt x="788" y="531"/>
                    </a:lnTo>
                    <a:lnTo>
                      <a:pt x="765" y="559"/>
                    </a:lnTo>
                    <a:lnTo>
                      <a:pt x="765" y="559"/>
                    </a:lnTo>
                    <a:lnTo>
                      <a:pt x="746" y="584"/>
                    </a:lnTo>
                    <a:lnTo>
                      <a:pt x="725" y="606"/>
                    </a:lnTo>
                    <a:lnTo>
                      <a:pt x="704" y="628"/>
                    </a:lnTo>
                    <a:lnTo>
                      <a:pt x="681" y="648"/>
                    </a:lnTo>
                    <a:lnTo>
                      <a:pt x="657" y="667"/>
                    </a:lnTo>
                    <a:lnTo>
                      <a:pt x="631" y="684"/>
                    </a:lnTo>
                    <a:lnTo>
                      <a:pt x="604" y="698"/>
                    </a:lnTo>
                    <a:lnTo>
                      <a:pt x="575" y="710"/>
                    </a:lnTo>
                    <a:lnTo>
                      <a:pt x="575" y="710"/>
                    </a:lnTo>
                    <a:lnTo>
                      <a:pt x="547" y="718"/>
                    </a:lnTo>
                    <a:lnTo>
                      <a:pt x="518" y="724"/>
                    </a:lnTo>
                    <a:lnTo>
                      <a:pt x="490" y="727"/>
                    </a:lnTo>
                    <a:lnTo>
                      <a:pt x="464" y="725"/>
                    </a:lnTo>
                    <a:lnTo>
                      <a:pt x="436" y="723"/>
                    </a:lnTo>
                    <a:lnTo>
                      <a:pt x="408" y="716"/>
                    </a:lnTo>
                    <a:lnTo>
                      <a:pt x="382" y="707"/>
                    </a:lnTo>
                    <a:lnTo>
                      <a:pt x="356" y="695"/>
                    </a:lnTo>
                    <a:lnTo>
                      <a:pt x="356" y="695"/>
                    </a:lnTo>
                    <a:lnTo>
                      <a:pt x="325" y="677"/>
                    </a:lnTo>
                    <a:lnTo>
                      <a:pt x="296" y="657"/>
                    </a:lnTo>
                    <a:lnTo>
                      <a:pt x="269" y="635"/>
                    </a:lnTo>
                    <a:lnTo>
                      <a:pt x="244" y="612"/>
                    </a:lnTo>
                    <a:lnTo>
                      <a:pt x="221" y="587"/>
                    </a:lnTo>
                    <a:lnTo>
                      <a:pt x="199" y="559"/>
                    </a:lnTo>
                    <a:lnTo>
                      <a:pt x="178" y="531"/>
                    </a:lnTo>
                    <a:lnTo>
                      <a:pt x="158" y="502"/>
                    </a:lnTo>
                    <a:lnTo>
                      <a:pt x="158" y="502"/>
                    </a:lnTo>
                    <a:lnTo>
                      <a:pt x="133" y="462"/>
                    </a:lnTo>
                    <a:lnTo>
                      <a:pt x="111" y="420"/>
                    </a:lnTo>
                    <a:lnTo>
                      <a:pt x="89" y="377"/>
                    </a:lnTo>
                    <a:lnTo>
                      <a:pt x="69" y="334"/>
                    </a:lnTo>
                    <a:lnTo>
                      <a:pt x="53" y="291"/>
                    </a:lnTo>
                    <a:lnTo>
                      <a:pt x="36" y="246"/>
                    </a:lnTo>
                    <a:lnTo>
                      <a:pt x="21" y="200"/>
                    </a:lnTo>
                    <a:lnTo>
                      <a:pt x="7" y="156"/>
                    </a:lnTo>
                    <a:lnTo>
                      <a:pt x="7" y="156"/>
                    </a:lnTo>
                    <a:lnTo>
                      <a:pt x="3" y="139"/>
                    </a:lnTo>
                    <a:lnTo>
                      <a:pt x="0" y="128"/>
                    </a:lnTo>
                    <a:lnTo>
                      <a:pt x="0" y="118"/>
                    </a:lnTo>
                    <a:lnTo>
                      <a:pt x="3" y="112"/>
                    </a:lnTo>
                    <a:lnTo>
                      <a:pt x="7" y="106"/>
                    </a:lnTo>
                    <a:lnTo>
                      <a:pt x="15" y="102"/>
                    </a:lnTo>
                    <a:lnTo>
                      <a:pt x="42" y="89"/>
                    </a:lnTo>
                    <a:lnTo>
                      <a:pt x="42" y="89"/>
                    </a:lnTo>
                    <a:lnTo>
                      <a:pt x="78" y="75"/>
                    </a:lnTo>
                    <a:lnTo>
                      <a:pt x="114" y="62"/>
                    </a:lnTo>
                    <a:lnTo>
                      <a:pt x="150" y="50"/>
                    </a:lnTo>
                    <a:lnTo>
                      <a:pt x="186" y="39"/>
                    </a:lnTo>
                    <a:lnTo>
                      <a:pt x="224" y="31"/>
                    </a:lnTo>
                    <a:lnTo>
                      <a:pt x="260" y="23"/>
                    </a:lnTo>
                    <a:lnTo>
                      <a:pt x="297" y="16"/>
                    </a:lnTo>
                    <a:lnTo>
                      <a:pt x="335" y="10"/>
                    </a:lnTo>
                    <a:lnTo>
                      <a:pt x="335" y="10"/>
                    </a:lnTo>
                    <a:lnTo>
                      <a:pt x="372" y="6"/>
                    </a:lnTo>
                    <a:lnTo>
                      <a:pt x="411" y="2"/>
                    </a:lnTo>
                    <a:lnTo>
                      <a:pt x="453" y="0"/>
                    </a:lnTo>
                    <a:lnTo>
                      <a:pt x="500" y="0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7" name="Freeform 8"/>
              <p:cNvSpPr/>
              <p:nvPr/>
            </p:nvSpPr>
            <p:spPr bwMode="auto">
              <a:xfrm rot="1800000">
                <a:off x="3922247" y="2932194"/>
                <a:ext cx="1374537" cy="1515874"/>
              </a:xfrm>
              <a:custGeom>
                <a:avLst/>
                <a:gdLst>
                  <a:gd name="T0" fmla="*/ 364 w 810"/>
                  <a:gd name="T1" fmla="*/ 0 h 898"/>
                  <a:gd name="T2" fmla="*/ 428 w 810"/>
                  <a:gd name="T3" fmla="*/ 2 h 898"/>
                  <a:gd name="T4" fmla="*/ 492 w 810"/>
                  <a:gd name="T5" fmla="*/ 9 h 898"/>
                  <a:gd name="T6" fmla="*/ 554 w 810"/>
                  <a:gd name="T7" fmla="*/ 21 h 898"/>
                  <a:gd name="T8" fmla="*/ 615 w 810"/>
                  <a:gd name="T9" fmla="*/ 41 h 898"/>
                  <a:gd name="T10" fmla="*/ 642 w 810"/>
                  <a:gd name="T11" fmla="*/ 52 h 898"/>
                  <a:gd name="T12" fmla="*/ 688 w 810"/>
                  <a:gd name="T13" fmla="*/ 80 h 898"/>
                  <a:gd name="T14" fmla="*/ 728 w 810"/>
                  <a:gd name="T15" fmla="*/ 113 h 898"/>
                  <a:gd name="T16" fmla="*/ 760 w 810"/>
                  <a:gd name="T17" fmla="*/ 150 h 898"/>
                  <a:gd name="T18" fmla="*/ 785 w 810"/>
                  <a:gd name="T19" fmla="*/ 195 h 898"/>
                  <a:gd name="T20" fmla="*/ 802 w 810"/>
                  <a:gd name="T21" fmla="*/ 242 h 898"/>
                  <a:gd name="T22" fmla="*/ 810 w 810"/>
                  <a:gd name="T23" fmla="*/ 293 h 898"/>
                  <a:gd name="T24" fmla="*/ 809 w 810"/>
                  <a:gd name="T25" fmla="*/ 348 h 898"/>
                  <a:gd name="T26" fmla="*/ 804 w 810"/>
                  <a:gd name="T27" fmla="*/ 377 h 898"/>
                  <a:gd name="T28" fmla="*/ 793 w 810"/>
                  <a:gd name="T29" fmla="*/ 428 h 898"/>
                  <a:gd name="T30" fmla="*/ 778 w 810"/>
                  <a:gd name="T31" fmla="*/ 478 h 898"/>
                  <a:gd name="T32" fmla="*/ 759 w 810"/>
                  <a:gd name="T33" fmla="*/ 527 h 898"/>
                  <a:gd name="T34" fmla="*/ 736 w 810"/>
                  <a:gd name="T35" fmla="*/ 573 h 898"/>
                  <a:gd name="T36" fmla="*/ 684 w 810"/>
                  <a:gd name="T37" fmla="*/ 661 h 898"/>
                  <a:gd name="T38" fmla="*/ 621 w 810"/>
                  <a:gd name="T39" fmla="*/ 746 h 898"/>
                  <a:gd name="T40" fmla="*/ 592 w 810"/>
                  <a:gd name="T41" fmla="*/ 784 h 898"/>
                  <a:gd name="T42" fmla="*/ 529 w 810"/>
                  <a:gd name="T43" fmla="*/ 856 h 898"/>
                  <a:gd name="T44" fmla="*/ 496 w 810"/>
                  <a:gd name="T45" fmla="*/ 889 h 898"/>
                  <a:gd name="T46" fmla="*/ 486 w 810"/>
                  <a:gd name="T47" fmla="*/ 898 h 898"/>
                  <a:gd name="T48" fmla="*/ 479 w 810"/>
                  <a:gd name="T49" fmla="*/ 898 h 898"/>
                  <a:gd name="T50" fmla="*/ 472 w 810"/>
                  <a:gd name="T51" fmla="*/ 893 h 898"/>
                  <a:gd name="T52" fmla="*/ 381 w 810"/>
                  <a:gd name="T53" fmla="*/ 820 h 898"/>
                  <a:gd name="T54" fmla="*/ 297 w 810"/>
                  <a:gd name="T55" fmla="*/ 738 h 898"/>
                  <a:gd name="T56" fmla="*/ 224 w 810"/>
                  <a:gd name="T57" fmla="*/ 649 h 898"/>
                  <a:gd name="T58" fmla="*/ 158 w 810"/>
                  <a:gd name="T59" fmla="*/ 552 h 898"/>
                  <a:gd name="T60" fmla="*/ 135 w 810"/>
                  <a:gd name="T61" fmla="*/ 511 h 898"/>
                  <a:gd name="T62" fmla="*/ 94 w 810"/>
                  <a:gd name="T63" fmla="*/ 430 h 898"/>
                  <a:gd name="T64" fmla="*/ 60 w 810"/>
                  <a:gd name="T65" fmla="*/ 346 h 898"/>
                  <a:gd name="T66" fmla="*/ 33 w 810"/>
                  <a:gd name="T67" fmla="*/ 259 h 898"/>
                  <a:gd name="T68" fmla="*/ 22 w 810"/>
                  <a:gd name="T69" fmla="*/ 214 h 898"/>
                  <a:gd name="T70" fmla="*/ 8 w 810"/>
                  <a:gd name="T71" fmla="*/ 145 h 898"/>
                  <a:gd name="T72" fmla="*/ 0 w 810"/>
                  <a:gd name="T73" fmla="*/ 74 h 898"/>
                  <a:gd name="T74" fmla="*/ 0 w 810"/>
                  <a:gd name="T75" fmla="*/ 64 h 898"/>
                  <a:gd name="T76" fmla="*/ 3 w 810"/>
                  <a:gd name="T77" fmla="*/ 57 h 898"/>
                  <a:gd name="T78" fmla="*/ 18 w 810"/>
                  <a:gd name="T79" fmla="*/ 50 h 898"/>
                  <a:gd name="T80" fmla="*/ 81 w 810"/>
                  <a:gd name="T81" fmla="*/ 35 h 898"/>
                  <a:gd name="T82" fmla="*/ 208 w 810"/>
                  <a:gd name="T83" fmla="*/ 13 h 898"/>
                  <a:gd name="T84" fmla="*/ 274 w 810"/>
                  <a:gd name="T85" fmla="*/ 5 h 898"/>
                  <a:gd name="T86" fmla="*/ 318 w 810"/>
                  <a:gd name="T87" fmla="*/ 2 h 898"/>
                  <a:gd name="T88" fmla="*/ 364 w 810"/>
                  <a:gd name="T89" fmla="*/ 0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10" h="898">
                    <a:moveTo>
                      <a:pt x="364" y="0"/>
                    </a:moveTo>
                    <a:lnTo>
                      <a:pt x="364" y="0"/>
                    </a:lnTo>
                    <a:lnTo>
                      <a:pt x="396" y="0"/>
                    </a:lnTo>
                    <a:lnTo>
                      <a:pt x="428" y="2"/>
                    </a:lnTo>
                    <a:lnTo>
                      <a:pt x="460" y="5"/>
                    </a:lnTo>
                    <a:lnTo>
                      <a:pt x="492" y="9"/>
                    </a:lnTo>
                    <a:lnTo>
                      <a:pt x="524" y="14"/>
                    </a:lnTo>
                    <a:lnTo>
                      <a:pt x="554" y="21"/>
                    </a:lnTo>
                    <a:lnTo>
                      <a:pt x="585" y="31"/>
                    </a:lnTo>
                    <a:lnTo>
                      <a:pt x="615" y="41"/>
                    </a:lnTo>
                    <a:lnTo>
                      <a:pt x="615" y="41"/>
                    </a:lnTo>
                    <a:lnTo>
                      <a:pt x="642" y="52"/>
                    </a:lnTo>
                    <a:lnTo>
                      <a:pt x="665" y="66"/>
                    </a:lnTo>
                    <a:lnTo>
                      <a:pt x="688" y="80"/>
                    </a:lnTo>
                    <a:lnTo>
                      <a:pt x="709" y="95"/>
                    </a:lnTo>
                    <a:lnTo>
                      <a:pt x="728" y="113"/>
                    </a:lnTo>
                    <a:lnTo>
                      <a:pt x="745" y="131"/>
                    </a:lnTo>
                    <a:lnTo>
                      <a:pt x="760" y="150"/>
                    </a:lnTo>
                    <a:lnTo>
                      <a:pt x="774" y="173"/>
                    </a:lnTo>
                    <a:lnTo>
                      <a:pt x="785" y="195"/>
                    </a:lnTo>
                    <a:lnTo>
                      <a:pt x="795" y="217"/>
                    </a:lnTo>
                    <a:lnTo>
                      <a:pt x="802" y="242"/>
                    </a:lnTo>
                    <a:lnTo>
                      <a:pt x="807" y="267"/>
                    </a:lnTo>
                    <a:lnTo>
                      <a:pt x="810" y="293"/>
                    </a:lnTo>
                    <a:lnTo>
                      <a:pt x="810" y="320"/>
                    </a:lnTo>
                    <a:lnTo>
                      <a:pt x="809" y="348"/>
                    </a:lnTo>
                    <a:lnTo>
                      <a:pt x="804" y="377"/>
                    </a:lnTo>
                    <a:lnTo>
                      <a:pt x="804" y="377"/>
                    </a:lnTo>
                    <a:lnTo>
                      <a:pt x="800" y="402"/>
                    </a:lnTo>
                    <a:lnTo>
                      <a:pt x="793" y="428"/>
                    </a:lnTo>
                    <a:lnTo>
                      <a:pt x="786" y="453"/>
                    </a:lnTo>
                    <a:lnTo>
                      <a:pt x="778" y="478"/>
                    </a:lnTo>
                    <a:lnTo>
                      <a:pt x="768" y="502"/>
                    </a:lnTo>
                    <a:lnTo>
                      <a:pt x="759" y="527"/>
                    </a:lnTo>
                    <a:lnTo>
                      <a:pt x="747" y="550"/>
                    </a:lnTo>
                    <a:lnTo>
                      <a:pt x="736" y="573"/>
                    </a:lnTo>
                    <a:lnTo>
                      <a:pt x="711" y="618"/>
                    </a:lnTo>
                    <a:lnTo>
                      <a:pt x="684" y="661"/>
                    </a:lnTo>
                    <a:lnTo>
                      <a:pt x="653" y="705"/>
                    </a:lnTo>
                    <a:lnTo>
                      <a:pt x="621" y="746"/>
                    </a:lnTo>
                    <a:lnTo>
                      <a:pt x="621" y="746"/>
                    </a:lnTo>
                    <a:lnTo>
                      <a:pt x="592" y="784"/>
                    </a:lnTo>
                    <a:lnTo>
                      <a:pt x="561" y="820"/>
                    </a:lnTo>
                    <a:lnTo>
                      <a:pt x="529" y="856"/>
                    </a:lnTo>
                    <a:lnTo>
                      <a:pt x="496" y="889"/>
                    </a:lnTo>
                    <a:lnTo>
                      <a:pt x="496" y="889"/>
                    </a:lnTo>
                    <a:lnTo>
                      <a:pt x="490" y="895"/>
                    </a:lnTo>
                    <a:lnTo>
                      <a:pt x="486" y="898"/>
                    </a:lnTo>
                    <a:lnTo>
                      <a:pt x="483" y="898"/>
                    </a:lnTo>
                    <a:lnTo>
                      <a:pt x="479" y="898"/>
                    </a:lnTo>
                    <a:lnTo>
                      <a:pt x="472" y="893"/>
                    </a:lnTo>
                    <a:lnTo>
                      <a:pt x="472" y="893"/>
                    </a:lnTo>
                    <a:lnTo>
                      <a:pt x="425" y="857"/>
                    </a:lnTo>
                    <a:lnTo>
                      <a:pt x="381" y="820"/>
                    </a:lnTo>
                    <a:lnTo>
                      <a:pt x="338" y="780"/>
                    </a:lnTo>
                    <a:lnTo>
                      <a:pt x="297" y="738"/>
                    </a:lnTo>
                    <a:lnTo>
                      <a:pt x="260" y="695"/>
                    </a:lnTo>
                    <a:lnTo>
                      <a:pt x="224" y="649"/>
                    </a:lnTo>
                    <a:lnTo>
                      <a:pt x="190" y="602"/>
                    </a:lnTo>
                    <a:lnTo>
                      <a:pt x="158" y="552"/>
                    </a:lnTo>
                    <a:lnTo>
                      <a:pt x="158" y="552"/>
                    </a:lnTo>
                    <a:lnTo>
                      <a:pt x="135" y="511"/>
                    </a:lnTo>
                    <a:lnTo>
                      <a:pt x="114" y="471"/>
                    </a:lnTo>
                    <a:lnTo>
                      <a:pt x="94" y="430"/>
                    </a:lnTo>
                    <a:lnTo>
                      <a:pt x="76" y="388"/>
                    </a:lnTo>
                    <a:lnTo>
                      <a:pt x="60" y="346"/>
                    </a:lnTo>
                    <a:lnTo>
                      <a:pt x="46" y="302"/>
                    </a:lnTo>
                    <a:lnTo>
                      <a:pt x="33" y="259"/>
                    </a:lnTo>
                    <a:lnTo>
                      <a:pt x="22" y="214"/>
                    </a:lnTo>
                    <a:lnTo>
                      <a:pt x="22" y="214"/>
                    </a:lnTo>
                    <a:lnTo>
                      <a:pt x="14" y="180"/>
                    </a:lnTo>
                    <a:lnTo>
                      <a:pt x="8" y="145"/>
                    </a:lnTo>
                    <a:lnTo>
                      <a:pt x="3" y="110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64"/>
                    </a:lnTo>
                    <a:lnTo>
                      <a:pt x="1" y="61"/>
                    </a:lnTo>
                    <a:lnTo>
                      <a:pt x="3" y="57"/>
                    </a:lnTo>
                    <a:lnTo>
                      <a:pt x="8" y="53"/>
                    </a:lnTo>
                    <a:lnTo>
                      <a:pt x="18" y="50"/>
                    </a:lnTo>
                    <a:lnTo>
                      <a:pt x="18" y="50"/>
                    </a:lnTo>
                    <a:lnTo>
                      <a:pt x="81" y="35"/>
                    </a:lnTo>
                    <a:lnTo>
                      <a:pt x="145" y="23"/>
                    </a:lnTo>
                    <a:lnTo>
                      <a:pt x="208" y="13"/>
                    </a:lnTo>
                    <a:lnTo>
                      <a:pt x="274" y="5"/>
                    </a:lnTo>
                    <a:lnTo>
                      <a:pt x="274" y="5"/>
                    </a:lnTo>
                    <a:lnTo>
                      <a:pt x="296" y="3"/>
                    </a:lnTo>
                    <a:lnTo>
                      <a:pt x="318" y="2"/>
                    </a:lnTo>
                    <a:lnTo>
                      <a:pt x="364" y="0"/>
                    </a:lnTo>
                    <a:lnTo>
                      <a:pt x="364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8" name="Freeform 9"/>
              <p:cNvSpPr/>
              <p:nvPr/>
            </p:nvSpPr>
            <p:spPr bwMode="auto">
              <a:xfrm rot="1800000">
                <a:off x="6893095" y="2753121"/>
                <a:ext cx="1377931" cy="1507434"/>
              </a:xfrm>
              <a:custGeom>
                <a:avLst/>
                <a:gdLst>
                  <a:gd name="T0" fmla="*/ 466 w 812"/>
                  <a:gd name="T1" fmla="*/ 893 h 893"/>
                  <a:gd name="T2" fmla="*/ 366 w 812"/>
                  <a:gd name="T3" fmla="*/ 890 h 893"/>
                  <a:gd name="T4" fmla="*/ 308 w 812"/>
                  <a:gd name="T5" fmla="*/ 883 h 893"/>
                  <a:gd name="T6" fmla="*/ 252 w 812"/>
                  <a:gd name="T7" fmla="*/ 872 h 893"/>
                  <a:gd name="T8" fmla="*/ 226 w 812"/>
                  <a:gd name="T9" fmla="*/ 864 h 893"/>
                  <a:gd name="T10" fmla="*/ 170 w 812"/>
                  <a:gd name="T11" fmla="*/ 843 h 893"/>
                  <a:gd name="T12" fmla="*/ 137 w 812"/>
                  <a:gd name="T13" fmla="*/ 825 h 893"/>
                  <a:gd name="T14" fmla="*/ 106 w 812"/>
                  <a:gd name="T15" fmla="*/ 804 h 893"/>
                  <a:gd name="T16" fmla="*/ 79 w 812"/>
                  <a:gd name="T17" fmla="*/ 779 h 893"/>
                  <a:gd name="T18" fmla="*/ 55 w 812"/>
                  <a:gd name="T19" fmla="*/ 752 h 893"/>
                  <a:gd name="T20" fmla="*/ 34 w 812"/>
                  <a:gd name="T21" fmla="*/ 720 h 893"/>
                  <a:gd name="T22" fmla="*/ 18 w 812"/>
                  <a:gd name="T23" fmla="*/ 683 h 893"/>
                  <a:gd name="T24" fmla="*/ 11 w 812"/>
                  <a:gd name="T25" fmla="*/ 664 h 893"/>
                  <a:gd name="T26" fmla="*/ 1 w 812"/>
                  <a:gd name="T27" fmla="*/ 611 h 893"/>
                  <a:gd name="T28" fmla="*/ 0 w 812"/>
                  <a:gd name="T29" fmla="*/ 560 h 893"/>
                  <a:gd name="T30" fmla="*/ 6 w 812"/>
                  <a:gd name="T31" fmla="*/ 508 h 893"/>
                  <a:gd name="T32" fmla="*/ 18 w 812"/>
                  <a:gd name="T33" fmla="*/ 457 h 893"/>
                  <a:gd name="T34" fmla="*/ 29 w 812"/>
                  <a:gd name="T35" fmla="*/ 425 h 893"/>
                  <a:gd name="T36" fmla="*/ 52 w 812"/>
                  <a:gd name="T37" fmla="*/ 364 h 893"/>
                  <a:gd name="T38" fmla="*/ 81 w 812"/>
                  <a:gd name="T39" fmla="*/ 306 h 893"/>
                  <a:gd name="T40" fmla="*/ 116 w 812"/>
                  <a:gd name="T41" fmla="*/ 249 h 893"/>
                  <a:gd name="T42" fmla="*/ 134 w 812"/>
                  <a:gd name="T43" fmla="*/ 222 h 893"/>
                  <a:gd name="T44" fmla="*/ 218 w 812"/>
                  <a:gd name="T45" fmla="*/ 113 h 893"/>
                  <a:gd name="T46" fmla="*/ 308 w 812"/>
                  <a:gd name="T47" fmla="*/ 11 h 893"/>
                  <a:gd name="T48" fmla="*/ 313 w 812"/>
                  <a:gd name="T49" fmla="*/ 6 h 893"/>
                  <a:gd name="T50" fmla="*/ 323 w 812"/>
                  <a:gd name="T51" fmla="*/ 2 h 893"/>
                  <a:gd name="T52" fmla="*/ 332 w 812"/>
                  <a:gd name="T53" fmla="*/ 2 h 893"/>
                  <a:gd name="T54" fmla="*/ 345 w 812"/>
                  <a:gd name="T55" fmla="*/ 8 h 893"/>
                  <a:gd name="T56" fmla="*/ 394 w 812"/>
                  <a:gd name="T57" fmla="*/ 47 h 893"/>
                  <a:gd name="T58" fmla="*/ 465 w 812"/>
                  <a:gd name="T59" fmla="*/ 110 h 893"/>
                  <a:gd name="T60" fmla="*/ 509 w 812"/>
                  <a:gd name="T61" fmla="*/ 154 h 893"/>
                  <a:gd name="T62" fmla="*/ 530 w 812"/>
                  <a:gd name="T63" fmla="*/ 178 h 893"/>
                  <a:gd name="T64" fmla="*/ 576 w 812"/>
                  <a:gd name="T65" fmla="*/ 232 h 893"/>
                  <a:gd name="T66" fmla="*/ 616 w 812"/>
                  <a:gd name="T67" fmla="*/ 288 h 893"/>
                  <a:gd name="T68" fmla="*/ 654 w 812"/>
                  <a:gd name="T69" fmla="*/ 347 h 893"/>
                  <a:gd name="T70" fmla="*/ 689 w 812"/>
                  <a:gd name="T71" fmla="*/ 408 h 893"/>
                  <a:gd name="T72" fmla="*/ 704 w 812"/>
                  <a:gd name="T73" fmla="*/ 440 h 893"/>
                  <a:gd name="T74" fmla="*/ 733 w 812"/>
                  <a:gd name="T75" fmla="*/ 507 h 893"/>
                  <a:gd name="T76" fmla="*/ 758 w 812"/>
                  <a:gd name="T77" fmla="*/ 575 h 893"/>
                  <a:gd name="T78" fmla="*/ 779 w 812"/>
                  <a:gd name="T79" fmla="*/ 643 h 893"/>
                  <a:gd name="T80" fmla="*/ 787 w 812"/>
                  <a:gd name="T81" fmla="*/ 679 h 893"/>
                  <a:gd name="T82" fmla="*/ 801 w 812"/>
                  <a:gd name="T83" fmla="*/ 752 h 893"/>
                  <a:gd name="T84" fmla="*/ 811 w 812"/>
                  <a:gd name="T85" fmla="*/ 827 h 893"/>
                  <a:gd name="T86" fmla="*/ 811 w 812"/>
                  <a:gd name="T87" fmla="*/ 833 h 893"/>
                  <a:gd name="T88" fmla="*/ 807 w 812"/>
                  <a:gd name="T89" fmla="*/ 839 h 893"/>
                  <a:gd name="T90" fmla="*/ 796 w 812"/>
                  <a:gd name="T91" fmla="*/ 842 h 893"/>
                  <a:gd name="T92" fmla="*/ 755 w 812"/>
                  <a:gd name="T93" fmla="*/ 853 h 893"/>
                  <a:gd name="T94" fmla="*/ 677 w 812"/>
                  <a:gd name="T95" fmla="*/ 870 h 893"/>
                  <a:gd name="T96" fmla="*/ 637 w 812"/>
                  <a:gd name="T97" fmla="*/ 877 h 893"/>
                  <a:gd name="T98" fmla="*/ 543 w 812"/>
                  <a:gd name="T99" fmla="*/ 889 h 893"/>
                  <a:gd name="T100" fmla="*/ 466 w 812"/>
                  <a:gd name="T101" fmla="*/ 893 h 8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12" h="893">
                    <a:moveTo>
                      <a:pt x="466" y="893"/>
                    </a:moveTo>
                    <a:lnTo>
                      <a:pt x="466" y="893"/>
                    </a:lnTo>
                    <a:lnTo>
                      <a:pt x="398" y="892"/>
                    </a:lnTo>
                    <a:lnTo>
                      <a:pt x="366" y="890"/>
                    </a:lnTo>
                    <a:lnTo>
                      <a:pt x="336" y="888"/>
                    </a:lnTo>
                    <a:lnTo>
                      <a:pt x="308" y="883"/>
                    </a:lnTo>
                    <a:lnTo>
                      <a:pt x="280" y="878"/>
                    </a:lnTo>
                    <a:lnTo>
                      <a:pt x="252" y="872"/>
                    </a:lnTo>
                    <a:lnTo>
                      <a:pt x="226" y="864"/>
                    </a:lnTo>
                    <a:lnTo>
                      <a:pt x="226" y="864"/>
                    </a:lnTo>
                    <a:lnTo>
                      <a:pt x="188" y="850"/>
                    </a:lnTo>
                    <a:lnTo>
                      <a:pt x="170" y="843"/>
                    </a:lnTo>
                    <a:lnTo>
                      <a:pt x="154" y="833"/>
                    </a:lnTo>
                    <a:lnTo>
                      <a:pt x="137" y="825"/>
                    </a:lnTo>
                    <a:lnTo>
                      <a:pt x="122" y="815"/>
                    </a:lnTo>
                    <a:lnTo>
                      <a:pt x="106" y="804"/>
                    </a:lnTo>
                    <a:lnTo>
                      <a:pt x="93" y="792"/>
                    </a:lnTo>
                    <a:lnTo>
                      <a:pt x="79" y="779"/>
                    </a:lnTo>
                    <a:lnTo>
                      <a:pt x="66" y="767"/>
                    </a:lnTo>
                    <a:lnTo>
                      <a:pt x="55" y="752"/>
                    </a:lnTo>
                    <a:lnTo>
                      <a:pt x="44" y="736"/>
                    </a:lnTo>
                    <a:lnTo>
                      <a:pt x="34" y="720"/>
                    </a:lnTo>
                    <a:lnTo>
                      <a:pt x="25" y="702"/>
                    </a:lnTo>
                    <a:lnTo>
                      <a:pt x="18" y="683"/>
                    </a:lnTo>
                    <a:lnTo>
                      <a:pt x="11" y="664"/>
                    </a:lnTo>
                    <a:lnTo>
                      <a:pt x="11" y="664"/>
                    </a:lnTo>
                    <a:lnTo>
                      <a:pt x="5" y="638"/>
                    </a:lnTo>
                    <a:lnTo>
                      <a:pt x="1" y="611"/>
                    </a:lnTo>
                    <a:lnTo>
                      <a:pt x="0" y="585"/>
                    </a:lnTo>
                    <a:lnTo>
                      <a:pt x="0" y="560"/>
                    </a:lnTo>
                    <a:lnTo>
                      <a:pt x="2" y="533"/>
                    </a:lnTo>
                    <a:lnTo>
                      <a:pt x="6" y="508"/>
                    </a:lnTo>
                    <a:lnTo>
                      <a:pt x="11" y="482"/>
                    </a:lnTo>
                    <a:lnTo>
                      <a:pt x="18" y="457"/>
                    </a:lnTo>
                    <a:lnTo>
                      <a:pt x="18" y="457"/>
                    </a:lnTo>
                    <a:lnTo>
                      <a:pt x="29" y="425"/>
                    </a:lnTo>
                    <a:lnTo>
                      <a:pt x="40" y="395"/>
                    </a:lnTo>
                    <a:lnTo>
                      <a:pt x="52" y="364"/>
                    </a:lnTo>
                    <a:lnTo>
                      <a:pt x="66" y="335"/>
                    </a:lnTo>
                    <a:lnTo>
                      <a:pt x="81" y="306"/>
                    </a:lnTo>
                    <a:lnTo>
                      <a:pt x="98" y="278"/>
                    </a:lnTo>
                    <a:lnTo>
                      <a:pt x="116" y="249"/>
                    </a:lnTo>
                    <a:lnTo>
                      <a:pt x="134" y="222"/>
                    </a:lnTo>
                    <a:lnTo>
                      <a:pt x="134" y="222"/>
                    </a:lnTo>
                    <a:lnTo>
                      <a:pt x="175" y="167"/>
                    </a:lnTo>
                    <a:lnTo>
                      <a:pt x="218" y="113"/>
                    </a:lnTo>
                    <a:lnTo>
                      <a:pt x="262" y="61"/>
                    </a:lnTo>
                    <a:lnTo>
                      <a:pt x="308" y="11"/>
                    </a:lnTo>
                    <a:lnTo>
                      <a:pt x="308" y="11"/>
                    </a:lnTo>
                    <a:lnTo>
                      <a:pt x="313" y="6"/>
                    </a:lnTo>
                    <a:lnTo>
                      <a:pt x="318" y="3"/>
                    </a:lnTo>
                    <a:lnTo>
                      <a:pt x="323" y="2"/>
                    </a:lnTo>
                    <a:lnTo>
                      <a:pt x="327" y="0"/>
                    </a:lnTo>
                    <a:lnTo>
                      <a:pt x="332" y="2"/>
                    </a:lnTo>
                    <a:lnTo>
                      <a:pt x="336" y="3"/>
                    </a:lnTo>
                    <a:lnTo>
                      <a:pt x="345" y="8"/>
                    </a:lnTo>
                    <a:lnTo>
                      <a:pt x="345" y="8"/>
                    </a:lnTo>
                    <a:lnTo>
                      <a:pt x="394" y="47"/>
                    </a:lnTo>
                    <a:lnTo>
                      <a:pt x="443" y="89"/>
                    </a:lnTo>
                    <a:lnTo>
                      <a:pt x="465" y="110"/>
                    </a:lnTo>
                    <a:lnTo>
                      <a:pt x="487" y="132"/>
                    </a:lnTo>
                    <a:lnTo>
                      <a:pt x="509" y="154"/>
                    </a:lnTo>
                    <a:lnTo>
                      <a:pt x="530" y="178"/>
                    </a:lnTo>
                    <a:lnTo>
                      <a:pt x="530" y="178"/>
                    </a:lnTo>
                    <a:lnTo>
                      <a:pt x="554" y="204"/>
                    </a:lnTo>
                    <a:lnTo>
                      <a:pt x="576" y="232"/>
                    </a:lnTo>
                    <a:lnTo>
                      <a:pt x="597" y="260"/>
                    </a:lnTo>
                    <a:lnTo>
                      <a:pt x="616" y="288"/>
                    </a:lnTo>
                    <a:lnTo>
                      <a:pt x="636" y="317"/>
                    </a:lnTo>
                    <a:lnTo>
                      <a:pt x="654" y="347"/>
                    </a:lnTo>
                    <a:lnTo>
                      <a:pt x="672" y="378"/>
                    </a:lnTo>
                    <a:lnTo>
                      <a:pt x="689" y="408"/>
                    </a:lnTo>
                    <a:lnTo>
                      <a:pt x="689" y="408"/>
                    </a:lnTo>
                    <a:lnTo>
                      <a:pt x="704" y="440"/>
                    </a:lnTo>
                    <a:lnTo>
                      <a:pt x="719" y="474"/>
                    </a:lnTo>
                    <a:lnTo>
                      <a:pt x="733" y="507"/>
                    </a:lnTo>
                    <a:lnTo>
                      <a:pt x="746" y="540"/>
                    </a:lnTo>
                    <a:lnTo>
                      <a:pt x="758" y="575"/>
                    </a:lnTo>
                    <a:lnTo>
                      <a:pt x="769" y="608"/>
                    </a:lnTo>
                    <a:lnTo>
                      <a:pt x="779" y="643"/>
                    </a:lnTo>
                    <a:lnTo>
                      <a:pt x="787" y="679"/>
                    </a:lnTo>
                    <a:lnTo>
                      <a:pt x="787" y="679"/>
                    </a:lnTo>
                    <a:lnTo>
                      <a:pt x="794" y="715"/>
                    </a:lnTo>
                    <a:lnTo>
                      <a:pt x="801" y="752"/>
                    </a:lnTo>
                    <a:lnTo>
                      <a:pt x="811" y="827"/>
                    </a:lnTo>
                    <a:lnTo>
                      <a:pt x="811" y="827"/>
                    </a:lnTo>
                    <a:lnTo>
                      <a:pt x="812" y="831"/>
                    </a:lnTo>
                    <a:lnTo>
                      <a:pt x="811" y="833"/>
                    </a:lnTo>
                    <a:lnTo>
                      <a:pt x="809" y="836"/>
                    </a:lnTo>
                    <a:lnTo>
                      <a:pt x="807" y="839"/>
                    </a:lnTo>
                    <a:lnTo>
                      <a:pt x="801" y="840"/>
                    </a:lnTo>
                    <a:lnTo>
                      <a:pt x="796" y="842"/>
                    </a:lnTo>
                    <a:lnTo>
                      <a:pt x="796" y="842"/>
                    </a:lnTo>
                    <a:lnTo>
                      <a:pt x="755" y="853"/>
                    </a:lnTo>
                    <a:lnTo>
                      <a:pt x="716" y="861"/>
                    </a:lnTo>
                    <a:lnTo>
                      <a:pt x="677" y="870"/>
                    </a:lnTo>
                    <a:lnTo>
                      <a:pt x="637" y="877"/>
                    </a:lnTo>
                    <a:lnTo>
                      <a:pt x="637" y="877"/>
                    </a:lnTo>
                    <a:lnTo>
                      <a:pt x="589" y="883"/>
                    </a:lnTo>
                    <a:lnTo>
                      <a:pt x="543" y="889"/>
                    </a:lnTo>
                    <a:lnTo>
                      <a:pt x="501" y="892"/>
                    </a:lnTo>
                    <a:lnTo>
                      <a:pt x="466" y="893"/>
                    </a:lnTo>
                    <a:lnTo>
                      <a:pt x="466" y="8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9" name="Freeform 10"/>
              <p:cNvSpPr/>
              <p:nvPr/>
            </p:nvSpPr>
            <p:spPr bwMode="auto">
              <a:xfrm rot="1800000">
                <a:off x="4743478" y="1510219"/>
                <a:ext cx="1377931" cy="1509121"/>
              </a:xfrm>
              <a:custGeom>
                <a:avLst/>
                <a:gdLst>
                  <a:gd name="T0" fmla="*/ 366 w 812"/>
                  <a:gd name="T1" fmla="*/ 894 h 894"/>
                  <a:gd name="T2" fmla="*/ 277 w 812"/>
                  <a:gd name="T3" fmla="*/ 890 h 894"/>
                  <a:gd name="T4" fmla="*/ 189 w 812"/>
                  <a:gd name="T5" fmla="*/ 879 h 894"/>
                  <a:gd name="T6" fmla="*/ 101 w 812"/>
                  <a:gd name="T7" fmla="*/ 864 h 894"/>
                  <a:gd name="T8" fmla="*/ 14 w 812"/>
                  <a:gd name="T9" fmla="*/ 843 h 894"/>
                  <a:gd name="T10" fmla="*/ 8 w 812"/>
                  <a:gd name="T11" fmla="*/ 841 h 894"/>
                  <a:gd name="T12" fmla="*/ 2 w 812"/>
                  <a:gd name="T13" fmla="*/ 837 h 894"/>
                  <a:gd name="T14" fmla="*/ 0 w 812"/>
                  <a:gd name="T15" fmla="*/ 829 h 894"/>
                  <a:gd name="T16" fmla="*/ 1 w 812"/>
                  <a:gd name="T17" fmla="*/ 821 h 894"/>
                  <a:gd name="T18" fmla="*/ 18 w 812"/>
                  <a:gd name="T19" fmla="*/ 714 h 894"/>
                  <a:gd name="T20" fmla="*/ 43 w 812"/>
                  <a:gd name="T21" fmla="*/ 609 h 894"/>
                  <a:gd name="T22" fmla="*/ 76 w 812"/>
                  <a:gd name="T23" fmla="*/ 511 h 894"/>
                  <a:gd name="T24" fmla="*/ 118 w 812"/>
                  <a:gd name="T25" fmla="*/ 416 h 894"/>
                  <a:gd name="T26" fmla="*/ 169 w 812"/>
                  <a:gd name="T27" fmla="*/ 326 h 894"/>
                  <a:gd name="T28" fmla="*/ 229 w 812"/>
                  <a:gd name="T29" fmla="*/ 241 h 894"/>
                  <a:gd name="T30" fmla="*/ 298 w 812"/>
                  <a:gd name="T31" fmla="*/ 159 h 894"/>
                  <a:gd name="T32" fmla="*/ 376 w 812"/>
                  <a:gd name="T33" fmla="*/ 83 h 894"/>
                  <a:gd name="T34" fmla="*/ 400 w 812"/>
                  <a:gd name="T35" fmla="*/ 62 h 894"/>
                  <a:gd name="T36" fmla="*/ 447 w 812"/>
                  <a:gd name="T37" fmla="*/ 23 h 894"/>
                  <a:gd name="T38" fmla="*/ 473 w 812"/>
                  <a:gd name="T39" fmla="*/ 5 h 894"/>
                  <a:gd name="T40" fmla="*/ 483 w 812"/>
                  <a:gd name="T41" fmla="*/ 0 h 894"/>
                  <a:gd name="T42" fmla="*/ 487 w 812"/>
                  <a:gd name="T43" fmla="*/ 0 h 894"/>
                  <a:gd name="T44" fmla="*/ 494 w 812"/>
                  <a:gd name="T45" fmla="*/ 4 h 894"/>
                  <a:gd name="T46" fmla="*/ 579 w 812"/>
                  <a:gd name="T47" fmla="*/ 97 h 894"/>
                  <a:gd name="T48" fmla="*/ 657 w 812"/>
                  <a:gd name="T49" fmla="*/ 196 h 894"/>
                  <a:gd name="T50" fmla="*/ 693 w 812"/>
                  <a:gd name="T51" fmla="*/ 247 h 894"/>
                  <a:gd name="T52" fmla="*/ 725 w 812"/>
                  <a:gd name="T53" fmla="*/ 301 h 894"/>
                  <a:gd name="T54" fmla="*/ 753 w 812"/>
                  <a:gd name="T55" fmla="*/ 357 h 894"/>
                  <a:gd name="T56" fmla="*/ 778 w 812"/>
                  <a:gd name="T57" fmla="*/ 415 h 894"/>
                  <a:gd name="T58" fmla="*/ 787 w 812"/>
                  <a:gd name="T59" fmla="*/ 441 h 894"/>
                  <a:gd name="T60" fmla="*/ 803 w 812"/>
                  <a:gd name="T61" fmla="*/ 494 h 894"/>
                  <a:gd name="T62" fmla="*/ 811 w 812"/>
                  <a:gd name="T63" fmla="*/ 548 h 894"/>
                  <a:gd name="T64" fmla="*/ 811 w 812"/>
                  <a:gd name="T65" fmla="*/ 604 h 894"/>
                  <a:gd name="T66" fmla="*/ 807 w 812"/>
                  <a:gd name="T67" fmla="*/ 632 h 894"/>
                  <a:gd name="T68" fmla="*/ 800 w 812"/>
                  <a:gd name="T69" fmla="*/ 665 h 894"/>
                  <a:gd name="T70" fmla="*/ 789 w 812"/>
                  <a:gd name="T71" fmla="*/ 697 h 894"/>
                  <a:gd name="T72" fmla="*/ 775 w 812"/>
                  <a:gd name="T73" fmla="*/ 726 h 894"/>
                  <a:gd name="T74" fmla="*/ 757 w 812"/>
                  <a:gd name="T75" fmla="*/ 753 h 894"/>
                  <a:gd name="T76" fmla="*/ 736 w 812"/>
                  <a:gd name="T77" fmla="*/ 776 h 894"/>
                  <a:gd name="T78" fmla="*/ 712 w 812"/>
                  <a:gd name="T79" fmla="*/ 798 h 894"/>
                  <a:gd name="T80" fmla="*/ 686 w 812"/>
                  <a:gd name="T81" fmla="*/ 818 h 894"/>
                  <a:gd name="T82" fmla="*/ 655 w 812"/>
                  <a:gd name="T83" fmla="*/ 836 h 894"/>
                  <a:gd name="T84" fmla="*/ 594 w 812"/>
                  <a:gd name="T85" fmla="*/ 862 h 894"/>
                  <a:gd name="T86" fmla="*/ 532 w 812"/>
                  <a:gd name="T87" fmla="*/ 879 h 894"/>
                  <a:gd name="T88" fmla="*/ 466 w 812"/>
                  <a:gd name="T89" fmla="*/ 889 h 894"/>
                  <a:gd name="T90" fmla="*/ 400 w 812"/>
                  <a:gd name="T91" fmla="*/ 894 h 894"/>
                  <a:gd name="T92" fmla="*/ 366 w 812"/>
                  <a:gd name="T93" fmla="*/ 894 h 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12" h="894">
                    <a:moveTo>
                      <a:pt x="366" y="894"/>
                    </a:moveTo>
                    <a:lnTo>
                      <a:pt x="366" y="894"/>
                    </a:lnTo>
                    <a:lnTo>
                      <a:pt x="322" y="893"/>
                    </a:lnTo>
                    <a:lnTo>
                      <a:pt x="277" y="890"/>
                    </a:lnTo>
                    <a:lnTo>
                      <a:pt x="233" y="884"/>
                    </a:lnTo>
                    <a:lnTo>
                      <a:pt x="189" y="879"/>
                    </a:lnTo>
                    <a:lnTo>
                      <a:pt x="144" y="872"/>
                    </a:lnTo>
                    <a:lnTo>
                      <a:pt x="101" y="864"/>
                    </a:lnTo>
                    <a:lnTo>
                      <a:pt x="57" y="854"/>
                    </a:lnTo>
                    <a:lnTo>
                      <a:pt x="14" y="843"/>
                    </a:lnTo>
                    <a:lnTo>
                      <a:pt x="14" y="843"/>
                    </a:lnTo>
                    <a:lnTo>
                      <a:pt x="8" y="841"/>
                    </a:lnTo>
                    <a:lnTo>
                      <a:pt x="5" y="840"/>
                    </a:lnTo>
                    <a:lnTo>
                      <a:pt x="2" y="837"/>
                    </a:lnTo>
                    <a:lnTo>
                      <a:pt x="1" y="834"/>
                    </a:lnTo>
                    <a:lnTo>
                      <a:pt x="0" y="829"/>
                    </a:lnTo>
                    <a:lnTo>
                      <a:pt x="1" y="821"/>
                    </a:lnTo>
                    <a:lnTo>
                      <a:pt x="1" y="821"/>
                    </a:lnTo>
                    <a:lnTo>
                      <a:pt x="8" y="766"/>
                    </a:lnTo>
                    <a:lnTo>
                      <a:pt x="18" y="714"/>
                    </a:lnTo>
                    <a:lnTo>
                      <a:pt x="29" y="661"/>
                    </a:lnTo>
                    <a:lnTo>
                      <a:pt x="43" y="609"/>
                    </a:lnTo>
                    <a:lnTo>
                      <a:pt x="58" y="559"/>
                    </a:lnTo>
                    <a:lnTo>
                      <a:pt x="76" y="511"/>
                    </a:lnTo>
                    <a:lnTo>
                      <a:pt x="95" y="464"/>
                    </a:lnTo>
                    <a:lnTo>
                      <a:pt x="118" y="416"/>
                    </a:lnTo>
                    <a:lnTo>
                      <a:pt x="143" y="371"/>
                    </a:lnTo>
                    <a:lnTo>
                      <a:pt x="169" y="326"/>
                    </a:lnTo>
                    <a:lnTo>
                      <a:pt x="198" y="283"/>
                    </a:lnTo>
                    <a:lnTo>
                      <a:pt x="229" y="241"/>
                    </a:lnTo>
                    <a:lnTo>
                      <a:pt x="262" y="200"/>
                    </a:lnTo>
                    <a:lnTo>
                      <a:pt x="298" y="159"/>
                    </a:lnTo>
                    <a:lnTo>
                      <a:pt x="336" y="121"/>
                    </a:lnTo>
                    <a:lnTo>
                      <a:pt x="376" y="83"/>
                    </a:lnTo>
                    <a:lnTo>
                      <a:pt x="376" y="83"/>
                    </a:lnTo>
                    <a:lnTo>
                      <a:pt x="400" y="62"/>
                    </a:lnTo>
                    <a:lnTo>
                      <a:pt x="423" y="43"/>
                    </a:lnTo>
                    <a:lnTo>
                      <a:pt x="447" y="23"/>
                    </a:lnTo>
                    <a:lnTo>
                      <a:pt x="473" y="5"/>
                    </a:lnTo>
                    <a:lnTo>
                      <a:pt x="473" y="5"/>
                    </a:lnTo>
                    <a:lnTo>
                      <a:pt x="478" y="1"/>
                    </a:lnTo>
                    <a:lnTo>
                      <a:pt x="483" y="0"/>
                    </a:lnTo>
                    <a:lnTo>
                      <a:pt x="484" y="0"/>
                    </a:lnTo>
                    <a:lnTo>
                      <a:pt x="487" y="0"/>
                    </a:lnTo>
                    <a:lnTo>
                      <a:pt x="494" y="4"/>
                    </a:lnTo>
                    <a:lnTo>
                      <a:pt x="494" y="4"/>
                    </a:lnTo>
                    <a:lnTo>
                      <a:pt x="537" y="50"/>
                    </a:lnTo>
                    <a:lnTo>
                      <a:pt x="579" y="97"/>
                    </a:lnTo>
                    <a:lnTo>
                      <a:pt x="619" y="146"/>
                    </a:lnTo>
                    <a:lnTo>
                      <a:pt x="657" y="196"/>
                    </a:lnTo>
                    <a:lnTo>
                      <a:pt x="675" y="221"/>
                    </a:lnTo>
                    <a:lnTo>
                      <a:pt x="693" y="247"/>
                    </a:lnTo>
                    <a:lnTo>
                      <a:pt x="710" y="273"/>
                    </a:lnTo>
                    <a:lnTo>
                      <a:pt x="725" y="301"/>
                    </a:lnTo>
                    <a:lnTo>
                      <a:pt x="739" y="329"/>
                    </a:lnTo>
                    <a:lnTo>
                      <a:pt x="753" y="357"/>
                    </a:lnTo>
                    <a:lnTo>
                      <a:pt x="767" y="386"/>
                    </a:lnTo>
                    <a:lnTo>
                      <a:pt x="778" y="415"/>
                    </a:lnTo>
                    <a:lnTo>
                      <a:pt x="778" y="415"/>
                    </a:lnTo>
                    <a:lnTo>
                      <a:pt x="787" y="441"/>
                    </a:lnTo>
                    <a:lnTo>
                      <a:pt x="796" y="468"/>
                    </a:lnTo>
                    <a:lnTo>
                      <a:pt x="803" y="494"/>
                    </a:lnTo>
                    <a:lnTo>
                      <a:pt x="807" y="522"/>
                    </a:lnTo>
                    <a:lnTo>
                      <a:pt x="811" y="548"/>
                    </a:lnTo>
                    <a:lnTo>
                      <a:pt x="812" y="576"/>
                    </a:lnTo>
                    <a:lnTo>
                      <a:pt x="811" y="604"/>
                    </a:lnTo>
                    <a:lnTo>
                      <a:pt x="807" y="632"/>
                    </a:lnTo>
                    <a:lnTo>
                      <a:pt x="807" y="632"/>
                    </a:lnTo>
                    <a:lnTo>
                      <a:pt x="804" y="648"/>
                    </a:lnTo>
                    <a:lnTo>
                      <a:pt x="800" y="665"/>
                    </a:lnTo>
                    <a:lnTo>
                      <a:pt x="794" y="682"/>
                    </a:lnTo>
                    <a:lnTo>
                      <a:pt x="789" y="697"/>
                    </a:lnTo>
                    <a:lnTo>
                      <a:pt x="782" y="711"/>
                    </a:lnTo>
                    <a:lnTo>
                      <a:pt x="775" y="726"/>
                    </a:lnTo>
                    <a:lnTo>
                      <a:pt x="767" y="739"/>
                    </a:lnTo>
                    <a:lnTo>
                      <a:pt x="757" y="753"/>
                    </a:lnTo>
                    <a:lnTo>
                      <a:pt x="747" y="765"/>
                    </a:lnTo>
                    <a:lnTo>
                      <a:pt x="736" y="776"/>
                    </a:lnTo>
                    <a:lnTo>
                      <a:pt x="725" y="787"/>
                    </a:lnTo>
                    <a:lnTo>
                      <a:pt x="712" y="798"/>
                    </a:lnTo>
                    <a:lnTo>
                      <a:pt x="698" y="808"/>
                    </a:lnTo>
                    <a:lnTo>
                      <a:pt x="686" y="818"/>
                    </a:lnTo>
                    <a:lnTo>
                      <a:pt x="655" y="836"/>
                    </a:lnTo>
                    <a:lnTo>
                      <a:pt x="655" y="836"/>
                    </a:lnTo>
                    <a:lnTo>
                      <a:pt x="625" y="850"/>
                    </a:lnTo>
                    <a:lnTo>
                      <a:pt x="594" y="862"/>
                    </a:lnTo>
                    <a:lnTo>
                      <a:pt x="562" y="872"/>
                    </a:lnTo>
                    <a:lnTo>
                      <a:pt x="532" y="879"/>
                    </a:lnTo>
                    <a:lnTo>
                      <a:pt x="498" y="884"/>
                    </a:lnTo>
                    <a:lnTo>
                      <a:pt x="466" y="889"/>
                    </a:lnTo>
                    <a:lnTo>
                      <a:pt x="433" y="891"/>
                    </a:lnTo>
                    <a:lnTo>
                      <a:pt x="400" y="894"/>
                    </a:lnTo>
                    <a:lnTo>
                      <a:pt x="400" y="894"/>
                    </a:lnTo>
                    <a:lnTo>
                      <a:pt x="366" y="894"/>
                    </a:lnTo>
                    <a:lnTo>
                      <a:pt x="366" y="89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4" name="Freeform 11"/>
            <p:cNvSpPr/>
            <p:nvPr/>
          </p:nvSpPr>
          <p:spPr bwMode="auto">
            <a:xfrm rot="1800000">
              <a:off x="6070932" y="4172248"/>
              <a:ext cx="1372841" cy="1515874"/>
            </a:xfrm>
            <a:custGeom>
              <a:avLst/>
              <a:gdLst>
                <a:gd name="T0" fmla="*/ 450 w 809"/>
                <a:gd name="T1" fmla="*/ 0 h 898"/>
                <a:gd name="T2" fmla="*/ 512 w 809"/>
                <a:gd name="T3" fmla="*/ 3 h 898"/>
                <a:gd name="T4" fmla="*/ 640 w 809"/>
                <a:gd name="T5" fmla="*/ 18 h 898"/>
                <a:gd name="T6" fmla="*/ 705 w 809"/>
                <a:gd name="T7" fmla="*/ 31 h 898"/>
                <a:gd name="T8" fmla="*/ 794 w 809"/>
                <a:gd name="T9" fmla="*/ 50 h 898"/>
                <a:gd name="T10" fmla="*/ 807 w 809"/>
                <a:gd name="T11" fmla="*/ 57 h 898"/>
                <a:gd name="T12" fmla="*/ 809 w 809"/>
                <a:gd name="T13" fmla="*/ 73 h 898"/>
                <a:gd name="T14" fmla="*/ 807 w 809"/>
                <a:gd name="T15" fmla="*/ 102 h 898"/>
                <a:gd name="T16" fmla="*/ 798 w 809"/>
                <a:gd name="T17" fmla="*/ 161 h 898"/>
                <a:gd name="T18" fmla="*/ 779 w 809"/>
                <a:gd name="T19" fmla="*/ 249 h 898"/>
                <a:gd name="T20" fmla="*/ 762 w 809"/>
                <a:gd name="T21" fmla="*/ 307 h 898"/>
                <a:gd name="T22" fmla="*/ 729 w 809"/>
                <a:gd name="T23" fmla="*/ 398 h 898"/>
                <a:gd name="T24" fmla="*/ 690 w 809"/>
                <a:gd name="T25" fmla="*/ 484 h 898"/>
                <a:gd name="T26" fmla="*/ 644 w 809"/>
                <a:gd name="T27" fmla="*/ 566 h 898"/>
                <a:gd name="T28" fmla="*/ 590 w 809"/>
                <a:gd name="T29" fmla="*/ 645 h 898"/>
                <a:gd name="T30" fmla="*/ 562 w 809"/>
                <a:gd name="T31" fmla="*/ 680 h 898"/>
                <a:gd name="T32" fmla="*/ 504 w 809"/>
                <a:gd name="T33" fmla="*/ 748 h 898"/>
                <a:gd name="T34" fmla="*/ 441 w 809"/>
                <a:gd name="T35" fmla="*/ 809 h 898"/>
                <a:gd name="T36" fmla="*/ 373 w 809"/>
                <a:gd name="T37" fmla="*/ 867 h 898"/>
                <a:gd name="T38" fmla="*/ 336 w 809"/>
                <a:gd name="T39" fmla="*/ 893 h 898"/>
                <a:gd name="T40" fmla="*/ 325 w 809"/>
                <a:gd name="T41" fmla="*/ 898 h 898"/>
                <a:gd name="T42" fmla="*/ 313 w 809"/>
                <a:gd name="T43" fmla="*/ 891 h 898"/>
                <a:gd name="T44" fmla="*/ 272 w 809"/>
                <a:gd name="T45" fmla="*/ 846 h 898"/>
                <a:gd name="T46" fmla="*/ 193 w 809"/>
                <a:gd name="T47" fmla="*/ 753 h 898"/>
                <a:gd name="T48" fmla="*/ 120 w 809"/>
                <a:gd name="T49" fmla="*/ 655 h 898"/>
                <a:gd name="T50" fmla="*/ 90 w 809"/>
                <a:gd name="T51" fmla="*/ 603 h 898"/>
                <a:gd name="T52" fmla="*/ 61 w 809"/>
                <a:gd name="T53" fmla="*/ 548 h 898"/>
                <a:gd name="T54" fmla="*/ 36 w 809"/>
                <a:gd name="T55" fmla="*/ 492 h 898"/>
                <a:gd name="T56" fmla="*/ 26 w 809"/>
                <a:gd name="T57" fmla="*/ 466 h 898"/>
                <a:gd name="T58" fmla="*/ 11 w 809"/>
                <a:gd name="T59" fmla="*/ 414 h 898"/>
                <a:gd name="T60" fmla="*/ 1 w 809"/>
                <a:gd name="T61" fmla="*/ 361 h 898"/>
                <a:gd name="T62" fmla="*/ 0 w 809"/>
                <a:gd name="T63" fmla="*/ 307 h 898"/>
                <a:gd name="T64" fmla="*/ 1 w 809"/>
                <a:gd name="T65" fmla="*/ 280 h 898"/>
                <a:gd name="T66" fmla="*/ 6 w 809"/>
                <a:gd name="T67" fmla="*/ 246 h 898"/>
                <a:gd name="T68" fmla="*/ 16 w 809"/>
                <a:gd name="T69" fmla="*/ 214 h 898"/>
                <a:gd name="T70" fmla="*/ 29 w 809"/>
                <a:gd name="T71" fmla="*/ 184 h 898"/>
                <a:gd name="T72" fmla="*/ 44 w 809"/>
                <a:gd name="T73" fmla="*/ 156 h 898"/>
                <a:gd name="T74" fmla="*/ 63 w 809"/>
                <a:gd name="T75" fmla="*/ 130 h 898"/>
                <a:gd name="T76" fmla="*/ 87 w 809"/>
                <a:gd name="T77" fmla="*/ 107 h 898"/>
                <a:gd name="T78" fmla="*/ 113 w 809"/>
                <a:gd name="T79" fmla="*/ 85 h 898"/>
                <a:gd name="T80" fmla="*/ 143 w 809"/>
                <a:gd name="T81" fmla="*/ 67 h 898"/>
                <a:gd name="T82" fmla="*/ 159 w 809"/>
                <a:gd name="T83" fmla="*/ 57 h 898"/>
                <a:gd name="T84" fmla="*/ 195 w 809"/>
                <a:gd name="T85" fmla="*/ 41 h 898"/>
                <a:gd name="T86" fmla="*/ 251 w 809"/>
                <a:gd name="T87" fmla="*/ 23 h 898"/>
                <a:gd name="T88" fmla="*/ 327 w 809"/>
                <a:gd name="T89" fmla="*/ 7 h 898"/>
                <a:gd name="T90" fmla="*/ 408 w 809"/>
                <a:gd name="T91" fmla="*/ 2 h 898"/>
                <a:gd name="T92" fmla="*/ 450 w 809"/>
                <a:gd name="T93" fmla="*/ 0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09" h="898">
                  <a:moveTo>
                    <a:pt x="450" y="0"/>
                  </a:moveTo>
                  <a:lnTo>
                    <a:pt x="450" y="0"/>
                  </a:lnTo>
                  <a:lnTo>
                    <a:pt x="480" y="0"/>
                  </a:lnTo>
                  <a:lnTo>
                    <a:pt x="512" y="3"/>
                  </a:lnTo>
                  <a:lnTo>
                    <a:pt x="576" y="9"/>
                  </a:lnTo>
                  <a:lnTo>
                    <a:pt x="640" y="18"/>
                  </a:lnTo>
                  <a:lnTo>
                    <a:pt x="705" y="31"/>
                  </a:lnTo>
                  <a:lnTo>
                    <a:pt x="705" y="31"/>
                  </a:lnTo>
                  <a:lnTo>
                    <a:pt x="794" y="50"/>
                  </a:lnTo>
                  <a:lnTo>
                    <a:pt x="794" y="50"/>
                  </a:lnTo>
                  <a:lnTo>
                    <a:pt x="801" y="53"/>
                  </a:lnTo>
                  <a:lnTo>
                    <a:pt x="807" y="57"/>
                  </a:lnTo>
                  <a:lnTo>
                    <a:pt x="809" y="63"/>
                  </a:lnTo>
                  <a:lnTo>
                    <a:pt x="809" y="73"/>
                  </a:lnTo>
                  <a:lnTo>
                    <a:pt x="809" y="73"/>
                  </a:lnTo>
                  <a:lnTo>
                    <a:pt x="807" y="102"/>
                  </a:lnTo>
                  <a:lnTo>
                    <a:pt x="803" y="132"/>
                  </a:lnTo>
                  <a:lnTo>
                    <a:pt x="798" y="161"/>
                  </a:lnTo>
                  <a:lnTo>
                    <a:pt x="793" y="191"/>
                  </a:lnTo>
                  <a:lnTo>
                    <a:pt x="779" y="249"/>
                  </a:lnTo>
                  <a:lnTo>
                    <a:pt x="762" y="307"/>
                  </a:lnTo>
                  <a:lnTo>
                    <a:pt x="762" y="307"/>
                  </a:lnTo>
                  <a:lnTo>
                    <a:pt x="747" y="353"/>
                  </a:lnTo>
                  <a:lnTo>
                    <a:pt x="729" y="398"/>
                  </a:lnTo>
                  <a:lnTo>
                    <a:pt x="711" y="441"/>
                  </a:lnTo>
                  <a:lnTo>
                    <a:pt x="690" y="484"/>
                  </a:lnTo>
                  <a:lnTo>
                    <a:pt x="668" y="525"/>
                  </a:lnTo>
                  <a:lnTo>
                    <a:pt x="644" y="566"/>
                  </a:lnTo>
                  <a:lnTo>
                    <a:pt x="618" y="606"/>
                  </a:lnTo>
                  <a:lnTo>
                    <a:pt x="590" y="645"/>
                  </a:lnTo>
                  <a:lnTo>
                    <a:pt x="590" y="645"/>
                  </a:lnTo>
                  <a:lnTo>
                    <a:pt x="562" y="680"/>
                  </a:lnTo>
                  <a:lnTo>
                    <a:pt x="534" y="714"/>
                  </a:lnTo>
                  <a:lnTo>
                    <a:pt x="504" y="748"/>
                  </a:lnTo>
                  <a:lnTo>
                    <a:pt x="473" y="780"/>
                  </a:lnTo>
                  <a:lnTo>
                    <a:pt x="441" y="809"/>
                  </a:lnTo>
                  <a:lnTo>
                    <a:pt x="408" y="839"/>
                  </a:lnTo>
                  <a:lnTo>
                    <a:pt x="373" y="867"/>
                  </a:lnTo>
                  <a:lnTo>
                    <a:pt x="336" y="893"/>
                  </a:lnTo>
                  <a:lnTo>
                    <a:pt x="336" y="893"/>
                  </a:lnTo>
                  <a:lnTo>
                    <a:pt x="330" y="896"/>
                  </a:lnTo>
                  <a:lnTo>
                    <a:pt x="325" y="898"/>
                  </a:lnTo>
                  <a:lnTo>
                    <a:pt x="319" y="896"/>
                  </a:lnTo>
                  <a:lnTo>
                    <a:pt x="313" y="891"/>
                  </a:lnTo>
                  <a:lnTo>
                    <a:pt x="313" y="891"/>
                  </a:lnTo>
                  <a:lnTo>
                    <a:pt x="272" y="846"/>
                  </a:lnTo>
                  <a:lnTo>
                    <a:pt x="232" y="800"/>
                  </a:lnTo>
                  <a:lnTo>
                    <a:pt x="193" y="753"/>
                  </a:lnTo>
                  <a:lnTo>
                    <a:pt x="155" y="705"/>
                  </a:lnTo>
                  <a:lnTo>
                    <a:pt x="120" y="655"/>
                  </a:lnTo>
                  <a:lnTo>
                    <a:pt x="105" y="628"/>
                  </a:lnTo>
                  <a:lnTo>
                    <a:pt x="90" y="603"/>
                  </a:lnTo>
                  <a:lnTo>
                    <a:pt x="75" y="575"/>
                  </a:lnTo>
                  <a:lnTo>
                    <a:pt x="61" y="548"/>
                  </a:lnTo>
                  <a:lnTo>
                    <a:pt x="48" y="520"/>
                  </a:lnTo>
                  <a:lnTo>
                    <a:pt x="36" y="492"/>
                  </a:lnTo>
                  <a:lnTo>
                    <a:pt x="36" y="492"/>
                  </a:lnTo>
                  <a:lnTo>
                    <a:pt x="26" y="466"/>
                  </a:lnTo>
                  <a:lnTo>
                    <a:pt x="18" y="441"/>
                  </a:lnTo>
                  <a:lnTo>
                    <a:pt x="11" y="414"/>
                  </a:lnTo>
                  <a:lnTo>
                    <a:pt x="5" y="388"/>
                  </a:lnTo>
                  <a:lnTo>
                    <a:pt x="1" y="361"/>
                  </a:lnTo>
                  <a:lnTo>
                    <a:pt x="0" y="335"/>
                  </a:lnTo>
                  <a:lnTo>
                    <a:pt x="0" y="307"/>
                  </a:lnTo>
                  <a:lnTo>
                    <a:pt x="1" y="280"/>
                  </a:lnTo>
                  <a:lnTo>
                    <a:pt x="1" y="280"/>
                  </a:lnTo>
                  <a:lnTo>
                    <a:pt x="4" y="263"/>
                  </a:lnTo>
                  <a:lnTo>
                    <a:pt x="6" y="246"/>
                  </a:lnTo>
                  <a:lnTo>
                    <a:pt x="11" y="230"/>
                  </a:lnTo>
                  <a:lnTo>
                    <a:pt x="16" y="214"/>
                  </a:lnTo>
                  <a:lnTo>
                    <a:pt x="22" y="198"/>
                  </a:lnTo>
                  <a:lnTo>
                    <a:pt x="29" y="184"/>
                  </a:lnTo>
                  <a:lnTo>
                    <a:pt x="36" y="170"/>
                  </a:lnTo>
                  <a:lnTo>
                    <a:pt x="44" y="156"/>
                  </a:lnTo>
                  <a:lnTo>
                    <a:pt x="54" y="142"/>
                  </a:lnTo>
                  <a:lnTo>
                    <a:pt x="63" y="130"/>
                  </a:lnTo>
                  <a:lnTo>
                    <a:pt x="75" y="118"/>
                  </a:lnTo>
                  <a:lnTo>
                    <a:pt x="87" y="107"/>
                  </a:lnTo>
                  <a:lnTo>
                    <a:pt x="100" y="96"/>
                  </a:lnTo>
                  <a:lnTo>
                    <a:pt x="113" y="85"/>
                  </a:lnTo>
                  <a:lnTo>
                    <a:pt x="127" y="75"/>
                  </a:lnTo>
                  <a:lnTo>
                    <a:pt x="143" y="67"/>
                  </a:lnTo>
                  <a:lnTo>
                    <a:pt x="143" y="67"/>
                  </a:lnTo>
                  <a:lnTo>
                    <a:pt x="159" y="57"/>
                  </a:lnTo>
                  <a:lnTo>
                    <a:pt x="177" y="48"/>
                  </a:lnTo>
                  <a:lnTo>
                    <a:pt x="195" y="41"/>
                  </a:lnTo>
                  <a:lnTo>
                    <a:pt x="213" y="34"/>
                  </a:lnTo>
                  <a:lnTo>
                    <a:pt x="251" y="23"/>
                  </a:lnTo>
                  <a:lnTo>
                    <a:pt x="288" y="14"/>
                  </a:lnTo>
                  <a:lnTo>
                    <a:pt x="327" y="7"/>
                  </a:lnTo>
                  <a:lnTo>
                    <a:pt x="368" y="3"/>
                  </a:lnTo>
                  <a:lnTo>
                    <a:pt x="408" y="2"/>
                  </a:lnTo>
                  <a:lnTo>
                    <a:pt x="450" y="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272607" y="2474815"/>
            <a:ext cx="284978" cy="322595"/>
            <a:chOff x="2333625" y="2174876"/>
            <a:chExt cx="396875" cy="449263"/>
          </a:xfrm>
          <a:solidFill>
            <a:schemeClr val="bg1"/>
          </a:solidFill>
        </p:grpSpPr>
        <p:sp>
          <p:nvSpPr>
            <p:cNvPr id="11" name="Freeform 252"/>
            <p:cNvSpPr>
              <a:spLocks noEditPoints="1"/>
            </p:cNvSpPr>
            <p:nvPr/>
          </p:nvSpPr>
          <p:spPr bwMode="auto">
            <a:xfrm>
              <a:off x="2333625" y="2174876"/>
              <a:ext cx="396875" cy="449263"/>
            </a:xfrm>
            <a:custGeom>
              <a:avLst/>
              <a:gdLst>
                <a:gd name="T0" fmla="*/ 44 w 500"/>
                <a:gd name="T1" fmla="*/ 565 h 565"/>
                <a:gd name="T2" fmla="*/ 19 w 500"/>
                <a:gd name="T3" fmla="*/ 557 h 565"/>
                <a:gd name="T4" fmla="*/ 3 w 500"/>
                <a:gd name="T5" fmla="*/ 538 h 565"/>
                <a:gd name="T6" fmla="*/ 0 w 500"/>
                <a:gd name="T7" fmla="*/ 433 h 565"/>
                <a:gd name="T8" fmla="*/ 3 w 500"/>
                <a:gd name="T9" fmla="*/ 415 h 565"/>
                <a:gd name="T10" fmla="*/ 136 w 500"/>
                <a:gd name="T11" fmla="*/ 294 h 565"/>
                <a:gd name="T12" fmla="*/ 116 w 500"/>
                <a:gd name="T13" fmla="*/ 266 h 565"/>
                <a:gd name="T14" fmla="*/ 94 w 500"/>
                <a:gd name="T15" fmla="*/ 211 h 565"/>
                <a:gd name="T16" fmla="*/ 87 w 500"/>
                <a:gd name="T17" fmla="*/ 163 h 565"/>
                <a:gd name="T18" fmla="*/ 95 w 500"/>
                <a:gd name="T19" fmla="*/ 106 h 565"/>
                <a:gd name="T20" fmla="*/ 120 w 500"/>
                <a:gd name="T21" fmla="*/ 56 h 565"/>
                <a:gd name="T22" fmla="*/ 139 w 500"/>
                <a:gd name="T23" fmla="*/ 35 h 565"/>
                <a:gd name="T24" fmla="*/ 180 w 500"/>
                <a:gd name="T25" fmla="*/ 13 h 565"/>
                <a:gd name="T26" fmla="*/ 230 w 500"/>
                <a:gd name="T27" fmla="*/ 1 h 565"/>
                <a:gd name="T28" fmla="*/ 270 w 500"/>
                <a:gd name="T29" fmla="*/ 1 h 565"/>
                <a:gd name="T30" fmla="*/ 323 w 500"/>
                <a:gd name="T31" fmla="*/ 13 h 565"/>
                <a:gd name="T32" fmla="*/ 365 w 500"/>
                <a:gd name="T33" fmla="*/ 38 h 565"/>
                <a:gd name="T34" fmla="*/ 385 w 500"/>
                <a:gd name="T35" fmla="*/ 60 h 565"/>
                <a:gd name="T36" fmla="*/ 409 w 500"/>
                <a:gd name="T37" fmla="*/ 111 h 565"/>
                <a:gd name="T38" fmla="*/ 415 w 500"/>
                <a:gd name="T39" fmla="*/ 166 h 565"/>
                <a:gd name="T40" fmla="*/ 411 w 500"/>
                <a:gd name="T41" fmla="*/ 205 h 565"/>
                <a:gd name="T42" fmla="*/ 396 w 500"/>
                <a:gd name="T43" fmla="*/ 247 h 565"/>
                <a:gd name="T44" fmla="*/ 375 w 500"/>
                <a:gd name="T45" fmla="*/ 284 h 565"/>
                <a:gd name="T46" fmla="*/ 485 w 500"/>
                <a:gd name="T47" fmla="*/ 401 h 565"/>
                <a:gd name="T48" fmla="*/ 496 w 500"/>
                <a:gd name="T49" fmla="*/ 415 h 565"/>
                <a:gd name="T50" fmla="*/ 500 w 500"/>
                <a:gd name="T51" fmla="*/ 522 h 565"/>
                <a:gd name="T52" fmla="*/ 496 w 500"/>
                <a:gd name="T53" fmla="*/ 538 h 565"/>
                <a:gd name="T54" fmla="*/ 480 w 500"/>
                <a:gd name="T55" fmla="*/ 557 h 565"/>
                <a:gd name="T56" fmla="*/ 456 w 500"/>
                <a:gd name="T57" fmla="*/ 565 h 565"/>
                <a:gd name="T58" fmla="*/ 249 w 500"/>
                <a:gd name="T59" fmla="*/ 43 h 565"/>
                <a:gd name="T60" fmla="*/ 209 w 500"/>
                <a:gd name="T61" fmla="*/ 48 h 565"/>
                <a:gd name="T62" fmla="*/ 176 w 500"/>
                <a:gd name="T63" fmla="*/ 61 h 565"/>
                <a:gd name="T64" fmla="*/ 160 w 500"/>
                <a:gd name="T65" fmla="*/ 76 h 565"/>
                <a:gd name="T66" fmla="*/ 137 w 500"/>
                <a:gd name="T67" fmla="*/ 119 h 565"/>
                <a:gd name="T68" fmla="*/ 131 w 500"/>
                <a:gd name="T69" fmla="*/ 165 h 565"/>
                <a:gd name="T70" fmla="*/ 134 w 500"/>
                <a:gd name="T71" fmla="*/ 195 h 565"/>
                <a:gd name="T72" fmla="*/ 147 w 500"/>
                <a:gd name="T73" fmla="*/ 231 h 565"/>
                <a:gd name="T74" fmla="*/ 170 w 500"/>
                <a:gd name="T75" fmla="*/ 268 h 565"/>
                <a:gd name="T76" fmla="*/ 184 w 500"/>
                <a:gd name="T77" fmla="*/ 281 h 565"/>
                <a:gd name="T78" fmla="*/ 189 w 500"/>
                <a:gd name="T79" fmla="*/ 294 h 565"/>
                <a:gd name="T80" fmla="*/ 188 w 500"/>
                <a:gd name="T81" fmla="*/ 304 h 565"/>
                <a:gd name="T82" fmla="*/ 44 w 500"/>
                <a:gd name="T83" fmla="*/ 433 h 565"/>
                <a:gd name="T84" fmla="*/ 456 w 500"/>
                <a:gd name="T85" fmla="*/ 433 h 565"/>
                <a:gd name="T86" fmla="*/ 317 w 500"/>
                <a:gd name="T87" fmla="*/ 308 h 565"/>
                <a:gd name="T88" fmla="*/ 312 w 500"/>
                <a:gd name="T89" fmla="*/ 295 h 565"/>
                <a:gd name="T90" fmla="*/ 314 w 500"/>
                <a:gd name="T91" fmla="*/ 286 h 565"/>
                <a:gd name="T92" fmla="*/ 320 w 500"/>
                <a:gd name="T93" fmla="*/ 278 h 565"/>
                <a:gd name="T94" fmla="*/ 349 w 500"/>
                <a:gd name="T95" fmla="*/ 247 h 565"/>
                <a:gd name="T96" fmla="*/ 365 w 500"/>
                <a:gd name="T97" fmla="*/ 208 h 565"/>
                <a:gd name="T98" fmla="*/ 372 w 500"/>
                <a:gd name="T99" fmla="*/ 168 h 565"/>
                <a:gd name="T100" fmla="*/ 367 w 500"/>
                <a:gd name="T101" fmla="*/ 126 h 565"/>
                <a:gd name="T102" fmla="*/ 344 w 500"/>
                <a:gd name="T103" fmla="*/ 79 h 565"/>
                <a:gd name="T104" fmla="*/ 328 w 500"/>
                <a:gd name="T105" fmla="*/ 63 h 565"/>
                <a:gd name="T106" fmla="*/ 293 w 500"/>
                <a:gd name="T107" fmla="*/ 48 h 565"/>
                <a:gd name="T108" fmla="*/ 249 w 500"/>
                <a:gd name="T109" fmla="*/ 43 h 565"/>
                <a:gd name="T110" fmla="*/ 249 w 500"/>
                <a:gd name="T111" fmla="*/ 43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00" h="565">
                  <a:moveTo>
                    <a:pt x="456" y="565"/>
                  </a:moveTo>
                  <a:lnTo>
                    <a:pt x="44" y="565"/>
                  </a:lnTo>
                  <a:lnTo>
                    <a:pt x="44" y="565"/>
                  </a:lnTo>
                  <a:lnTo>
                    <a:pt x="36" y="564"/>
                  </a:lnTo>
                  <a:lnTo>
                    <a:pt x="28" y="562"/>
                  </a:lnTo>
                  <a:lnTo>
                    <a:pt x="19" y="557"/>
                  </a:lnTo>
                  <a:lnTo>
                    <a:pt x="13" y="552"/>
                  </a:lnTo>
                  <a:lnTo>
                    <a:pt x="8" y="546"/>
                  </a:lnTo>
                  <a:lnTo>
                    <a:pt x="3" y="538"/>
                  </a:lnTo>
                  <a:lnTo>
                    <a:pt x="2" y="530"/>
                  </a:lnTo>
                  <a:lnTo>
                    <a:pt x="0" y="522"/>
                  </a:lnTo>
                  <a:lnTo>
                    <a:pt x="0" y="433"/>
                  </a:lnTo>
                  <a:lnTo>
                    <a:pt x="0" y="433"/>
                  </a:lnTo>
                  <a:lnTo>
                    <a:pt x="2" y="423"/>
                  </a:lnTo>
                  <a:lnTo>
                    <a:pt x="3" y="415"/>
                  </a:lnTo>
                  <a:lnTo>
                    <a:pt x="8" y="407"/>
                  </a:lnTo>
                  <a:lnTo>
                    <a:pt x="15" y="401"/>
                  </a:lnTo>
                  <a:lnTo>
                    <a:pt x="136" y="294"/>
                  </a:lnTo>
                  <a:lnTo>
                    <a:pt x="136" y="294"/>
                  </a:lnTo>
                  <a:lnTo>
                    <a:pt x="125" y="281"/>
                  </a:lnTo>
                  <a:lnTo>
                    <a:pt x="116" y="266"/>
                  </a:lnTo>
                  <a:lnTo>
                    <a:pt x="108" y="252"/>
                  </a:lnTo>
                  <a:lnTo>
                    <a:pt x="102" y="239"/>
                  </a:lnTo>
                  <a:lnTo>
                    <a:pt x="94" y="211"/>
                  </a:lnTo>
                  <a:lnTo>
                    <a:pt x="89" y="189"/>
                  </a:lnTo>
                  <a:lnTo>
                    <a:pt x="89" y="189"/>
                  </a:lnTo>
                  <a:lnTo>
                    <a:pt x="87" y="163"/>
                  </a:lnTo>
                  <a:lnTo>
                    <a:pt x="89" y="145"/>
                  </a:lnTo>
                  <a:lnTo>
                    <a:pt x="91" y="126"/>
                  </a:lnTo>
                  <a:lnTo>
                    <a:pt x="95" y="106"/>
                  </a:lnTo>
                  <a:lnTo>
                    <a:pt x="104" y="85"/>
                  </a:lnTo>
                  <a:lnTo>
                    <a:pt x="113" y="66"/>
                  </a:lnTo>
                  <a:lnTo>
                    <a:pt x="120" y="56"/>
                  </a:lnTo>
                  <a:lnTo>
                    <a:pt x="128" y="47"/>
                  </a:lnTo>
                  <a:lnTo>
                    <a:pt x="128" y="47"/>
                  </a:lnTo>
                  <a:lnTo>
                    <a:pt x="139" y="35"/>
                  </a:lnTo>
                  <a:lnTo>
                    <a:pt x="150" y="27"/>
                  </a:lnTo>
                  <a:lnTo>
                    <a:pt x="165" y="19"/>
                  </a:lnTo>
                  <a:lnTo>
                    <a:pt x="180" y="13"/>
                  </a:lnTo>
                  <a:lnTo>
                    <a:pt x="196" y="6"/>
                  </a:lnTo>
                  <a:lnTo>
                    <a:pt x="212" y="3"/>
                  </a:lnTo>
                  <a:lnTo>
                    <a:pt x="230" y="1"/>
                  </a:lnTo>
                  <a:lnTo>
                    <a:pt x="249" y="0"/>
                  </a:lnTo>
                  <a:lnTo>
                    <a:pt x="249" y="0"/>
                  </a:lnTo>
                  <a:lnTo>
                    <a:pt x="270" y="1"/>
                  </a:lnTo>
                  <a:lnTo>
                    <a:pt x="289" y="3"/>
                  </a:lnTo>
                  <a:lnTo>
                    <a:pt x="307" y="8"/>
                  </a:lnTo>
                  <a:lnTo>
                    <a:pt x="323" y="13"/>
                  </a:lnTo>
                  <a:lnTo>
                    <a:pt x="340" y="19"/>
                  </a:lnTo>
                  <a:lnTo>
                    <a:pt x="354" y="29"/>
                  </a:lnTo>
                  <a:lnTo>
                    <a:pt x="365" y="38"/>
                  </a:lnTo>
                  <a:lnTo>
                    <a:pt x="378" y="50"/>
                  </a:lnTo>
                  <a:lnTo>
                    <a:pt x="378" y="50"/>
                  </a:lnTo>
                  <a:lnTo>
                    <a:pt x="385" y="60"/>
                  </a:lnTo>
                  <a:lnTo>
                    <a:pt x="391" y="69"/>
                  </a:lnTo>
                  <a:lnTo>
                    <a:pt x="403" y="90"/>
                  </a:lnTo>
                  <a:lnTo>
                    <a:pt x="409" y="111"/>
                  </a:lnTo>
                  <a:lnTo>
                    <a:pt x="412" y="131"/>
                  </a:lnTo>
                  <a:lnTo>
                    <a:pt x="415" y="150"/>
                  </a:lnTo>
                  <a:lnTo>
                    <a:pt x="415" y="166"/>
                  </a:lnTo>
                  <a:lnTo>
                    <a:pt x="414" y="190"/>
                  </a:lnTo>
                  <a:lnTo>
                    <a:pt x="414" y="190"/>
                  </a:lnTo>
                  <a:lnTo>
                    <a:pt x="411" y="205"/>
                  </a:lnTo>
                  <a:lnTo>
                    <a:pt x="407" y="220"/>
                  </a:lnTo>
                  <a:lnTo>
                    <a:pt x="403" y="234"/>
                  </a:lnTo>
                  <a:lnTo>
                    <a:pt x="396" y="247"/>
                  </a:lnTo>
                  <a:lnTo>
                    <a:pt x="390" y="262"/>
                  </a:lnTo>
                  <a:lnTo>
                    <a:pt x="383" y="273"/>
                  </a:lnTo>
                  <a:lnTo>
                    <a:pt x="375" y="284"/>
                  </a:lnTo>
                  <a:lnTo>
                    <a:pt x="365" y="295"/>
                  </a:lnTo>
                  <a:lnTo>
                    <a:pt x="485" y="401"/>
                  </a:lnTo>
                  <a:lnTo>
                    <a:pt x="485" y="401"/>
                  </a:lnTo>
                  <a:lnTo>
                    <a:pt x="485" y="401"/>
                  </a:lnTo>
                  <a:lnTo>
                    <a:pt x="491" y="407"/>
                  </a:lnTo>
                  <a:lnTo>
                    <a:pt x="496" y="415"/>
                  </a:lnTo>
                  <a:lnTo>
                    <a:pt x="500" y="423"/>
                  </a:lnTo>
                  <a:lnTo>
                    <a:pt x="500" y="433"/>
                  </a:lnTo>
                  <a:lnTo>
                    <a:pt x="500" y="522"/>
                  </a:lnTo>
                  <a:lnTo>
                    <a:pt x="500" y="522"/>
                  </a:lnTo>
                  <a:lnTo>
                    <a:pt x="500" y="530"/>
                  </a:lnTo>
                  <a:lnTo>
                    <a:pt x="496" y="538"/>
                  </a:lnTo>
                  <a:lnTo>
                    <a:pt x="493" y="546"/>
                  </a:lnTo>
                  <a:lnTo>
                    <a:pt x="487" y="552"/>
                  </a:lnTo>
                  <a:lnTo>
                    <a:pt x="480" y="557"/>
                  </a:lnTo>
                  <a:lnTo>
                    <a:pt x="474" y="562"/>
                  </a:lnTo>
                  <a:lnTo>
                    <a:pt x="466" y="564"/>
                  </a:lnTo>
                  <a:lnTo>
                    <a:pt x="456" y="565"/>
                  </a:lnTo>
                  <a:lnTo>
                    <a:pt x="456" y="565"/>
                  </a:lnTo>
                  <a:close/>
                  <a:moveTo>
                    <a:pt x="249" y="43"/>
                  </a:moveTo>
                  <a:lnTo>
                    <a:pt x="249" y="43"/>
                  </a:lnTo>
                  <a:lnTo>
                    <a:pt x="234" y="43"/>
                  </a:lnTo>
                  <a:lnTo>
                    <a:pt x="222" y="45"/>
                  </a:lnTo>
                  <a:lnTo>
                    <a:pt x="209" y="48"/>
                  </a:lnTo>
                  <a:lnTo>
                    <a:pt x="197" y="51"/>
                  </a:lnTo>
                  <a:lnTo>
                    <a:pt x="186" y="56"/>
                  </a:lnTo>
                  <a:lnTo>
                    <a:pt x="176" y="61"/>
                  </a:lnTo>
                  <a:lnTo>
                    <a:pt x="168" y="69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49" y="90"/>
                  </a:lnTo>
                  <a:lnTo>
                    <a:pt x="142" y="105"/>
                  </a:lnTo>
                  <a:lnTo>
                    <a:pt x="137" y="119"/>
                  </a:lnTo>
                  <a:lnTo>
                    <a:pt x="134" y="135"/>
                  </a:lnTo>
                  <a:lnTo>
                    <a:pt x="133" y="150"/>
                  </a:lnTo>
                  <a:lnTo>
                    <a:pt x="131" y="165"/>
                  </a:lnTo>
                  <a:lnTo>
                    <a:pt x="133" y="186"/>
                  </a:lnTo>
                  <a:lnTo>
                    <a:pt x="133" y="186"/>
                  </a:lnTo>
                  <a:lnTo>
                    <a:pt x="134" y="195"/>
                  </a:lnTo>
                  <a:lnTo>
                    <a:pt x="137" y="207"/>
                  </a:lnTo>
                  <a:lnTo>
                    <a:pt x="141" y="220"/>
                  </a:lnTo>
                  <a:lnTo>
                    <a:pt x="147" y="231"/>
                  </a:lnTo>
                  <a:lnTo>
                    <a:pt x="154" y="244"/>
                  </a:lnTo>
                  <a:lnTo>
                    <a:pt x="162" y="257"/>
                  </a:lnTo>
                  <a:lnTo>
                    <a:pt x="170" y="268"/>
                  </a:lnTo>
                  <a:lnTo>
                    <a:pt x="181" y="278"/>
                  </a:lnTo>
                  <a:lnTo>
                    <a:pt x="181" y="278"/>
                  </a:lnTo>
                  <a:lnTo>
                    <a:pt x="184" y="281"/>
                  </a:lnTo>
                  <a:lnTo>
                    <a:pt x="186" y="284"/>
                  </a:lnTo>
                  <a:lnTo>
                    <a:pt x="188" y="289"/>
                  </a:lnTo>
                  <a:lnTo>
                    <a:pt x="189" y="294"/>
                  </a:lnTo>
                  <a:lnTo>
                    <a:pt x="189" y="294"/>
                  </a:lnTo>
                  <a:lnTo>
                    <a:pt x="189" y="299"/>
                  </a:lnTo>
                  <a:lnTo>
                    <a:pt x="188" y="304"/>
                  </a:lnTo>
                  <a:lnTo>
                    <a:pt x="184" y="307"/>
                  </a:lnTo>
                  <a:lnTo>
                    <a:pt x="181" y="310"/>
                  </a:lnTo>
                  <a:lnTo>
                    <a:pt x="44" y="433"/>
                  </a:lnTo>
                  <a:lnTo>
                    <a:pt x="44" y="522"/>
                  </a:lnTo>
                  <a:lnTo>
                    <a:pt x="456" y="522"/>
                  </a:lnTo>
                  <a:lnTo>
                    <a:pt x="456" y="433"/>
                  </a:lnTo>
                  <a:lnTo>
                    <a:pt x="320" y="312"/>
                  </a:lnTo>
                  <a:lnTo>
                    <a:pt x="320" y="312"/>
                  </a:lnTo>
                  <a:lnTo>
                    <a:pt x="317" y="308"/>
                  </a:lnTo>
                  <a:lnTo>
                    <a:pt x="314" y="304"/>
                  </a:lnTo>
                  <a:lnTo>
                    <a:pt x="312" y="300"/>
                  </a:lnTo>
                  <a:lnTo>
                    <a:pt x="312" y="295"/>
                  </a:lnTo>
                  <a:lnTo>
                    <a:pt x="312" y="295"/>
                  </a:lnTo>
                  <a:lnTo>
                    <a:pt x="312" y="291"/>
                  </a:lnTo>
                  <a:lnTo>
                    <a:pt x="314" y="286"/>
                  </a:lnTo>
                  <a:lnTo>
                    <a:pt x="317" y="281"/>
                  </a:lnTo>
                  <a:lnTo>
                    <a:pt x="320" y="278"/>
                  </a:lnTo>
                  <a:lnTo>
                    <a:pt x="320" y="278"/>
                  </a:lnTo>
                  <a:lnTo>
                    <a:pt x="331" y="270"/>
                  </a:lnTo>
                  <a:lnTo>
                    <a:pt x="341" y="258"/>
                  </a:lnTo>
                  <a:lnTo>
                    <a:pt x="349" y="247"/>
                  </a:lnTo>
                  <a:lnTo>
                    <a:pt x="356" y="234"/>
                  </a:lnTo>
                  <a:lnTo>
                    <a:pt x="361" y="221"/>
                  </a:lnTo>
                  <a:lnTo>
                    <a:pt x="365" y="208"/>
                  </a:lnTo>
                  <a:lnTo>
                    <a:pt x="370" y="184"/>
                  </a:lnTo>
                  <a:lnTo>
                    <a:pt x="370" y="184"/>
                  </a:lnTo>
                  <a:lnTo>
                    <a:pt x="372" y="168"/>
                  </a:lnTo>
                  <a:lnTo>
                    <a:pt x="372" y="156"/>
                  </a:lnTo>
                  <a:lnTo>
                    <a:pt x="370" y="140"/>
                  </a:lnTo>
                  <a:lnTo>
                    <a:pt x="367" y="126"/>
                  </a:lnTo>
                  <a:lnTo>
                    <a:pt x="362" y="110"/>
                  </a:lnTo>
                  <a:lnTo>
                    <a:pt x="356" y="93"/>
                  </a:lnTo>
                  <a:lnTo>
                    <a:pt x="344" y="79"/>
                  </a:lnTo>
                  <a:lnTo>
                    <a:pt x="344" y="79"/>
                  </a:lnTo>
                  <a:lnTo>
                    <a:pt x="336" y="71"/>
                  </a:lnTo>
                  <a:lnTo>
                    <a:pt x="328" y="63"/>
                  </a:lnTo>
                  <a:lnTo>
                    <a:pt x="317" y="58"/>
                  </a:lnTo>
                  <a:lnTo>
                    <a:pt x="306" y="53"/>
                  </a:lnTo>
                  <a:lnTo>
                    <a:pt x="293" y="48"/>
                  </a:lnTo>
                  <a:lnTo>
                    <a:pt x="280" y="45"/>
                  </a:lnTo>
                  <a:lnTo>
                    <a:pt x="265" y="43"/>
                  </a:lnTo>
                  <a:lnTo>
                    <a:pt x="249" y="43"/>
                  </a:lnTo>
                  <a:lnTo>
                    <a:pt x="249" y="43"/>
                  </a:lnTo>
                  <a:close/>
                  <a:moveTo>
                    <a:pt x="249" y="43"/>
                  </a:moveTo>
                  <a:lnTo>
                    <a:pt x="249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2" name="Line 255"/>
            <p:cNvSpPr>
              <a:spLocks noChangeShapeType="1"/>
            </p:cNvSpPr>
            <p:nvPr/>
          </p:nvSpPr>
          <p:spPr bwMode="auto">
            <a:xfrm>
              <a:off x="2532062" y="22098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3" name="Freeform 256"/>
            <p:cNvSpPr>
              <a:spLocks noEditPoints="1"/>
            </p:cNvSpPr>
            <p:nvPr/>
          </p:nvSpPr>
          <p:spPr bwMode="auto">
            <a:xfrm>
              <a:off x="2511425" y="2460626"/>
              <a:ext cx="41275" cy="103188"/>
            </a:xfrm>
            <a:custGeom>
              <a:avLst/>
              <a:gdLst>
                <a:gd name="T0" fmla="*/ 53 w 53"/>
                <a:gd name="T1" fmla="*/ 131 h 131"/>
                <a:gd name="T2" fmla="*/ 0 w 53"/>
                <a:gd name="T3" fmla="*/ 131 h 131"/>
                <a:gd name="T4" fmla="*/ 0 w 53"/>
                <a:gd name="T5" fmla="*/ 23 h 131"/>
                <a:gd name="T6" fmla="*/ 0 w 53"/>
                <a:gd name="T7" fmla="*/ 23 h 131"/>
                <a:gd name="T8" fmla="*/ 2 w 53"/>
                <a:gd name="T9" fmla="*/ 13 h 131"/>
                <a:gd name="T10" fmla="*/ 7 w 53"/>
                <a:gd name="T11" fmla="*/ 7 h 131"/>
                <a:gd name="T12" fmla="*/ 13 w 53"/>
                <a:gd name="T13" fmla="*/ 2 h 131"/>
                <a:gd name="T14" fmla="*/ 21 w 53"/>
                <a:gd name="T15" fmla="*/ 0 h 131"/>
                <a:gd name="T16" fmla="*/ 32 w 53"/>
                <a:gd name="T17" fmla="*/ 0 h 131"/>
                <a:gd name="T18" fmla="*/ 32 w 53"/>
                <a:gd name="T19" fmla="*/ 0 h 131"/>
                <a:gd name="T20" fmla="*/ 41 w 53"/>
                <a:gd name="T21" fmla="*/ 2 h 131"/>
                <a:gd name="T22" fmla="*/ 49 w 53"/>
                <a:gd name="T23" fmla="*/ 7 h 131"/>
                <a:gd name="T24" fmla="*/ 52 w 53"/>
                <a:gd name="T25" fmla="*/ 13 h 131"/>
                <a:gd name="T26" fmla="*/ 53 w 53"/>
                <a:gd name="T27" fmla="*/ 23 h 131"/>
                <a:gd name="T28" fmla="*/ 53 w 53"/>
                <a:gd name="T29" fmla="*/ 131 h 131"/>
                <a:gd name="T30" fmla="*/ 53 w 53"/>
                <a:gd name="T31" fmla="*/ 131 h 131"/>
                <a:gd name="T32" fmla="*/ 53 w 53"/>
                <a:gd name="T33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131">
                  <a:moveTo>
                    <a:pt x="53" y="131"/>
                  </a:moveTo>
                  <a:lnTo>
                    <a:pt x="0" y="131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41" y="2"/>
                  </a:lnTo>
                  <a:lnTo>
                    <a:pt x="49" y="7"/>
                  </a:lnTo>
                  <a:lnTo>
                    <a:pt x="52" y="13"/>
                  </a:lnTo>
                  <a:lnTo>
                    <a:pt x="53" y="23"/>
                  </a:lnTo>
                  <a:lnTo>
                    <a:pt x="53" y="131"/>
                  </a:lnTo>
                  <a:close/>
                  <a:moveTo>
                    <a:pt x="53" y="131"/>
                  </a:moveTo>
                  <a:lnTo>
                    <a:pt x="53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4" name="Freeform 257"/>
            <p:cNvSpPr/>
            <p:nvPr/>
          </p:nvSpPr>
          <p:spPr bwMode="auto">
            <a:xfrm>
              <a:off x="2511425" y="2460626"/>
              <a:ext cx="41275" cy="103188"/>
            </a:xfrm>
            <a:custGeom>
              <a:avLst/>
              <a:gdLst>
                <a:gd name="T0" fmla="*/ 53 w 53"/>
                <a:gd name="T1" fmla="*/ 131 h 131"/>
                <a:gd name="T2" fmla="*/ 0 w 53"/>
                <a:gd name="T3" fmla="*/ 131 h 131"/>
                <a:gd name="T4" fmla="*/ 0 w 53"/>
                <a:gd name="T5" fmla="*/ 23 h 131"/>
                <a:gd name="T6" fmla="*/ 0 w 53"/>
                <a:gd name="T7" fmla="*/ 23 h 131"/>
                <a:gd name="T8" fmla="*/ 2 w 53"/>
                <a:gd name="T9" fmla="*/ 13 h 131"/>
                <a:gd name="T10" fmla="*/ 7 w 53"/>
                <a:gd name="T11" fmla="*/ 7 h 131"/>
                <a:gd name="T12" fmla="*/ 13 w 53"/>
                <a:gd name="T13" fmla="*/ 2 h 131"/>
                <a:gd name="T14" fmla="*/ 21 w 53"/>
                <a:gd name="T15" fmla="*/ 0 h 131"/>
                <a:gd name="T16" fmla="*/ 32 w 53"/>
                <a:gd name="T17" fmla="*/ 0 h 131"/>
                <a:gd name="T18" fmla="*/ 32 w 53"/>
                <a:gd name="T19" fmla="*/ 0 h 131"/>
                <a:gd name="T20" fmla="*/ 41 w 53"/>
                <a:gd name="T21" fmla="*/ 2 h 131"/>
                <a:gd name="T22" fmla="*/ 49 w 53"/>
                <a:gd name="T23" fmla="*/ 7 h 131"/>
                <a:gd name="T24" fmla="*/ 52 w 53"/>
                <a:gd name="T25" fmla="*/ 13 h 131"/>
                <a:gd name="T26" fmla="*/ 53 w 53"/>
                <a:gd name="T27" fmla="*/ 23 h 131"/>
                <a:gd name="T28" fmla="*/ 53 w 53"/>
                <a:gd name="T2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" h="131">
                  <a:moveTo>
                    <a:pt x="53" y="131"/>
                  </a:moveTo>
                  <a:lnTo>
                    <a:pt x="0" y="131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41" y="2"/>
                  </a:lnTo>
                  <a:lnTo>
                    <a:pt x="49" y="7"/>
                  </a:lnTo>
                  <a:lnTo>
                    <a:pt x="52" y="13"/>
                  </a:lnTo>
                  <a:lnTo>
                    <a:pt x="53" y="23"/>
                  </a:lnTo>
                  <a:lnTo>
                    <a:pt x="53" y="131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5" name="Line 258"/>
            <p:cNvSpPr>
              <a:spLocks noChangeShapeType="1"/>
            </p:cNvSpPr>
            <p:nvPr/>
          </p:nvSpPr>
          <p:spPr bwMode="auto">
            <a:xfrm>
              <a:off x="2552700" y="2563813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621155" y="3602233"/>
            <a:ext cx="310057" cy="321456"/>
            <a:chOff x="592137" y="3146426"/>
            <a:chExt cx="431800" cy="447675"/>
          </a:xfrm>
          <a:solidFill>
            <a:schemeClr val="bg1"/>
          </a:solidFill>
        </p:grpSpPr>
        <p:sp>
          <p:nvSpPr>
            <p:cNvPr id="17" name="Freeform 58"/>
            <p:cNvSpPr>
              <a:spLocks noEditPoints="1"/>
            </p:cNvSpPr>
            <p:nvPr/>
          </p:nvSpPr>
          <p:spPr bwMode="auto">
            <a:xfrm>
              <a:off x="649287" y="3146426"/>
              <a:ext cx="317500" cy="392113"/>
            </a:xfrm>
            <a:custGeom>
              <a:avLst/>
              <a:gdLst>
                <a:gd name="T0" fmla="*/ 191 w 399"/>
                <a:gd name="T1" fmla="*/ 493 h 493"/>
                <a:gd name="T2" fmla="*/ 166 w 399"/>
                <a:gd name="T3" fmla="*/ 479 h 493"/>
                <a:gd name="T4" fmla="*/ 36 w 399"/>
                <a:gd name="T5" fmla="*/ 306 h 493"/>
                <a:gd name="T6" fmla="*/ 19 w 399"/>
                <a:gd name="T7" fmla="*/ 280 h 493"/>
                <a:gd name="T8" fmla="*/ 5 w 399"/>
                <a:gd name="T9" fmla="*/ 238 h 493"/>
                <a:gd name="T10" fmla="*/ 0 w 399"/>
                <a:gd name="T11" fmla="*/ 194 h 493"/>
                <a:gd name="T12" fmla="*/ 3 w 399"/>
                <a:gd name="T13" fmla="*/ 155 h 493"/>
                <a:gd name="T14" fmla="*/ 24 w 399"/>
                <a:gd name="T15" fmla="*/ 102 h 493"/>
                <a:gd name="T16" fmla="*/ 58 w 399"/>
                <a:gd name="T17" fmla="*/ 57 h 493"/>
                <a:gd name="T18" fmla="*/ 105 w 399"/>
                <a:gd name="T19" fmla="*/ 23 h 493"/>
                <a:gd name="T20" fmla="*/ 160 w 399"/>
                <a:gd name="T21" fmla="*/ 3 h 493"/>
                <a:gd name="T22" fmla="*/ 200 w 399"/>
                <a:gd name="T23" fmla="*/ 0 h 493"/>
                <a:gd name="T24" fmla="*/ 259 w 399"/>
                <a:gd name="T25" fmla="*/ 8 h 493"/>
                <a:gd name="T26" fmla="*/ 312 w 399"/>
                <a:gd name="T27" fmla="*/ 32 h 493"/>
                <a:gd name="T28" fmla="*/ 354 w 399"/>
                <a:gd name="T29" fmla="*/ 71 h 493"/>
                <a:gd name="T30" fmla="*/ 385 w 399"/>
                <a:gd name="T31" fmla="*/ 118 h 493"/>
                <a:gd name="T32" fmla="*/ 399 w 399"/>
                <a:gd name="T33" fmla="*/ 175 h 493"/>
                <a:gd name="T34" fmla="*/ 399 w 399"/>
                <a:gd name="T35" fmla="*/ 209 h 493"/>
                <a:gd name="T36" fmla="*/ 389 w 399"/>
                <a:gd name="T37" fmla="*/ 252 h 493"/>
                <a:gd name="T38" fmla="*/ 372 w 399"/>
                <a:gd name="T39" fmla="*/ 293 h 493"/>
                <a:gd name="T40" fmla="*/ 360 w 399"/>
                <a:gd name="T41" fmla="*/ 310 h 493"/>
                <a:gd name="T42" fmla="*/ 225 w 399"/>
                <a:gd name="T43" fmla="*/ 485 h 493"/>
                <a:gd name="T44" fmla="*/ 199 w 399"/>
                <a:gd name="T45" fmla="*/ 493 h 493"/>
                <a:gd name="T46" fmla="*/ 71 w 399"/>
                <a:gd name="T47" fmla="*/ 281 h 493"/>
                <a:gd name="T48" fmla="*/ 326 w 399"/>
                <a:gd name="T49" fmla="*/ 285 h 493"/>
                <a:gd name="T50" fmla="*/ 328 w 399"/>
                <a:gd name="T51" fmla="*/ 281 h 493"/>
                <a:gd name="T52" fmla="*/ 328 w 399"/>
                <a:gd name="T53" fmla="*/ 280 h 493"/>
                <a:gd name="T54" fmla="*/ 354 w 399"/>
                <a:gd name="T55" fmla="*/ 217 h 493"/>
                <a:gd name="T56" fmla="*/ 356 w 399"/>
                <a:gd name="T57" fmla="*/ 178 h 493"/>
                <a:gd name="T58" fmla="*/ 344 w 399"/>
                <a:gd name="T59" fmla="*/ 136 h 493"/>
                <a:gd name="T60" fmla="*/ 320 w 399"/>
                <a:gd name="T61" fmla="*/ 99 h 493"/>
                <a:gd name="T62" fmla="*/ 288 w 399"/>
                <a:gd name="T63" fmla="*/ 70 h 493"/>
                <a:gd name="T64" fmla="*/ 246 w 399"/>
                <a:gd name="T65" fmla="*/ 50 h 493"/>
                <a:gd name="T66" fmla="*/ 200 w 399"/>
                <a:gd name="T67" fmla="*/ 44 h 493"/>
                <a:gd name="T68" fmla="*/ 168 w 399"/>
                <a:gd name="T69" fmla="*/ 45 h 493"/>
                <a:gd name="T70" fmla="*/ 126 w 399"/>
                <a:gd name="T71" fmla="*/ 62 h 493"/>
                <a:gd name="T72" fmla="*/ 89 w 399"/>
                <a:gd name="T73" fmla="*/ 87 h 493"/>
                <a:gd name="T74" fmla="*/ 63 w 399"/>
                <a:gd name="T75" fmla="*/ 123 h 493"/>
                <a:gd name="T76" fmla="*/ 47 w 399"/>
                <a:gd name="T77" fmla="*/ 163 h 493"/>
                <a:gd name="T78" fmla="*/ 44 w 399"/>
                <a:gd name="T79" fmla="*/ 194 h 493"/>
                <a:gd name="T80" fmla="*/ 58 w 399"/>
                <a:gd name="T81" fmla="*/ 260 h 493"/>
                <a:gd name="T82" fmla="*/ 73 w 399"/>
                <a:gd name="T83" fmla="*/ 283 h 493"/>
                <a:gd name="T84" fmla="*/ 71 w 399"/>
                <a:gd name="T85" fmla="*/ 281 h 493"/>
                <a:gd name="T86" fmla="*/ 328 w 399"/>
                <a:gd name="T87" fmla="*/ 281 h 493"/>
                <a:gd name="T88" fmla="*/ 328 w 399"/>
                <a:gd name="T89" fmla="*/ 281 h 493"/>
                <a:gd name="T90" fmla="*/ 328 w 399"/>
                <a:gd name="T91" fmla="*/ 281 h 493"/>
                <a:gd name="T92" fmla="*/ 328 w 399"/>
                <a:gd name="T93" fmla="*/ 281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99" h="493">
                  <a:moveTo>
                    <a:pt x="199" y="493"/>
                  </a:moveTo>
                  <a:lnTo>
                    <a:pt x="199" y="493"/>
                  </a:lnTo>
                  <a:lnTo>
                    <a:pt x="191" y="493"/>
                  </a:lnTo>
                  <a:lnTo>
                    <a:pt x="181" y="490"/>
                  </a:lnTo>
                  <a:lnTo>
                    <a:pt x="173" y="485"/>
                  </a:lnTo>
                  <a:lnTo>
                    <a:pt x="166" y="479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6" y="306"/>
                  </a:lnTo>
                  <a:lnTo>
                    <a:pt x="36" y="306"/>
                  </a:lnTo>
                  <a:lnTo>
                    <a:pt x="27" y="293"/>
                  </a:lnTo>
                  <a:lnTo>
                    <a:pt x="19" y="280"/>
                  </a:lnTo>
                  <a:lnTo>
                    <a:pt x="13" y="267"/>
                  </a:lnTo>
                  <a:lnTo>
                    <a:pt x="8" y="252"/>
                  </a:lnTo>
                  <a:lnTo>
                    <a:pt x="5" y="238"/>
                  </a:lnTo>
                  <a:lnTo>
                    <a:pt x="2" y="223"/>
                  </a:lnTo>
                  <a:lnTo>
                    <a:pt x="0" y="209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3" y="155"/>
                  </a:lnTo>
                  <a:lnTo>
                    <a:pt x="10" y="136"/>
                  </a:lnTo>
                  <a:lnTo>
                    <a:pt x="16" y="118"/>
                  </a:lnTo>
                  <a:lnTo>
                    <a:pt x="24" y="102"/>
                  </a:lnTo>
                  <a:lnTo>
                    <a:pt x="34" y="86"/>
                  </a:lnTo>
                  <a:lnTo>
                    <a:pt x="45" y="71"/>
                  </a:lnTo>
                  <a:lnTo>
                    <a:pt x="58" y="57"/>
                  </a:lnTo>
                  <a:lnTo>
                    <a:pt x="73" y="44"/>
                  </a:lnTo>
                  <a:lnTo>
                    <a:pt x="89" y="32"/>
                  </a:lnTo>
                  <a:lnTo>
                    <a:pt x="105" y="23"/>
                  </a:lnTo>
                  <a:lnTo>
                    <a:pt x="123" y="15"/>
                  </a:lnTo>
                  <a:lnTo>
                    <a:pt x="141" y="8"/>
                  </a:lnTo>
                  <a:lnTo>
                    <a:pt x="160" y="3"/>
                  </a:lnTo>
                  <a:lnTo>
                    <a:pt x="179" y="0"/>
                  </a:lnTo>
                  <a:lnTo>
                    <a:pt x="200" y="0"/>
                  </a:lnTo>
                  <a:lnTo>
                    <a:pt x="200" y="0"/>
                  </a:lnTo>
                  <a:lnTo>
                    <a:pt x="220" y="0"/>
                  </a:lnTo>
                  <a:lnTo>
                    <a:pt x="241" y="3"/>
                  </a:lnTo>
                  <a:lnTo>
                    <a:pt x="259" y="8"/>
                  </a:lnTo>
                  <a:lnTo>
                    <a:pt x="278" y="15"/>
                  </a:lnTo>
                  <a:lnTo>
                    <a:pt x="296" y="23"/>
                  </a:lnTo>
                  <a:lnTo>
                    <a:pt x="312" y="32"/>
                  </a:lnTo>
                  <a:lnTo>
                    <a:pt x="326" y="44"/>
                  </a:lnTo>
                  <a:lnTo>
                    <a:pt x="341" y="57"/>
                  </a:lnTo>
                  <a:lnTo>
                    <a:pt x="354" y="71"/>
                  </a:lnTo>
                  <a:lnTo>
                    <a:pt x="365" y="86"/>
                  </a:lnTo>
                  <a:lnTo>
                    <a:pt x="375" y="102"/>
                  </a:lnTo>
                  <a:lnTo>
                    <a:pt x="385" y="118"/>
                  </a:lnTo>
                  <a:lnTo>
                    <a:pt x="391" y="136"/>
                  </a:lnTo>
                  <a:lnTo>
                    <a:pt x="396" y="155"/>
                  </a:lnTo>
                  <a:lnTo>
                    <a:pt x="399" y="175"/>
                  </a:lnTo>
                  <a:lnTo>
                    <a:pt x="399" y="194"/>
                  </a:lnTo>
                  <a:lnTo>
                    <a:pt x="399" y="194"/>
                  </a:lnTo>
                  <a:lnTo>
                    <a:pt x="399" y="209"/>
                  </a:lnTo>
                  <a:lnTo>
                    <a:pt x="398" y="225"/>
                  </a:lnTo>
                  <a:lnTo>
                    <a:pt x="394" y="238"/>
                  </a:lnTo>
                  <a:lnTo>
                    <a:pt x="389" y="252"/>
                  </a:lnTo>
                  <a:lnTo>
                    <a:pt x="385" y="267"/>
                  </a:lnTo>
                  <a:lnTo>
                    <a:pt x="380" y="280"/>
                  </a:lnTo>
                  <a:lnTo>
                    <a:pt x="372" y="293"/>
                  </a:lnTo>
                  <a:lnTo>
                    <a:pt x="364" y="304"/>
                  </a:lnTo>
                  <a:lnTo>
                    <a:pt x="364" y="304"/>
                  </a:lnTo>
                  <a:lnTo>
                    <a:pt x="360" y="310"/>
                  </a:lnTo>
                  <a:lnTo>
                    <a:pt x="231" y="479"/>
                  </a:lnTo>
                  <a:lnTo>
                    <a:pt x="231" y="479"/>
                  </a:lnTo>
                  <a:lnTo>
                    <a:pt x="225" y="485"/>
                  </a:lnTo>
                  <a:lnTo>
                    <a:pt x="218" y="490"/>
                  </a:lnTo>
                  <a:lnTo>
                    <a:pt x="208" y="493"/>
                  </a:lnTo>
                  <a:lnTo>
                    <a:pt x="199" y="493"/>
                  </a:lnTo>
                  <a:lnTo>
                    <a:pt x="199" y="493"/>
                  </a:lnTo>
                  <a:close/>
                  <a:moveTo>
                    <a:pt x="71" y="281"/>
                  </a:moveTo>
                  <a:lnTo>
                    <a:pt x="71" y="281"/>
                  </a:lnTo>
                  <a:lnTo>
                    <a:pt x="73" y="285"/>
                  </a:lnTo>
                  <a:lnTo>
                    <a:pt x="199" y="448"/>
                  </a:lnTo>
                  <a:lnTo>
                    <a:pt x="326" y="285"/>
                  </a:lnTo>
                  <a:lnTo>
                    <a:pt x="326" y="285"/>
                  </a:lnTo>
                  <a:lnTo>
                    <a:pt x="326" y="283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39" y="260"/>
                  </a:lnTo>
                  <a:lnTo>
                    <a:pt x="349" y="239"/>
                  </a:lnTo>
                  <a:lnTo>
                    <a:pt x="354" y="217"/>
                  </a:lnTo>
                  <a:lnTo>
                    <a:pt x="356" y="194"/>
                  </a:lnTo>
                  <a:lnTo>
                    <a:pt x="356" y="194"/>
                  </a:lnTo>
                  <a:lnTo>
                    <a:pt x="356" y="178"/>
                  </a:lnTo>
                  <a:lnTo>
                    <a:pt x="352" y="163"/>
                  </a:lnTo>
                  <a:lnTo>
                    <a:pt x="349" y="149"/>
                  </a:lnTo>
                  <a:lnTo>
                    <a:pt x="344" y="136"/>
                  </a:lnTo>
                  <a:lnTo>
                    <a:pt x="338" y="123"/>
                  </a:lnTo>
                  <a:lnTo>
                    <a:pt x="330" y="110"/>
                  </a:lnTo>
                  <a:lnTo>
                    <a:pt x="320" y="99"/>
                  </a:lnTo>
                  <a:lnTo>
                    <a:pt x="310" y="87"/>
                  </a:lnTo>
                  <a:lnTo>
                    <a:pt x="299" y="78"/>
                  </a:lnTo>
                  <a:lnTo>
                    <a:pt x="288" y="70"/>
                  </a:lnTo>
                  <a:lnTo>
                    <a:pt x="275" y="62"/>
                  </a:lnTo>
                  <a:lnTo>
                    <a:pt x="260" y="55"/>
                  </a:lnTo>
                  <a:lnTo>
                    <a:pt x="246" y="50"/>
                  </a:lnTo>
                  <a:lnTo>
                    <a:pt x="231" y="45"/>
                  </a:lnTo>
                  <a:lnTo>
                    <a:pt x="217" y="44"/>
                  </a:lnTo>
                  <a:lnTo>
                    <a:pt x="200" y="44"/>
                  </a:lnTo>
                  <a:lnTo>
                    <a:pt x="200" y="44"/>
                  </a:lnTo>
                  <a:lnTo>
                    <a:pt x="184" y="44"/>
                  </a:lnTo>
                  <a:lnTo>
                    <a:pt x="168" y="45"/>
                  </a:lnTo>
                  <a:lnTo>
                    <a:pt x="154" y="50"/>
                  </a:lnTo>
                  <a:lnTo>
                    <a:pt x="139" y="55"/>
                  </a:lnTo>
                  <a:lnTo>
                    <a:pt x="126" y="62"/>
                  </a:lnTo>
                  <a:lnTo>
                    <a:pt x="113" y="70"/>
                  </a:lnTo>
                  <a:lnTo>
                    <a:pt x="100" y="78"/>
                  </a:lnTo>
                  <a:lnTo>
                    <a:pt x="89" y="87"/>
                  </a:lnTo>
                  <a:lnTo>
                    <a:pt x="79" y="99"/>
                  </a:lnTo>
                  <a:lnTo>
                    <a:pt x="69" y="110"/>
                  </a:lnTo>
                  <a:lnTo>
                    <a:pt x="63" y="123"/>
                  </a:lnTo>
                  <a:lnTo>
                    <a:pt x="55" y="136"/>
                  </a:lnTo>
                  <a:lnTo>
                    <a:pt x="50" y="149"/>
                  </a:lnTo>
                  <a:lnTo>
                    <a:pt x="47" y="163"/>
                  </a:lnTo>
                  <a:lnTo>
                    <a:pt x="44" y="180"/>
                  </a:lnTo>
                  <a:lnTo>
                    <a:pt x="44" y="194"/>
                  </a:lnTo>
                  <a:lnTo>
                    <a:pt x="44" y="194"/>
                  </a:lnTo>
                  <a:lnTo>
                    <a:pt x="45" y="217"/>
                  </a:lnTo>
                  <a:lnTo>
                    <a:pt x="50" y="239"/>
                  </a:lnTo>
                  <a:lnTo>
                    <a:pt x="58" y="260"/>
                  </a:lnTo>
                  <a:lnTo>
                    <a:pt x="71" y="280"/>
                  </a:lnTo>
                  <a:lnTo>
                    <a:pt x="73" y="283"/>
                  </a:lnTo>
                  <a:lnTo>
                    <a:pt x="73" y="283"/>
                  </a:lnTo>
                  <a:lnTo>
                    <a:pt x="73" y="283"/>
                  </a:lnTo>
                  <a:lnTo>
                    <a:pt x="71" y="281"/>
                  </a:lnTo>
                  <a:lnTo>
                    <a:pt x="71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9" name="Freeform 61"/>
            <p:cNvSpPr/>
            <p:nvPr/>
          </p:nvSpPr>
          <p:spPr bwMode="auto">
            <a:xfrm>
              <a:off x="909637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0" name="Freeform 62"/>
            <p:cNvSpPr/>
            <p:nvPr/>
          </p:nvSpPr>
          <p:spPr bwMode="auto">
            <a:xfrm>
              <a:off x="909637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1" name="Line 63"/>
            <p:cNvSpPr>
              <a:spLocks noChangeShapeType="1"/>
            </p:cNvSpPr>
            <p:nvPr/>
          </p:nvSpPr>
          <p:spPr bwMode="auto">
            <a:xfrm>
              <a:off x="909637" y="3370263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2" name="Freeform 64"/>
            <p:cNvSpPr>
              <a:spLocks noEditPoints="1"/>
            </p:cNvSpPr>
            <p:nvPr/>
          </p:nvSpPr>
          <p:spPr bwMode="auto">
            <a:xfrm>
              <a:off x="592137" y="3470276"/>
              <a:ext cx="431800" cy="123825"/>
            </a:xfrm>
            <a:custGeom>
              <a:avLst/>
              <a:gdLst>
                <a:gd name="T0" fmla="*/ 520 w 543"/>
                <a:gd name="T1" fmla="*/ 157 h 157"/>
                <a:gd name="T2" fmla="*/ 520 w 543"/>
                <a:gd name="T3" fmla="*/ 157 h 157"/>
                <a:gd name="T4" fmla="*/ 21 w 543"/>
                <a:gd name="T5" fmla="*/ 154 h 157"/>
                <a:gd name="T6" fmla="*/ 21 w 543"/>
                <a:gd name="T7" fmla="*/ 154 h 157"/>
                <a:gd name="T8" fmla="*/ 16 w 543"/>
                <a:gd name="T9" fmla="*/ 154 h 157"/>
                <a:gd name="T10" fmla="*/ 10 w 543"/>
                <a:gd name="T11" fmla="*/ 151 h 157"/>
                <a:gd name="T12" fmla="*/ 6 w 543"/>
                <a:gd name="T13" fmla="*/ 147 h 157"/>
                <a:gd name="T14" fmla="*/ 3 w 543"/>
                <a:gd name="T15" fmla="*/ 144 h 157"/>
                <a:gd name="T16" fmla="*/ 3 w 543"/>
                <a:gd name="T17" fmla="*/ 144 h 157"/>
                <a:gd name="T18" fmla="*/ 0 w 543"/>
                <a:gd name="T19" fmla="*/ 138 h 157"/>
                <a:gd name="T20" fmla="*/ 0 w 543"/>
                <a:gd name="T21" fmla="*/ 133 h 157"/>
                <a:gd name="T22" fmla="*/ 0 w 543"/>
                <a:gd name="T23" fmla="*/ 126 h 157"/>
                <a:gd name="T24" fmla="*/ 3 w 543"/>
                <a:gd name="T25" fmla="*/ 122 h 157"/>
                <a:gd name="T26" fmla="*/ 3 w 543"/>
                <a:gd name="T27" fmla="*/ 122 h 157"/>
                <a:gd name="T28" fmla="*/ 66 w 543"/>
                <a:gd name="T29" fmla="*/ 13 h 157"/>
                <a:gd name="T30" fmla="*/ 66 w 543"/>
                <a:gd name="T31" fmla="*/ 13 h 157"/>
                <a:gd name="T32" fmla="*/ 73 w 543"/>
                <a:gd name="T33" fmla="*/ 7 h 157"/>
                <a:gd name="T34" fmla="*/ 79 w 543"/>
                <a:gd name="T35" fmla="*/ 4 h 157"/>
                <a:gd name="T36" fmla="*/ 87 w 543"/>
                <a:gd name="T37" fmla="*/ 4 h 157"/>
                <a:gd name="T38" fmla="*/ 95 w 543"/>
                <a:gd name="T39" fmla="*/ 5 h 157"/>
                <a:gd name="T40" fmla="*/ 95 w 543"/>
                <a:gd name="T41" fmla="*/ 5 h 157"/>
                <a:gd name="T42" fmla="*/ 102 w 543"/>
                <a:gd name="T43" fmla="*/ 12 h 157"/>
                <a:gd name="T44" fmla="*/ 107 w 543"/>
                <a:gd name="T45" fmla="*/ 18 h 157"/>
                <a:gd name="T46" fmla="*/ 107 w 543"/>
                <a:gd name="T47" fmla="*/ 28 h 157"/>
                <a:gd name="T48" fmla="*/ 103 w 543"/>
                <a:gd name="T49" fmla="*/ 36 h 157"/>
                <a:gd name="T50" fmla="*/ 103 w 543"/>
                <a:gd name="T51" fmla="*/ 36 h 157"/>
                <a:gd name="T52" fmla="*/ 60 w 543"/>
                <a:gd name="T53" fmla="*/ 112 h 157"/>
                <a:gd name="T54" fmla="*/ 483 w 543"/>
                <a:gd name="T55" fmla="*/ 114 h 157"/>
                <a:gd name="T56" fmla="*/ 483 w 543"/>
                <a:gd name="T57" fmla="*/ 114 h 157"/>
                <a:gd name="T58" fmla="*/ 436 w 543"/>
                <a:gd name="T59" fmla="*/ 34 h 157"/>
                <a:gd name="T60" fmla="*/ 436 w 543"/>
                <a:gd name="T61" fmla="*/ 34 h 157"/>
                <a:gd name="T62" fmla="*/ 433 w 543"/>
                <a:gd name="T63" fmla="*/ 26 h 157"/>
                <a:gd name="T64" fmla="*/ 435 w 543"/>
                <a:gd name="T65" fmla="*/ 17 h 157"/>
                <a:gd name="T66" fmla="*/ 438 w 543"/>
                <a:gd name="T67" fmla="*/ 10 h 157"/>
                <a:gd name="T68" fmla="*/ 444 w 543"/>
                <a:gd name="T69" fmla="*/ 4 h 157"/>
                <a:gd name="T70" fmla="*/ 444 w 543"/>
                <a:gd name="T71" fmla="*/ 4 h 157"/>
                <a:gd name="T72" fmla="*/ 452 w 543"/>
                <a:gd name="T73" fmla="*/ 0 h 157"/>
                <a:gd name="T74" fmla="*/ 460 w 543"/>
                <a:gd name="T75" fmla="*/ 2 h 157"/>
                <a:gd name="T76" fmla="*/ 469 w 543"/>
                <a:gd name="T77" fmla="*/ 5 h 157"/>
                <a:gd name="T78" fmla="*/ 473 w 543"/>
                <a:gd name="T79" fmla="*/ 12 h 157"/>
                <a:gd name="T80" fmla="*/ 473 w 543"/>
                <a:gd name="T81" fmla="*/ 12 h 157"/>
                <a:gd name="T82" fmla="*/ 540 w 543"/>
                <a:gd name="T83" fmla="*/ 125 h 157"/>
                <a:gd name="T84" fmla="*/ 540 w 543"/>
                <a:gd name="T85" fmla="*/ 125 h 157"/>
                <a:gd name="T86" fmla="*/ 541 w 543"/>
                <a:gd name="T87" fmla="*/ 130 h 157"/>
                <a:gd name="T88" fmla="*/ 543 w 543"/>
                <a:gd name="T89" fmla="*/ 136 h 157"/>
                <a:gd name="T90" fmla="*/ 541 w 543"/>
                <a:gd name="T91" fmla="*/ 141 h 157"/>
                <a:gd name="T92" fmla="*/ 540 w 543"/>
                <a:gd name="T93" fmla="*/ 146 h 157"/>
                <a:gd name="T94" fmla="*/ 540 w 543"/>
                <a:gd name="T95" fmla="*/ 146 h 157"/>
                <a:gd name="T96" fmla="*/ 536 w 543"/>
                <a:gd name="T97" fmla="*/ 151 h 157"/>
                <a:gd name="T98" fmla="*/ 532 w 543"/>
                <a:gd name="T99" fmla="*/ 154 h 157"/>
                <a:gd name="T100" fmla="*/ 527 w 543"/>
                <a:gd name="T101" fmla="*/ 157 h 157"/>
                <a:gd name="T102" fmla="*/ 520 w 543"/>
                <a:gd name="T103" fmla="*/ 157 h 157"/>
                <a:gd name="T104" fmla="*/ 520 w 543"/>
                <a:gd name="T105" fmla="*/ 157 h 157"/>
                <a:gd name="T106" fmla="*/ 520 w 543"/>
                <a:gd name="T107" fmla="*/ 157 h 157"/>
                <a:gd name="T108" fmla="*/ 520 w 543"/>
                <a:gd name="T10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43" h="157">
                  <a:moveTo>
                    <a:pt x="520" y="157"/>
                  </a:moveTo>
                  <a:lnTo>
                    <a:pt x="520" y="157"/>
                  </a:lnTo>
                  <a:lnTo>
                    <a:pt x="21" y="154"/>
                  </a:lnTo>
                  <a:lnTo>
                    <a:pt x="21" y="154"/>
                  </a:lnTo>
                  <a:lnTo>
                    <a:pt x="16" y="154"/>
                  </a:lnTo>
                  <a:lnTo>
                    <a:pt x="10" y="151"/>
                  </a:lnTo>
                  <a:lnTo>
                    <a:pt x="6" y="147"/>
                  </a:lnTo>
                  <a:lnTo>
                    <a:pt x="3" y="144"/>
                  </a:lnTo>
                  <a:lnTo>
                    <a:pt x="3" y="144"/>
                  </a:lnTo>
                  <a:lnTo>
                    <a:pt x="0" y="138"/>
                  </a:lnTo>
                  <a:lnTo>
                    <a:pt x="0" y="133"/>
                  </a:lnTo>
                  <a:lnTo>
                    <a:pt x="0" y="126"/>
                  </a:lnTo>
                  <a:lnTo>
                    <a:pt x="3" y="122"/>
                  </a:lnTo>
                  <a:lnTo>
                    <a:pt x="3" y="122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3" y="7"/>
                  </a:lnTo>
                  <a:lnTo>
                    <a:pt x="79" y="4"/>
                  </a:lnTo>
                  <a:lnTo>
                    <a:pt x="87" y="4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102" y="12"/>
                  </a:lnTo>
                  <a:lnTo>
                    <a:pt x="107" y="18"/>
                  </a:lnTo>
                  <a:lnTo>
                    <a:pt x="107" y="28"/>
                  </a:lnTo>
                  <a:lnTo>
                    <a:pt x="103" y="36"/>
                  </a:lnTo>
                  <a:lnTo>
                    <a:pt x="103" y="36"/>
                  </a:lnTo>
                  <a:lnTo>
                    <a:pt x="60" y="112"/>
                  </a:lnTo>
                  <a:lnTo>
                    <a:pt x="483" y="114"/>
                  </a:lnTo>
                  <a:lnTo>
                    <a:pt x="483" y="114"/>
                  </a:lnTo>
                  <a:lnTo>
                    <a:pt x="436" y="34"/>
                  </a:lnTo>
                  <a:lnTo>
                    <a:pt x="436" y="34"/>
                  </a:lnTo>
                  <a:lnTo>
                    <a:pt x="433" y="26"/>
                  </a:lnTo>
                  <a:lnTo>
                    <a:pt x="435" y="17"/>
                  </a:lnTo>
                  <a:lnTo>
                    <a:pt x="438" y="10"/>
                  </a:lnTo>
                  <a:lnTo>
                    <a:pt x="444" y="4"/>
                  </a:lnTo>
                  <a:lnTo>
                    <a:pt x="444" y="4"/>
                  </a:lnTo>
                  <a:lnTo>
                    <a:pt x="452" y="0"/>
                  </a:lnTo>
                  <a:lnTo>
                    <a:pt x="460" y="2"/>
                  </a:lnTo>
                  <a:lnTo>
                    <a:pt x="469" y="5"/>
                  </a:lnTo>
                  <a:lnTo>
                    <a:pt x="473" y="12"/>
                  </a:lnTo>
                  <a:lnTo>
                    <a:pt x="473" y="12"/>
                  </a:lnTo>
                  <a:lnTo>
                    <a:pt x="540" y="125"/>
                  </a:lnTo>
                  <a:lnTo>
                    <a:pt x="540" y="125"/>
                  </a:lnTo>
                  <a:lnTo>
                    <a:pt x="541" y="130"/>
                  </a:lnTo>
                  <a:lnTo>
                    <a:pt x="543" y="136"/>
                  </a:lnTo>
                  <a:lnTo>
                    <a:pt x="541" y="141"/>
                  </a:lnTo>
                  <a:lnTo>
                    <a:pt x="540" y="146"/>
                  </a:lnTo>
                  <a:lnTo>
                    <a:pt x="540" y="146"/>
                  </a:lnTo>
                  <a:lnTo>
                    <a:pt x="536" y="151"/>
                  </a:lnTo>
                  <a:lnTo>
                    <a:pt x="532" y="154"/>
                  </a:lnTo>
                  <a:lnTo>
                    <a:pt x="527" y="157"/>
                  </a:lnTo>
                  <a:lnTo>
                    <a:pt x="520" y="157"/>
                  </a:lnTo>
                  <a:lnTo>
                    <a:pt x="520" y="157"/>
                  </a:lnTo>
                  <a:close/>
                  <a:moveTo>
                    <a:pt x="520" y="157"/>
                  </a:moveTo>
                  <a:lnTo>
                    <a:pt x="520" y="1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3" name="Freeform 65"/>
            <p:cNvSpPr/>
            <p:nvPr/>
          </p:nvSpPr>
          <p:spPr bwMode="auto">
            <a:xfrm>
              <a:off x="592137" y="3470276"/>
              <a:ext cx="431800" cy="123825"/>
            </a:xfrm>
            <a:custGeom>
              <a:avLst/>
              <a:gdLst>
                <a:gd name="T0" fmla="*/ 520 w 543"/>
                <a:gd name="T1" fmla="*/ 157 h 157"/>
                <a:gd name="T2" fmla="*/ 520 w 543"/>
                <a:gd name="T3" fmla="*/ 157 h 157"/>
                <a:gd name="T4" fmla="*/ 21 w 543"/>
                <a:gd name="T5" fmla="*/ 154 h 157"/>
                <a:gd name="T6" fmla="*/ 21 w 543"/>
                <a:gd name="T7" fmla="*/ 154 h 157"/>
                <a:gd name="T8" fmla="*/ 16 w 543"/>
                <a:gd name="T9" fmla="*/ 154 h 157"/>
                <a:gd name="T10" fmla="*/ 10 w 543"/>
                <a:gd name="T11" fmla="*/ 151 h 157"/>
                <a:gd name="T12" fmla="*/ 6 w 543"/>
                <a:gd name="T13" fmla="*/ 147 h 157"/>
                <a:gd name="T14" fmla="*/ 3 w 543"/>
                <a:gd name="T15" fmla="*/ 144 h 157"/>
                <a:gd name="T16" fmla="*/ 3 w 543"/>
                <a:gd name="T17" fmla="*/ 144 h 157"/>
                <a:gd name="T18" fmla="*/ 0 w 543"/>
                <a:gd name="T19" fmla="*/ 138 h 157"/>
                <a:gd name="T20" fmla="*/ 0 w 543"/>
                <a:gd name="T21" fmla="*/ 133 h 157"/>
                <a:gd name="T22" fmla="*/ 0 w 543"/>
                <a:gd name="T23" fmla="*/ 126 h 157"/>
                <a:gd name="T24" fmla="*/ 3 w 543"/>
                <a:gd name="T25" fmla="*/ 122 h 157"/>
                <a:gd name="T26" fmla="*/ 3 w 543"/>
                <a:gd name="T27" fmla="*/ 122 h 157"/>
                <a:gd name="T28" fmla="*/ 66 w 543"/>
                <a:gd name="T29" fmla="*/ 13 h 157"/>
                <a:gd name="T30" fmla="*/ 66 w 543"/>
                <a:gd name="T31" fmla="*/ 13 h 157"/>
                <a:gd name="T32" fmla="*/ 73 w 543"/>
                <a:gd name="T33" fmla="*/ 7 h 157"/>
                <a:gd name="T34" fmla="*/ 79 w 543"/>
                <a:gd name="T35" fmla="*/ 4 h 157"/>
                <a:gd name="T36" fmla="*/ 87 w 543"/>
                <a:gd name="T37" fmla="*/ 4 h 157"/>
                <a:gd name="T38" fmla="*/ 95 w 543"/>
                <a:gd name="T39" fmla="*/ 5 h 157"/>
                <a:gd name="T40" fmla="*/ 95 w 543"/>
                <a:gd name="T41" fmla="*/ 5 h 157"/>
                <a:gd name="T42" fmla="*/ 102 w 543"/>
                <a:gd name="T43" fmla="*/ 12 h 157"/>
                <a:gd name="T44" fmla="*/ 107 w 543"/>
                <a:gd name="T45" fmla="*/ 18 h 157"/>
                <a:gd name="T46" fmla="*/ 107 w 543"/>
                <a:gd name="T47" fmla="*/ 28 h 157"/>
                <a:gd name="T48" fmla="*/ 103 w 543"/>
                <a:gd name="T49" fmla="*/ 36 h 157"/>
                <a:gd name="T50" fmla="*/ 103 w 543"/>
                <a:gd name="T51" fmla="*/ 36 h 157"/>
                <a:gd name="T52" fmla="*/ 60 w 543"/>
                <a:gd name="T53" fmla="*/ 112 h 157"/>
                <a:gd name="T54" fmla="*/ 483 w 543"/>
                <a:gd name="T55" fmla="*/ 114 h 157"/>
                <a:gd name="T56" fmla="*/ 483 w 543"/>
                <a:gd name="T57" fmla="*/ 114 h 157"/>
                <a:gd name="T58" fmla="*/ 436 w 543"/>
                <a:gd name="T59" fmla="*/ 34 h 157"/>
                <a:gd name="T60" fmla="*/ 436 w 543"/>
                <a:gd name="T61" fmla="*/ 34 h 157"/>
                <a:gd name="T62" fmla="*/ 433 w 543"/>
                <a:gd name="T63" fmla="*/ 26 h 157"/>
                <a:gd name="T64" fmla="*/ 435 w 543"/>
                <a:gd name="T65" fmla="*/ 17 h 157"/>
                <a:gd name="T66" fmla="*/ 438 w 543"/>
                <a:gd name="T67" fmla="*/ 10 h 157"/>
                <a:gd name="T68" fmla="*/ 444 w 543"/>
                <a:gd name="T69" fmla="*/ 4 h 157"/>
                <a:gd name="T70" fmla="*/ 444 w 543"/>
                <a:gd name="T71" fmla="*/ 4 h 157"/>
                <a:gd name="T72" fmla="*/ 452 w 543"/>
                <a:gd name="T73" fmla="*/ 0 h 157"/>
                <a:gd name="T74" fmla="*/ 460 w 543"/>
                <a:gd name="T75" fmla="*/ 2 h 157"/>
                <a:gd name="T76" fmla="*/ 469 w 543"/>
                <a:gd name="T77" fmla="*/ 5 h 157"/>
                <a:gd name="T78" fmla="*/ 473 w 543"/>
                <a:gd name="T79" fmla="*/ 12 h 157"/>
                <a:gd name="T80" fmla="*/ 473 w 543"/>
                <a:gd name="T81" fmla="*/ 12 h 157"/>
                <a:gd name="T82" fmla="*/ 540 w 543"/>
                <a:gd name="T83" fmla="*/ 125 h 157"/>
                <a:gd name="T84" fmla="*/ 540 w 543"/>
                <a:gd name="T85" fmla="*/ 125 h 157"/>
                <a:gd name="T86" fmla="*/ 541 w 543"/>
                <a:gd name="T87" fmla="*/ 130 h 157"/>
                <a:gd name="T88" fmla="*/ 543 w 543"/>
                <a:gd name="T89" fmla="*/ 136 h 157"/>
                <a:gd name="T90" fmla="*/ 541 w 543"/>
                <a:gd name="T91" fmla="*/ 141 h 157"/>
                <a:gd name="T92" fmla="*/ 540 w 543"/>
                <a:gd name="T93" fmla="*/ 146 h 157"/>
                <a:gd name="T94" fmla="*/ 540 w 543"/>
                <a:gd name="T95" fmla="*/ 146 h 157"/>
                <a:gd name="T96" fmla="*/ 536 w 543"/>
                <a:gd name="T97" fmla="*/ 151 h 157"/>
                <a:gd name="T98" fmla="*/ 532 w 543"/>
                <a:gd name="T99" fmla="*/ 154 h 157"/>
                <a:gd name="T100" fmla="*/ 527 w 543"/>
                <a:gd name="T101" fmla="*/ 157 h 157"/>
                <a:gd name="T102" fmla="*/ 520 w 543"/>
                <a:gd name="T103" fmla="*/ 157 h 157"/>
                <a:gd name="T104" fmla="*/ 520 w 543"/>
                <a:gd name="T105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43" h="157">
                  <a:moveTo>
                    <a:pt x="520" y="157"/>
                  </a:moveTo>
                  <a:lnTo>
                    <a:pt x="520" y="157"/>
                  </a:lnTo>
                  <a:lnTo>
                    <a:pt x="21" y="154"/>
                  </a:lnTo>
                  <a:lnTo>
                    <a:pt x="21" y="154"/>
                  </a:lnTo>
                  <a:lnTo>
                    <a:pt x="16" y="154"/>
                  </a:lnTo>
                  <a:lnTo>
                    <a:pt x="10" y="151"/>
                  </a:lnTo>
                  <a:lnTo>
                    <a:pt x="6" y="147"/>
                  </a:lnTo>
                  <a:lnTo>
                    <a:pt x="3" y="144"/>
                  </a:lnTo>
                  <a:lnTo>
                    <a:pt x="3" y="144"/>
                  </a:lnTo>
                  <a:lnTo>
                    <a:pt x="0" y="138"/>
                  </a:lnTo>
                  <a:lnTo>
                    <a:pt x="0" y="133"/>
                  </a:lnTo>
                  <a:lnTo>
                    <a:pt x="0" y="126"/>
                  </a:lnTo>
                  <a:lnTo>
                    <a:pt x="3" y="122"/>
                  </a:lnTo>
                  <a:lnTo>
                    <a:pt x="3" y="122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3" y="7"/>
                  </a:lnTo>
                  <a:lnTo>
                    <a:pt x="79" y="4"/>
                  </a:lnTo>
                  <a:lnTo>
                    <a:pt x="87" y="4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102" y="12"/>
                  </a:lnTo>
                  <a:lnTo>
                    <a:pt x="107" y="18"/>
                  </a:lnTo>
                  <a:lnTo>
                    <a:pt x="107" y="28"/>
                  </a:lnTo>
                  <a:lnTo>
                    <a:pt x="103" y="36"/>
                  </a:lnTo>
                  <a:lnTo>
                    <a:pt x="103" y="36"/>
                  </a:lnTo>
                  <a:lnTo>
                    <a:pt x="60" y="112"/>
                  </a:lnTo>
                  <a:lnTo>
                    <a:pt x="483" y="114"/>
                  </a:lnTo>
                  <a:lnTo>
                    <a:pt x="483" y="114"/>
                  </a:lnTo>
                  <a:lnTo>
                    <a:pt x="436" y="34"/>
                  </a:lnTo>
                  <a:lnTo>
                    <a:pt x="436" y="34"/>
                  </a:lnTo>
                  <a:lnTo>
                    <a:pt x="433" y="26"/>
                  </a:lnTo>
                  <a:lnTo>
                    <a:pt x="435" y="17"/>
                  </a:lnTo>
                  <a:lnTo>
                    <a:pt x="438" y="10"/>
                  </a:lnTo>
                  <a:lnTo>
                    <a:pt x="444" y="4"/>
                  </a:lnTo>
                  <a:lnTo>
                    <a:pt x="444" y="4"/>
                  </a:lnTo>
                  <a:lnTo>
                    <a:pt x="452" y="0"/>
                  </a:lnTo>
                  <a:lnTo>
                    <a:pt x="460" y="2"/>
                  </a:lnTo>
                  <a:lnTo>
                    <a:pt x="469" y="5"/>
                  </a:lnTo>
                  <a:lnTo>
                    <a:pt x="473" y="12"/>
                  </a:lnTo>
                  <a:lnTo>
                    <a:pt x="473" y="12"/>
                  </a:lnTo>
                  <a:lnTo>
                    <a:pt x="540" y="125"/>
                  </a:lnTo>
                  <a:lnTo>
                    <a:pt x="540" y="125"/>
                  </a:lnTo>
                  <a:lnTo>
                    <a:pt x="541" y="130"/>
                  </a:lnTo>
                  <a:lnTo>
                    <a:pt x="543" y="136"/>
                  </a:lnTo>
                  <a:lnTo>
                    <a:pt x="541" y="141"/>
                  </a:lnTo>
                  <a:lnTo>
                    <a:pt x="540" y="146"/>
                  </a:lnTo>
                  <a:lnTo>
                    <a:pt x="540" y="146"/>
                  </a:lnTo>
                  <a:lnTo>
                    <a:pt x="536" y="151"/>
                  </a:lnTo>
                  <a:lnTo>
                    <a:pt x="532" y="154"/>
                  </a:lnTo>
                  <a:lnTo>
                    <a:pt x="527" y="157"/>
                  </a:lnTo>
                  <a:lnTo>
                    <a:pt x="520" y="157"/>
                  </a:lnTo>
                  <a:lnTo>
                    <a:pt x="520" y="15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4" name="Line 66"/>
            <p:cNvSpPr>
              <a:spLocks noChangeShapeType="1"/>
            </p:cNvSpPr>
            <p:nvPr/>
          </p:nvSpPr>
          <p:spPr bwMode="auto">
            <a:xfrm>
              <a:off x="1006475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5" name="Freeform 67"/>
            <p:cNvSpPr>
              <a:spLocks noEditPoints="1"/>
            </p:cNvSpPr>
            <p:nvPr/>
          </p:nvSpPr>
          <p:spPr bwMode="auto">
            <a:xfrm>
              <a:off x="735012" y="3230563"/>
              <a:ext cx="146050" cy="147638"/>
            </a:xfrm>
            <a:custGeom>
              <a:avLst/>
              <a:gdLst>
                <a:gd name="T0" fmla="*/ 92 w 185"/>
                <a:gd name="T1" fmla="*/ 184 h 184"/>
                <a:gd name="T2" fmla="*/ 57 w 185"/>
                <a:gd name="T3" fmla="*/ 176 h 184"/>
                <a:gd name="T4" fmla="*/ 26 w 185"/>
                <a:gd name="T5" fmla="*/ 157 h 184"/>
                <a:gd name="T6" fmla="*/ 7 w 185"/>
                <a:gd name="T7" fmla="*/ 127 h 184"/>
                <a:gd name="T8" fmla="*/ 0 w 185"/>
                <a:gd name="T9" fmla="*/ 92 h 184"/>
                <a:gd name="T10" fmla="*/ 2 w 185"/>
                <a:gd name="T11" fmla="*/ 73 h 184"/>
                <a:gd name="T12" fmla="*/ 15 w 185"/>
                <a:gd name="T13" fmla="*/ 40 h 184"/>
                <a:gd name="T14" fmla="*/ 41 w 185"/>
                <a:gd name="T15" fmla="*/ 14 h 184"/>
                <a:gd name="T16" fmla="*/ 73 w 185"/>
                <a:gd name="T17" fmla="*/ 1 h 184"/>
                <a:gd name="T18" fmla="*/ 92 w 185"/>
                <a:gd name="T19" fmla="*/ 0 h 184"/>
                <a:gd name="T20" fmla="*/ 128 w 185"/>
                <a:gd name="T21" fmla="*/ 6 h 184"/>
                <a:gd name="T22" fmla="*/ 157 w 185"/>
                <a:gd name="T23" fmla="*/ 26 h 184"/>
                <a:gd name="T24" fmla="*/ 176 w 185"/>
                <a:gd name="T25" fmla="*/ 55 h 184"/>
                <a:gd name="T26" fmla="*/ 185 w 185"/>
                <a:gd name="T27" fmla="*/ 92 h 184"/>
                <a:gd name="T28" fmla="*/ 183 w 185"/>
                <a:gd name="T29" fmla="*/ 110 h 184"/>
                <a:gd name="T30" fmla="*/ 168 w 185"/>
                <a:gd name="T31" fmla="*/ 144 h 184"/>
                <a:gd name="T32" fmla="*/ 144 w 185"/>
                <a:gd name="T33" fmla="*/ 168 h 184"/>
                <a:gd name="T34" fmla="*/ 110 w 185"/>
                <a:gd name="T35" fmla="*/ 182 h 184"/>
                <a:gd name="T36" fmla="*/ 92 w 185"/>
                <a:gd name="T37" fmla="*/ 184 h 184"/>
                <a:gd name="T38" fmla="*/ 92 w 185"/>
                <a:gd name="T39" fmla="*/ 53 h 184"/>
                <a:gd name="T40" fmla="*/ 78 w 185"/>
                <a:gd name="T41" fmla="*/ 56 h 184"/>
                <a:gd name="T42" fmla="*/ 65 w 185"/>
                <a:gd name="T43" fmla="*/ 64 h 184"/>
                <a:gd name="T44" fmla="*/ 57 w 185"/>
                <a:gd name="T45" fmla="*/ 76 h 184"/>
                <a:gd name="T46" fmla="*/ 54 w 185"/>
                <a:gd name="T47" fmla="*/ 92 h 184"/>
                <a:gd name="T48" fmla="*/ 55 w 185"/>
                <a:gd name="T49" fmla="*/ 98 h 184"/>
                <a:gd name="T50" fmla="*/ 60 w 185"/>
                <a:gd name="T51" fmla="*/ 113 h 184"/>
                <a:gd name="T52" fmla="*/ 71 w 185"/>
                <a:gd name="T53" fmla="*/ 123 h 184"/>
                <a:gd name="T54" fmla="*/ 84 w 185"/>
                <a:gd name="T55" fmla="*/ 129 h 184"/>
                <a:gd name="T56" fmla="*/ 92 w 185"/>
                <a:gd name="T57" fmla="*/ 129 h 184"/>
                <a:gd name="T58" fmla="*/ 107 w 185"/>
                <a:gd name="T59" fmla="*/ 126 h 184"/>
                <a:gd name="T60" fmla="*/ 118 w 185"/>
                <a:gd name="T61" fmla="*/ 118 h 184"/>
                <a:gd name="T62" fmla="*/ 126 w 185"/>
                <a:gd name="T63" fmla="*/ 106 h 184"/>
                <a:gd name="T64" fmla="*/ 130 w 185"/>
                <a:gd name="T65" fmla="*/ 92 h 184"/>
                <a:gd name="T66" fmla="*/ 130 w 185"/>
                <a:gd name="T67" fmla="*/ 84 h 184"/>
                <a:gd name="T68" fmla="*/ 123 w 185"/>
                <a:gd name="T69" fmla="*/ 69 h 184"/>
                <a:gd name="T70" fmla="*/ 113 w 185"/>
                <a:gd name="T71" fmla="*/ 60 h 184"/>
                <a:gd name="T72" fmla="*/ 100 w 185"/>
                <a:gd name="T73" fmla="*/ 55 h 184"/>
                <a:gd name="T74" fmla="*/ 92 w 185"/>
                <a:gd name="T75" fmla="*/ 53 h 184"/>
                <a:gd name="T76" fmla="*/ 92 w 185"/>
                <a:gd name="T77" fmla="*/ 53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5" h="184">
                  <a:moveTo>
                    <a:pt x="92" y="184"/>
                  </a:moveTo>
                  <a:lnTo>
                    <a:pt x="92" y="184"/>
                  </a:lnTo>
                  <a:lnTo>
                    <a:pt x="73" y="182"/>
                  </a:lnTo>
                  <a:lnTo>
                    <a:pt x="57" y="176"/>
                  </a:lnTo>
                  <a:lnTo>
                    <a:pt x="41" y="168"/>
                  </a:lnTo>
                  <a:lnTo>
                    <a:pt x="26" y="157"/>
                  </a:lnTo>
                  <a:lnTo>
                    <a:pt x="15" y="144"/>
                  </a:lnTo>
                  <a:lnTo>
                    <a:pt x="7" y="127"/>
                  </a:lnTo>
                  <a:lnTo>
                    <a:pt x="2" y="11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2" y="73"/>
                  </a:lnTo>
                  <a:lnTo>
                    <a:pt x="7" y="55"/>
                  </a:lnTo>
                  <a:lnTo>
                    <a:pt x="15" y="40"/>
                  </a:lnTo>
                  <a:lnTo>
                    <a:pt x="26" y="26"/>
                  </a:lnTo>
                  <a:lnTo>
                    <a:pt x="41" y="14"/>
                  </a:lnTo>
                  <a:lnTo>
                    <a:pt x="57" y="6"/>
                  </a:lnTo>
                  <a:lnTo>
                    <a:pt x="73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10" y="1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7" y="26"/>
                  </a:lnTo>
                  <a:lnTo>
                    <a:pt x="168" y="40"/>
                  </a:lnTo>
                  <a:lnTo>
                    <a:pt x="176" y="55"/>
                  </a:lnTo>
                  <a:lnTo>
                    <a:pt x="183" y="73"/>
                  </a:lnTo>
                  <a:lnTo>
                    <a:pt x="185" y="92"/>
                  </a:lnTo>
                  <a:lnTo>
                    <a:pt x="185" y="92"/>
                  </a:lnTo>
                  <a:lnTo>
                    <a:pt x="183" y="110"/>
                  </a:lnTo>
                  <a:lnTo>
                    <a:pt x="176" y="127"/>
                  </a:lnTo>
                  <a:lnTo>
                    <a:pt x="168" y="144"/>
                  </a:lnTo>
                  <a:lnTo>
                    <a:pt x="157" y="157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0" y="182"/>
                  </a:lnTo>
                  <a:lnTo>
                    <a:pt x="92" y="184"/>
                  </a:lnTo>
                  <a:lnTo>
                    <a:pt x="92" y="184"/>
                  </a:lnTo>
                  <a:close/>
                  <a:moveTo>
                    <a:pt x="92" y="53"/>
                  </a:moveTo>
                  <a:lnTo>
                    <a:pt x="92" y="53"/>
                  </a:lnTo>
                  <a:lnTo>
                    <a:pt x="84" y="55"/>
                  </a:lnTo>
                  <a:lnTo>
                    <a:pt x="78" y="56"/>
                  </a:lnTo>
                  <a:lnTo>
                    <a:pt x="71" y="60"/>
                  </a:lnTo>
                  <a:lnTo>
                    <a:pt x="65" y="64"/>
                  </a:lnTo>
                  <a:lnTo>
                    <a:pt x="60" y="69"/>
                  </a:lnTo>
                  <a:lnTo>
                    <a:pt x="57" y="76"/>
                  </a:lnTo>
                  <a:lnTo>
                    <a:pt x="55" y="84"/>
                  </a:lnTo>
                  <a:lnTo>
                    <a:pt x="54" y="92"/>
                  </a:lnTo>
                  <a:lnTo>
                    <a:pt x="54" y="92"/>
                  </a:lnTo>
                  <a:lnTo>
                    <a:pt x="55" y="98"/>
                  </a:lnTo>
                  <a:lnTo>
                    <a:pt x="57" y="106"/>
                  </a:lnTo>
                  <a:lnTo>
                    <a:pt x="60" y="113"/>
                  </a:lnTo>
                  <a:lnTo>
                    <a:pt x="65" y="118"/>
                  </a:lnTo>
                  <a:lnTo>
                    <a:pt x="71" y="123"/>
                  </a:lnTo>
                  <a:lnTo>
                    <a:pt x="78" y="126"/>
                  </a:lnTo>
                  <a:lnTo>
                    <a:pt x="84" y="129"/>
                  </a:lnTo>
                  <a:lnTo>
                    <a:pt x="92" y="129"/>
                  </a:lnTo>
                  <a:lnTo>
                    <a:pt x="92" y="129"/>
                  </a:lnTo>
                  <a:lnTo>
                    <a:pt x="100" y="129"/>
                  </a:lnTo>
                  <a:lnTo>
                    <a:pt x="107" y="126"/>
                  </a:lnTo>
                  <a:lnTo>
                    <a:pt x="113" y="123"/>
                  </a:lnTo>
                  <a:lnTo>
                    <a:pt x="118" y="118"/>
                  </a:lnTo>
                  <a:lnTo>
                    <a:pt x="123" y="113"/>
                  </a:lnTo>
                  <a:lnTo>
                    <a:pt x="126" y="106"/>
                  </a:lnTo>
                  <a:lnTo>
                    <a:pt x="130" y="98"/>
                  </a:lnTo>
                  <a:lnTo>
                    <a:pt x="130" y="92"/>
                  </a:lnTo>
                  <a:lnTo>
                    <a:pt x="130" y="92"/>
                  </a:lnTo>
                  <a:lnTo>
                    <a:pt x="130" y="84"/>
                  </a:lnTo>
                  <a:lnTo>
                    <a:pt x="126" y="76"/>
                  </a:lnTo>
                  <a:lnTo>
                    <a:pt x="123" y="69"/>
                  </a:lnTo>
                  <a:lnTo>
                    <a:pt x="118" y="64"/>
                  </a:lnTo>
                  <a:lnTo>
                    <a:pt x="113" y="60"/>
                  </a:lnTo>
                  <a:lnTo>
                    <a:pt x="107" y="56"/>
                  </a:lnTo>
                  <a:lnTo>
                    <a:pt x="100" y="55"/>
                  </a:lnTo>
                  <a:lnTo>
                    <a:pt x="92" y="53"/>
                  </a:lnTo>
                  <a:lnTo>
                    <a:pt x="92" y="53"/>
                  </a:lnTo>
                  <a:close/>
                  <a:moveTo>
                    <a:pt x="92" y="53"/>
                  </a:moveTo>
                  <a:lnTo>
                    <a:pt x="92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6" name="Line 70"/>
            <p:cNvSpPr>
              <a:spLocks noChangeShapeType="1"/>
            </p:cNvSpPr>
            <p:nvPr/>
          </p:nvSpPr>
          <p:spPr bwMode="auto">
            <a:xfrm>
              <a:off x="808037" y="3273426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270896" y="4819333"/>
            <a:ext cx="258761" cy="321457"/>
            <a:chOff x="3213100" y="3146426"/>
            <a:chExt cx="360363" cy="447675"/>
          </a:xfrm>
          <a:solidFill>
            <a:schemeClr val="bg1"/>
          </a:solidFill>
        </p:grpSpPr>
        <p:sp>
          <p:nvSpPr>
            <p:cNvPr id="28" name="Freeform 131"/>
            <p:cNvSpPr>
              <a:spLocks noEditPoints="1"/>
            </p:cNvSpPr>
            <p:nvPr/>
          </p:nvSpPr>
          <p:spPr bwMode="auto">
            <a:xfrm>
              <a:off x="3306762" y="3460751"/>
              <a:ext cx="173038" cy="133350"/>
            </a:xfrm>
            <a:custGeom>
              <a:avLst/>
              <a:gdLst>
                <a:gd name="T0" fmla="*/ 44 w 218"/>
                <a:gd name="T1" fmla="*/ 97 h 168"/>
                <a:gd name="T2" fmla="*/ 36 w 218"/>
                <a:gd name="T3" fmla="*/ 97 h 168"/>
                <a:gd name="T4" fmla="*/ 20 w 218"/>
                <a:gd name="T5" fmla="*/ 91 h 168"/>
                <a:gd name="T6" fmla="*/ 8 w 218"/>
                <a:gd name="T7" fmla="*/ 79 h 168"/>
                <a:gd name="T8" fmla="*/ 2 w 218"/>
                <a:gd name="T9" fmla="*/ 63 h 168"/>
                <a:gd name="T10" fmla="*/ 0 w 218"/>
                <a:gd name="T11" fmla="*/ 21 h 168"/>
                <a:gd name="T12" fmla="*/ 2 w 218"/>
                <a:gd name="T13" fmla="*/ 13 h 168"/>
                <a:gd name="T14" fmla="*/ 15 w 218"/>
                <a:gd name="T15" fmla="*/ 2 h 168"/>
                <a:gd name="T16" fmla="*/ 23 w 218"/>
                <a:gd name="T17" fmla="*/ 0 h 168"/>
                <a:gd name="T18" fmla="*/ 37 w 218"/>
                <a:gd name="T19" fmla="*/ 7 h 168"/>
                <a:gd name="T20" fmla="*/ 44 w 218"/>
                <a:gd name="T21" fmla="*/ 21 h 168"/>
                <a:gd name="T22" fmla="*/ 175 w 218"/>
                <a:gd name="T23" fmla="*/ 55 h 168"/>
                <a:gd name="T24" fmla="*/ 175 w 218"/>
                <a:gd name="T25" fmla="*/ 21 h 168"/>
                <a:gd name="T26" fmla="*/ 181 w 218"/>
                <a:gd name="T27" fmla="*/ 7 h 168"/>
                <a:gd name="T28" fmla="*/ 196 w 218"/>
                <a:gd name="T29" fmla="*/ 0 h 168"/>
                <a:gd name="T30" fmla="*/ 204 w 218"/>
                <a:gd name="T31" fmla="*/ 2 h 168"/>
                <a:gd name="T32" fmla="*/ 217 w 218"/>
                <a:gd name="T33" fmla="*/ 13 h 168"/>
                <a:gd name="T34" fmla="*/ 218 w 218"/>
                <a:gd name="T35" fmla="*/ 55 h 168"/>
                <a:gd name="T36" fmla="*/ 217 w 218"/>
                <a:gd name="T37" fmla="*/ 63 h 168"/>
                <a:gd name="T38" fmla="*/ 210 w 218"/>
                <a:gd name="T39" fmla="*/ 79 h 168"/>
                <a:gd name="T40" fmla="*/ 199 w 218"/>
                <a:gd name="T41" fmla="*/ 91 h 168"/>
                <a:gd name="T42" fmla="*/ 183 w 218"/>
                <a:gd name="T43" fmla="*/ 97 h 168"/>
                <a:gd name="T44" fmla="*/ 175 w 218"/>
                <a:gd name="T45" fmla="*/ 97 h 168"/>
                <a:gd name="T46" fmla="*/ 55 w 218"/>
                <a:gd name="T47" fmla="*/ 168 h 168"/>
                <a:gd name="T48" fmla="*/ 47 w 218"/>
                <a:gd name="T49" fmla="*/ 167 h 168"/>
                <a:gd name="T50" fmla="*/ 36 w 218"/>
                <a:gd name="T51" fmla="*/ 155 h 168"/>
                <a:gd name="T52" fmla="*/ 34 w 218"/>
                <a:gd name="T53" fmla="*/ 147 h 168"/>
                <a:gd name="T54" fmla="*/ 39 w 218"/>
                <a:gd name="T55" fmla="*/ 131 h 168"/>
                <a:gd name="T56" fmla="*/ 55 w 218"/>
                <a:gd name="T57" fmla="*/ 125 h 168"/>
                <a:gd name="T58" fmla="*/ 163 w 218"/>
                <a:gd name="T59" fmla="*/ 125 h 168"/>
                <a:gd name="T60" fmla="*/ 180 w 218"/>
                <a:gd name="T61" fmla="*/ 131 h 168"/>
                <a:gd name="T62" fmla="*/ 184 w 218"/>
                <a:gd name="T63" fmla="*/ 147 h 168"/>
                <a:gd name="T64" fmla="*/ 183 w 218"/>
                <a:gd name="T65" fmla="*/ 155 h 168"/>
                <a:gd name="T66" fmla="*/ 172 w 218"/>
                <a:gd name="T67" fmla="*/ 167 h 168"/>
                <a:gd name="T68" fmla="*/ 163 w 218"/>
                <a:gd name="T69" fmla="*/ 168 h 168"/>
                <a:gd name="T70" fmla="*/ 163 w 218"/>
                <a:gd name="T71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8" h="168">
                  <a:moveTo>
                    <a:pt x="175" y="97"/>
                  </a:moveTo>
                  <a:lnTo>
                    <a:pt x="44" y="97"/>
                  </a:lnTo>
                  <a:lnTo>
                    <a:pt x="44" y="97"/>
                  </a:lnTo>
                  <a:lnTo>
                    <a:pt x="36" y="97"/>
                  </a:lnTo>
                  <a:lnTo>
                    <a:pt x="28" y="94"/>
                  </a:lnTo>
                  <a:lnTo>
                    <a:pt x="20" y="91"/>
                  </a:lnTo>
                  <a:lnTo>
                    <a:pt x="13" y="86"/>
                  </a:lnTo>
                  <a:lnTo>
                    <a:pt x="8" y="79"/>
                  </a:lnTo>
                  <a:lnTo>
                    <a:pt x="3" y="71"/>
                  </a:lnTo>
                  <a:lnTo>
                    <a:pt x="2" y="63"/>
                  </a:lnTo>
                  <a:lnTo>
                    <a:pt x="0" y="55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5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1" y="2"/>
                  </a:lnTo>
                  <a:lnTo>
                    <a:pt x="37" y="7"/>
                  </a:lnTo>
                  <a:lnTo>
                    <a:pt x="42" y="13"/>
                  </a:lnTo>
                  <a:lnTo>
                    <a:pt x="44" y="21"/>
                  </a:lnTo>
                  <a:lnTo>
                    <a:pt x="44" y="55"/>
                  </a:lnTo>
                  <a:lnTo>
                    <a:pt x="175" y="5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6" y="13"/>
                  </a:lnTo>
                  <a:lnTo>
                    <a:pt x="181" y="7"/>
                  </a:lnTo>
                  <a:lnTo>
                    <a:pt x="188" y="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204" y="2"/>
                  </a:lnTo>
                  <a:lnTo>
                    <a:pt x="212" y="7"/>
                  </a:lnTo>
                  <a:lnTo>
                    <a:pt x="217" y="13"/>
                  </a:lnTo>
                  <a:lnTo>
                    <a:pt x="218" y="21"/>
                  </a:lnTo>
                  <a:lnTo>
                    <a:pt x="218" y="55"/>
                  </a:lnTo>
                  <a:lnTo>
                    <a:pt x="218" y="55"/>
                  </a:lnTo>
                  <a:lnTo>
                    <a:pt x="217" y="63"/>
                  </a:lnTo>
                  <a:lnTo>
                    <a:pt x="215" y="71"/>
                  </a:lnTo>
                  <a:lnTo>
                    <a:pt x="210" y="79"/>
                  </a:lnTo>
                  <a:lnTo>
                    <a:pt x="205" y="86"/>
                  </a:lnTo>
                  <a:lnTo>
                    <a:pt x="199" y="91"/>
                  </a:lnTo>
                  <a:lnTo>
                    <a:pt x="191" y="94"/>
                  </a:lnTo>
                  <a:lnTo>
                    <a:pt x="183" y="97"/>
                  </a:lnTo>
                  <a:lnTo>
                    <a:pt x="175" y="97"/>
                  </a:lnTo>
                  <a:lnTo>
                    <a:pt x="175" y="97"/>
                  </a:lnTo>
                  <a:close/>
                  <a:moveTo>
                    <a:pt x="163" y="168"/>
                  </a:moveTo>
                  <a:lnTo>
                    <a:pt x="55" y="168"/>
                  </a:lnTo>
                  <a:lnTo>
                    <a:pt x="55" y="168"/>
                  </a:lnTo>
                  <a:lnTo>
                    <a:pt x="47" y="167"/>
                  </a:lnTo>
                  <a:lnTo>
                    <a:pt x="39" y="162"/>
                  </a:lnTo>
                  <a:lnTo>
                    <a:pt x="36" y="155"/>
                  </a:lnTo>
                  <a:lnTo>
                    <a:pt x="34" y="147"/>
                  </a:lnTo>
                  <a:lnTo>
                    <a:pt x="34" y="147"/>
                  </a:lnTo>
                  <a:lnTo>
                    <a:pt x="36" y="139"/>
                  </a:lnTo>
                  <a:lnTo>
                    <a:pt x="39" y="131"/>
                  </a:lnTo>
                  <a:lnTo>
                    <a:pt x="47" y="126"/>
                  </a:lnTo>
                  <a:lnTo>
                    <a:pt x="55" y="125"/>
                  </a:lnTo>
                  <a:lnTo>
                    <a:pt x="163" y="125"/>
                  </a:lnTo>
                  <a:lnTo>
                    <a:pt x="163" y="125"/>
                  </a:lnTo>
                  <a:lnTo>
                    <a:pt x="172" y="126"/>
                  </a:lnTo>
                  <a:lnTo>
                    <a:pt x="180" y="131"/>
                  </a:lnTo>
                  <a:lnTo>
                    <a:pt x="183" y="139"/>
                  </a:lnTo>
                  <a:lnTo>
                    <a:pt x="184" y="147"/>
                  </a:lnTo>
                  <a:lnTo>
                    <a:pt x="184" y="147"/>
                  </a:lnTo>
                  <a:lnTo>
                    <a:pt x="183" y="155"/>
                  </a:lnTo>
                  <a:lnTo>
                    <a:pt x="180" y="162"/>
                  </a:lnTo>
                  <a:lnTo>
                    <a:pt x="172" y="167"/>
                  </a:lnTo>
                  <a:lnTo>
                    <a:pt x="163" y="168"/>
                  </a:lnTo>
                  <a:lnTo>
                    <a:pt x="163" y="168"/>
                  </a:lnTo>
                  <a:close/>
                  <a:moveTo>
                    <a:pt x="163" y="168"/>
                  </a:moveTo>
                  <a:lnTo>
                    <a:pt x="163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9" name="Freeform 132"/>
            <p:cNvSpPr/>
            <p:nvPr/>
          </p:nvSpPr>
          <p:spPr bwMode="auto">
            <a:xfrm>
              <a:off x="3306762" y="3460751"/>
              <a:ext cx="173038" cy="77788"/>
            </a:xfrm>
            <a:custGeom>
              <a:avLst/>
              <a:gdLst>
                <a:gd name="T0" fmla="*/ 175 w 218"/>
                <a:gd name="T1" fmla="*/ 97 h 97"/>
                <a:gd name="T2" fmla="*/ 44 w 218"/>
                <a:gd name="T3" fmla="*/ 97 h 97"/>
                <a:gd name="T4" fmla="*/ 44 w 218"/>
                <a:gd name="T5" fmla="*/ 97 h 97"/>
                <a:gd name="T6" fmla="*/ 36 w 218"/>
                <a:gd name="T7" fmla="*/ 97 h 97"/>
                <a:gd name="T8" fmla="*/ 28 w 218"/>
                <a:gd name="T9" fmla="*/ 94 h 97"/>
                <a:gd name="T10" fmla="*/ 20 w 218"/>
                <a:gd name="T11" fmla="*/ 91 h 97"/>
                <a:gd name="T12" fmla="*/ 13 w 218"/>
                <a:gd name="T13" fmla="*/ 86 h 97"/>
                <a:gd name="T14" fmla="*/ 8 w 218"/>
                <a:gd name="T15" fmla="*/ 79 h 97"/>
                <a:gd name="T16" fmla="*/ 3 w 218"/>
                <a:gd name="T17" fmla="*/ 71 h 97"/>
                <a:gd name="T18" fmla="*/ 2 w 218"/>
                <a:gd name="T19" fmla="*/ 63 h 97"/>
                <a:gd name="T20" fmla="*/ 0 w 218"/>
                <a:gd name="T21" fmla="*/ 55 h 97"/>
                <a:gd name="T22" fmla="*/ 0 w 218"/>
                <a:gd name="T23" fmla="*/ 21 h 97"/>
                <a:gd name="T24" fmla="*/ 0 w 218"/>
                <a:gd name="T25" fmla="*/ 21 h 97"/>
                <a:gd name="T26" fmla="*/ 2 w 218"/>
                <a:gd name="T27" fmla="*/ 13 h 97"/>
                <a:gd name="T28" fmla="*/ 7 w 218"/>
                <a:gd name="T29" fmla="*/ 7 h 97"/>
                <a:gd name="T30" fmla="*/ 15 w 218"/>
                <a:gd name="T31" fmla="*/ 2 h 97"/>
                <a:gd name="T32" fmla="*/ 23 w 218"/>
                <a:gd name="T33" fmla="*/ 0 h 97"/>
                <a:gd name="T34" fmla="*/ 23 w 218"/>
                <a:gd name="T35" fmla="*/ 0 h 97"/>
                <a:gd name="T36" fmla="*/ 31 w 218"/>
                <a:gd name="T37" fmla="*/ 2 h 97"/>
                <a:gd name="T38" fmla="*/ 37 w 218"/>
                <a:gd name="T39" fmla="*/ 7 h 97"/>
                <a:gd name="T40" fmla="*/ 42 w 218"/>
                <a:gd name="T41" fmla="*/ 13 h 97"/>
                <a:gd name="T42" fmla="*/ 44 w 218"/>
                <a:gd name="T43" fmla="*/ 21 h 97"/>
                <a:gd name="T44" fmla="*/ 44 w 218"/>
                <a:gd name="T45" fmla="*/ 55 h 97"/>
                <a:gd name="T46" fmla="*/ 175 w 218"/>
                <a:gd name="T47" fmla="*/ 55 h 97"/>
                <a:gd name="T48" fmla="*/ 175 w 218"/>
                <a:gd name="T49" fmla="*/ 21 h 97"/>
                <a:gd name="T50" fmla="*/ 175 w 218"/>
                <a:gd name="T51" fmla="*/ 21 h 97"/>
                <a:gd name="T52" fmla="*/ 176 w 218"/>
                <a:gd name="T53" fmla="*/ 13 h 97"/>
                <a:gd name="T54" fmla="*/ 181 w 218"/>
                <a:gd name="T55" fmla="*/ 7 h 97"/>
                <a:gd name="T56" fmla="*/ 188 w 218"/>
                <a:gd name="T57" fmla="*/ 2 h 97"/>
                <a:gd name="T58" fmla="*/ 196 w 218"/>
                <a:gd name="T59" fmla="*/ 0 h 97"/>
                <a:gd name="T60" fmla="*/ 196 w 218"/>
                <a:gd name="T61" fmla="*/ 0 h 97"/>
                <a:gd name="T62" fmla="*/ 204 w 218"/>
                <a:gd name="T63" fmla="*/ 2 h 97"/>
                <a:gd name="T64" fmla="*/ 212 w 218"/>
                <a:gd name="T65" fmla="*/ 7 h 97"/>
                <a:gd name="T66" fmla="*/ 217 w 218"/>
                <a:gd name="T67" fmla="*/ 13 h 97"/>
                <a:gd name="T68" fmla="*/ 218 w 218"/>
                <a:gd name="T69" fmla="*/ 21 h 97"/>
                <a:gd name="T70" fmla="*/ 218 w 218"/>
                <a:gd name="T71" fmla="*/ 55 h 97"/>
                <a:gd name="T72" fmla="*/ 218 w 218"/>
                <a:gd name="T73" fmla="*/ 55 h 97"/>
                <a:gd name="T74" fmla="*/ 217 w 218"/>
                <a:gd name="T75" fmla="*/ 63 h 97"/>
                <a:gd name="T76" fmla="*/ 215 w 218"/>
                <a:gd name="T77" fmla="*/ 71 h 97"/>
                <a:gd name="T78" fmla="*/ 210 w 218"/>
                <a:gd name="T79" fmla="*/ 79 h 97"/>
                <a:gd name="T80" fmla="*/ 205 w 218"/>
                <a:gd name="T81" fmla="*/ 86 h 97"/>
                <a:gd name="T82" fmla="*/ 199 w 218"/>
                <a:gd name="T83" fmla="*/ 91 h 97"/>
                <a:gd name="T84" fmla="*/ 191 w 218"/>
                <a:gd name="T85" fmla="*/ 94 h 97"/>
                <a:gd name="T86" fmla="*/ 183 w 218"/>
                <a:gd name="T87" fmla="*/ 97 h 97"/>
                <a:gd name="T88" fmla="*/ 175 w 218"/>
                <a:gd name="T89" fmla="*/ 97 h 97"/>
                <a:gd name="T90" fmla="*/ 175 w 218"/>
                <a:gd name="T91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8" h="97">
                  <a:moveTo>
                    <a:pt x="175" y="97"/>
                  </a:moveTo>
                  <a:lnTo>
                    <a:pt x="44" y="97"/>
                  </a:lnTo>
                  <a:lnTo>
                    <a:pt x="44" y="97"/>
                  </a:lnTo>
                  <a:lnTo>
                    <a:pt x="36" y="97"/>
                  </a:lnTo>
                  <a:lnTo>
                    <a:pt x="28" y="94"/>
                  </a:lnTo>
                  <a:lnTo>
                    <a:pt x="20" y="91"/>
                  </a:lnTo>
                  <a:lnTo>
                    <a:pt x="13" y="86"/>
                  </a:lnTo>
                  <a:lnTo>
                    <a:pt x="8" y="79"/>
                  </a:lnTo>
                  <a:lnTo>
                    <a:pt x="3" y="71"/>
                  </a:lnTo>
                  <a:lnTo>
                    <a:pt x="2" y="63"/>
                  </a:lnTo>
                  <a:lnTo>
                    <a:pt x="0" y="55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5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1" y="2"/>
                  </a:lnTo>
                  <a:lnTo>
                    <a:pt x="37" y="7"/>
                  </a:lnTo>
                  <a:lnTo>
                    <a:pt x="42" y="13"/>
                  </a:lnTo>
                  <a:lnTo>
                    <a:pt x="44" y="21"/>
                  </a:lnTo>
                  <a:lnTo>
                    <a:pt x="44" y="55"/>
                  </a:lnTo>
                  <a:lnTo>
                    <a:pt x="175" y="5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6" y="13"/>
                  </a:lnTo>
                  <a:lnTo>
                    <a:pt x="181" y="7"/>
                  </a:lnTo>
                  <a:lnTo>
                    <a:pt x="188" y="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204" y="2"/>
                  </a:lnTo>
                  <a:lnTo>
                    <a:pt x="212" y="7"/>
                  </a:lnTo>
                  <a:lnTo>
                    <a:pt x="217" y="13"/>
                  </a:lnTo>
                  <a:lnTo>
                    <a:pt x="218" y="21"/>
                  </a:lnTo>
                  <a:lnTo>
                    <a:pt x="218" y="55"/>
                  </a:lnTo>
                  <a:lnTo>
                    <a:pt x="218" y="55"/>
                  </a:lnTo>
                  <a:lnTo>
                    <a:pt x="217" y="63"/>
                  </a:lnTo>
                  <a:lnTo>
                    <a:pt x="215" y="71"/>
                  </a:lnTo>
                  <a:lnTo>
                    <a:pt x="210" y="79"/>
                  </a:lnTo>
                  <a:lnTo>
                    <a:pt x="205" y="86"/>
                  </a:lnTo>
                  <a:lnTo>
                    <a:pt x="199" y="91"/>
                  </a:lnTo>
                  <a:lnTo>
                    <a:pt x="191" y="94"/>
                  </a:lnTo>
                  <a:lnTo>
                    <a:pt x="183" y="97"/>
                  </a:lnTo>
                  <a:lnTo>
                    <a:pt x="175" y="97"/>
                  </a:lnTo>
                  <a:lnTo>
                    <a:pt x="175" y="9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0" name="Freeform 133"/>
            <p:cNvSpPr/>
            <p:nvPr/>
          </p:nvSpPr>
          <p:spPr bwMode="auto">
            <a:xfrm>
              <a:off x="3333750" y="3559176"/>
              <a:ext cx="119063" cy="34925"/>
            </a:xfrm>
            <a:custGeom>
              <a:avLst/>
              <a:gdLst>
                <a:gd name="T0" fmla="*/ 129 w 150"/>
                <a:gd name="T1" fmla="*/ 43 h 43"/>
                <a:gd name="T2" fmla="*/ 21 w 150"/>
                <a:gd name="T3" fmla="*/ 43 h 43"/>
                <a:gd name="T4" fmla="*/ 21 w 150"/>
                <a:gd name="T5" fmla="*/ 43 h 43"/>
                <a:gd name="T6" fmla="*/ 13 w 150"/>
                <a:gd name="T7" fmla="*/ 42 h 43"/>
                <a:gd name="T8" fmla="*/ 5 w 150"/>
                <a:gd name="T9" fmla="*/ 37 h 43"/>
                <a:gd name="T10" fmla="*/ 2 w 150"/>
                <a:gd name="T11" fmla="*/ 30 h 43"/>
                <a:gd name="T12" fmla="*/ 0 w 150"/>
                <a:gd name="T13" fmla="*/ 22 h 43"/>
                <a:gd name="T14" fmla="*/ 0 w 150"/>
                <a:gd name="T15" fmla="*/ 22 h 43"/>
                <a:gd name="T16" fmla="*/ 2 w 150"/>
                <a:gd name="T17" fmla="*/ 14 h 43"/>
                <a:gd name="T18" fmla="*/ 5 w 150"/>
                <a:gd name="T19" fmla="*/ 6 h 43"/>
                <a:gd name="T20" fmla="*/ 13 w 150"/>
                <a:gd name="T21" fmla="*/ 1 h 43"/>
                <a:gd name="T22" fmla="*/ 21 w 150"/>
                <a:gd name="T23" fmla="*/ 0 h 43"/>
                <a:gd name="T24" fmla="*/ 129 w 150"/>
                <a:gd name="T25" fmla="*/ 0 h 43"/>
                <a:gd name="T26" fmla="*/ 129 w 150"/>
                <a:gd name="T27" fmla="*/ 0 h 43"/>
                <a:gd name="T28" fmla="*/ 138 w 150"/>
                <a:gd name="T29" fmla="*/ 1 h 43"/>
                <a:gd name="T30" fmla="*/ 146 w 150"/>
                <a:gd name="T31" fmla="*/ 6 h 43"/>
                <a:gd name="T32" fmla="*/ 149 w 150"/>
                <a:gd name="T33" fmla="*/ 14 h 43"/>
                <a:gd name="T34" fmla="*/ 150 w 150"/>
                <a:gd name="T35" fmla="*/ 22 h 43"/>
                <a:gd name="T36" fmla="*/ 150 w 150"/>
                <a:gd name="T37" fmla="*/ 22 h 43"/>
                <a:gd name="T38" fmla="*/ 149 w 150"/>
                <a:gd name="T39" fmla="*/ 30 h 43"/>
                <a:gd name="T40" fmla="*/ 146 w 150"/>
                <a:gd name="T41" fmla="*/ 37 h 43"/>
                <a:gd name="T42" fmla="*/ 138 w 150"/>
                <a:gd name="T43" fmla="*/ 42 h 43"/>
                <a:gd name="T44" fmla="*/ 129 w 150"/>
                <a:gd name="T45" fmla="*/ 43 h 43"/>
                <a:gd name="T46" fmla="*/ 129 w 150"/>
                <a:gd name="T4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0" h="43">
                  <a:moveTo>
                    <a:pt x="129" y="43"/>
                  </a:moveTo>
                  <a:lnTo>
                    <a:pt x="21" y="43"/>
                  </a:lnTo>
                  <a:lnTo>
                    <a:pt x="21" y="43"/>
                  </a:lnTo>
                  <a:lnTo>
                    <a:pt x="13" y="42"/>
                  </a:lnTo>
                  <a:lnTo>
                    <a:pt x="5" y="37"/>
                  </a:lnTo>
                  <a:lnTo>
                    <a:pt x="2" y="3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4"/>
                  </a:lnTo>
                  <a:lnTo>
                    <a:pt x="5" y="6"/>
                  </a:lnTo>
                  <a:lnTo>
                    <a:pt x="13" y="1"/>
                  </a:lnTo>
                  <a:lnTo>
                    <a:pt x="21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38" y="1"/>
                  </a:lnTo>
                  <a:lnTo>
                    <a:pt x="146" y="6"/>
                  </a:lnTo>
                  <a:lnTo>
                    <a:pt x="149" y="14"/>
                  </a:lnTo>
                  <a:lnTo>
                    <a:pt x="150" y="22"/>
                  </a:lnTo>
                  <a:lnTo>
                    <a:pt x="150" y="22"/>
                  </a:lnTo>
                  <a:lnTo>
                    <a:pt x="149" y="30"/>
                  </a:lnTo>
                  <a:lnTo>
                    <a:pt x="146" y="37"/>
                  </a:lnTo>
                  <a:lnTo>
                    <a:pt x="138" y="42"/>
                  </a:lnTo>
                  <a:lnTo>
                    <a:pt x="129" y="43"/>
                  </a:lnTo>
                  <a:lnTo>
                    <a:pt x="129" y="43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1" name="Line 134"/>
            <p:cNvSpPr>
              <a:spLocks noChangeShapeType="1"/>
            </p:cNvSpPr>
            <p:nvPr/>
          </p:nvSpPr>
          <p:spPr bwMode="auto">
            <a:xfrm>
              <a:off x="3435350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2" name="Freeform 135"/>
            <p:cNvSpPr>
              <a:spLocks noEditPoints="1"/>
            </p:cNvSpPr>
            <p:nvPr/>
          </p:nvSpPr>
          <p:spPr bwMode="auto">
            <a:xfrm>
              <a:off x="3213100" y="3146426"/>
              <a:ext cx="360363" cy="347663"/>
            </a:xfrm>
            <a:custGeom>
              <a:avLst/>
              <a:gdLst>
                <a:gd name="T0" fmla="*/ 307 w 454"/>
                <a:gd name="T1" fmla="*/ 438 h 438"/>
                <a:gd name="T2" fmla="*/ 294 w 454"/>
                <a:gd name="T3" fmla="*/ 425 h 438"/>
                <a:gd name="T4" fmla="*/ 294 w 454"/>
                <a:gd name="T5" fmla="*/ 409 h 438"/>
                <a:gd name="T6" fmla="*/ 306 w 454"/>
                <a:gd name="T7" fmla="*/ 396 h 438"/>
                <a:gd name="T8" fmla="*/ 340 w 454"/>
                <a:gd name="T9" fmla="*/ 377 h 438"/>
                <a:gd name="T10" fmla="*/ 383 w 454"/>
                <a:gd name="T11" fmla="*/ 330 h 438"/>
                <a:gd name="T12" fmla="*/ 409 w 454"/>
                <a:gd name="T13" fmla="*/ 255 h 438"/>
                <a:gd name="T14" fmla="*/ 411 w 454"/>
                <a:gd name="T15" fmla="*/ 209 h 438"/>
                <a:gd name="T16" fmla="*/ 398 w 454"/>
                <a:gd name="T17" fmla="*/ 155 h 438"/>
                <a:gd name="T18" fmla="*/ 370 w 454"/>
                <a:gd name="T19" fmla="*/ 110 h 438"/>
                <a:gd name="T20" fmla="*/ 330 w 454"/>
                <a:gd name="T21" fmla="*/ 74 h 438"/>
                <a:gd name="T22" fmla="*/ 281 w 454"/>
                <a:gd name="T23" fmla="*/ 52 h 438"/>
                <a:gd name="T24" fmla="*/ 227 w 454"/>
                <a:gd name="T25" fmla="*/ 44 h 438"/>
                <a:gd name="T26" fmla="*/ 191 w 454"/>
                <a:gd name="T27" fmla="*/ 47 h 438"/>
                <a:gd name="T28" fmla="*/ 139 w 454"/>
                <a:gd name="T29" fmla="*/ 66 h 438"/>
                <a:gd name="T30" fmla="*/ 97 w 454"/>
                <a:gd name="T31" fmla="*/ 97 h 438"/>
                <a:gd name="T32" fmla="*/ 65 w 454"/>
                <a:gd name="T33" fmla="*/ 139 h 438"/>
                <a:gd name="T34" fmla="*/ 47 w 454"/>
                <a:gd name="T35" fmla="*/ 191 h 438"/>
                <a:gd name="T36" fmla="*/ 42 w 454"/>
                <a:gd name="T37" fmla="*/ 228 h 438"/>
                <a:gd name="T38" fmla="*/ 60 w 454"/>
                <a:gd name="T39" fmla="*/ 307 h 438"/>
                <a:gd name="T40" fmla="*/ 105 w 454"/>
                <a:gd name="T41" fmla="*/ 369 h 438"/>
                <a:gd name="T42" fmla="*/ 138 w 454"/>
                <a:gd name="T43" fmla="*/ 391 h 438"/>
                <a:gd name="T44" fmla="*/ 157 w 454"/>
                <a:gd name="T45" fmla="*/ 403 h 438"/>
                <a:gd name="T46" fmla="*/ 160 w 454"/>
                <a:gd name="T47" fmla="*/ 425 h 438"/>
                <a:gd name="T48" fmla="*/ 149 w 454"/>
                <a:gd name="T49" fmla="*/ 437 h 438"/>
                <a:gd name="T50" fmla="*/ 131 w 454"/>
                <a:gd name="T51" fmla="*/ 437 h 438"/>
                <a:gd name="T52" fmla="*/ 89 w 454"/>
                <a:gd name="T53" fmla="*/ 412 h 438"/>
                <a:gd name="T54" fmla="*/ 54 w 454"/>
                <a:gd name="T55" fmla="*/ 380 h 438"/>
                <a:gd name="T56" fmla="*/ 28 w 454"/>
                <a:gd name="T57" fmla="*/ 340 h 438"/>
                <a:gd name="T58" fmla="*/ 8 w 454"/>
                <a:gd name="T59" fmla="*/ 294 h 438"/>
                <a:gd name="T60" fmla="*/ 0 w 454"/>
                <a:gd name="T61" fmla="*/ 246 h 438"/>
                <a:gd name="T62" fmla="*/ 0 w 454"/>
                <a:gd name="T63" fmla="*/ 204 h 438"/>
                <a:gd name="T64" fmla="*/ 18 w 454"/>
                <a:gd name="T65" fmla="*/ 139 h 438"/>
                <a:gd name="T66" fmla="*/ 52 w 454"/>
                <a:gd name="T67" fmla="*/ 83 h 438"/>
                <a:gd name="T68" fmla="*/ 100 w 454"/>
                <a:gd name="T69" fmla="*/ 39 h 438"/>
                <a:gd name="T70" fmla="*/ 160 w 454"/>
                <a:gd name="T71" fmla="*/ 10 h 438"/>
                <a:gd name="T72" fmla="*/ 227 w 454"/>
                <a:gd name="T73" fmla="*/ 0 h 438"/>
                <a:gd name="T74" fmla="*/ 273 w 454"/>
                <a:gd name="T75" fmla="*/ 5 h 438"/>
                <a:gd name="T76" fmla="*/ 336 w 454"/>
                <a:gd name="T77" fmla="*/ 28 h 438"/>
                <a:gd name="T78" fmla="*/ 388 w 454"/>
                <a:gd name="T79" fmla="*/ 66 h 438"/>
                <a:gd name="T80" fmla="*/ 427 w 454"/>
                <a:gd name="T81" fmla="*/ 120 h 438"/>
                <a:gd name="T82" fmla="*/ 451 w 454"/>
                <a:gd name="T83" fmla="*/ 181 h 438"/>
                <a:gd name="T84" fmla="*/ 454 w 454"/>
                <a:gd name="T85" fmla="*/ 228 h 438"/>
                <a:gd name="T86" fmla="*/ 450 w 454"/>
                <a:gd name="T87" fmla="*/ 278 h 438"/>
                <a:gd name="T88" fmla="*/ 435 w 454"/>
                <a:gd name="T89" fmla="*/ 325 h 438"/>
                <a:gd name="T90" fmla="*/ 411 w 454"/>
                <a:gd name="T91" fmla="*/ 367 h 438"/>
                <a:gd name="T92" fmla="*/ 378 w 454"/>
                <a:gd name="T93" fmla="*/ 403 h 438"/>
                <a:gd name="T94" fmla="*/ 338 w 454"/>
                <a:gd name="T95" fmla="*/ 430 h 438"/>
                <a:gd name="T96" fmla="*/ 314 w 454"/>
                <a:gd name="T97" fmla="*/ 438 h 438"/>
                <a:gd name="T98" fmla="*/ 314 w 454"/>
                <a:gd name="T9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54" h="438">
                  <a:moveTo>
                    <a:pt x="314" y="438"/>
                  </a:moveTo>
                  <a:lnTo>
                    <a:pt x="314" y="438"/>
                  </a:lnTo>
                  <a:lnTo>
                    <a:pt x="307" y="438"/>
                  </a:lnTo>
                  <a:lnTo>
                    <a:pt x="302" y="435"/>
                  </a:lnTo>
                  <a:lnTo>
                    <a:pt x="298" y="432"/>
                  </a:lnTo>
                  <a:lnTo>
                    <a:pt x="294" y="425"/>
                  </a:lnTo>
                  <a:lnTo>
                    <a:pt x="294" y="425"/>
                  </a:lnTo>
                  <a:lnTo>
                    <a:pt x="293" y="417"/>
                  </a:lnTo>
                  <a:lnTo>
                    <a:pt x="294" y="409"/>
                  </a:lnTo>
                  <a:lnTo>
                    <a:pt x="298" y="403"/>
                  </a:lnTo>
                  <a:lnTo>
                    <a:pt x="306" y="396"/>
                  </a:lnTo>
                  <a:lnTo>
                    <a:pt x="306" y="396"/>
                  </a:lnTo>
                  <a:lnTo>
                    <a:pt x="317" y="391"/>
                  </a:lnTo>
                  <a:lnTo>
                    <a:pt x="328" y="385"/>
                  </a:lnTo>
                  <a:lnTo>
                    <a:pt x="340" y="377"/>
                  </a:lnTo>
                  <a:lnTo>
                    <a:pt x="349" y="369"/>
                  </a:lnTo>
                  <a:lnTo>
                    <a:pt x="367" y="351"/>
                  </a:lnTo>
                  <a:lnTo>
                    <a:pt x="383" y="330"/>
                  </a:lnTo>
                  <a:lnTo>
                    <a:pt x="395" y="307"/>
                  </a:lnTo>
                  <a:lnTo>
                    <a:pt x="404" y="281"/>
                  </a:lnTo>
                  <a:lnTo>
                    <a:pt x="409" y="255"/>
                  </a:lnTo>
                  <a:lnTo>
                    <a:pt x="412" y="228"/>
                  </a:lnTo>
                  <a:lnTo>
                    <a:pt x="412" y="228"/>
                  </a:lnTo>
                  <a:lnTo>
                    <a:pt x="411" y="209"/>
                  </a:lnTo>
                  <a:lnTo>
                    <a:pt x="408" y="191"/>
                  </a:lnTo>
                  <a:lnTo>
                    <a:pt x="403" y="173"/>
                  </a:lnTo>
                  <a:lnTo>
                    <a:pt x="398" y="155"/>
                  </a:lnTo>
                  <a:lnTo>
                    <a:pt x="390" y="139"/>
                  </a:lnTo>
                  <a:lnTo>
                    <a:pt x="380" y="125"/>
                  </a:lnTo>
                  <a:lnTo>
                    <a:pt x="370" y="110"/>
                  </a:lnTo>
                  <a:lnTo>
                    <a:pt x="357" y="97"/>
                  </a:lnTo>
                  <a:lnTo>
                    <a:pt x="344" y="86"/>
                  </a:lnTo>
                  <a:lnTo>
                    <a:pt x="330" y="74"/>
                  </a:lnTo>
                  <a:lnTo>
                    <a:pt x="315" y="66"/>
                  </a:lnTo>
                  <a:lnTo>
                    <a:pt x="299" y="58"/>
                  </a:lnTo>
                  <a:lnTo>
                    <a:pt x="281" y="52"/>
                  </a:lnTo>
                  <a:lnTo>
                    <a:pt x="264" y="47"/>
                  </a:lnTo>
                  <a:lnTo>
                    <a:pt x="246" y="44"/>
                  </a:lnTo>
                  <a:lnTo>
                    <a:pt x="227" y="44"/>
                  </a:lnTo>
                  <a:lnTo>
                    <a:pt x="227" y="44"/>
                  </a:lnTo>
                  <a:lnTo>
                    <a:pt x="209" y="44"/>
                  </a:lnTo>
                  <a:lnTo>
                    <a:pt x="191" y="47"/>
                  </a:lnTo>
                  <a:lnTo>
                    <a:pt x="173" y="52"/>
                  </a:lnTo>
                  <a:lnTo>
                    <a:pt x="155" y="58"/>
                  </a:lnTo>
                  <a:lnTo>
                    <a:pt x="139" y="66"/>
                  </a:lnTo>
                  <a:lnTo>
                    <a:pt x="125" y="74"/>
                  </a:lnTo>
                  <a:lnTo>
                    <a:pt x="110" y="86"/>
                  </a:lnTo>
                  <a:lnTo>
                    <a:pt x="97" y="97"/>
                  </a:lnTo>
                  <a:lnTo>
                    <a:pt x="84" y="110"/>
                  </a:lnTo>
                  <a:lnTo>
                    <a:pt x="75" y="125"/>
                  </a:lnTo>
                  <a:lnTo>
                    <a:pt x="65" y="139"/>
                  </a:lnTo>
                  <a:lnTo>
                    <a:pt x="57" y="155"/>
                  </a:lnTo>
                  <a:lnTo>
                    <a:pt x="52" y="173"/>
                  </a:lnTo>
                  <a:lnTo>
                    <a:pt x="47" y="191"/>
                  </a:lnTo>
                  <a:lnTo>
                    <a:pt x="44" y="209"/>
                  </a:lnTo>
                  <a:lnTo>
                    <a:pt x="42" y="228"/>
                  </a:lnTo>
                  <a:lnTo>
                    <a:pt x="42" y="228"/>
                  </a:lnTo>
                  <a:lnTo>
                    <a:pt x="45" y="255"/>
                  </a:lnTo>
                  <a:lnTo>
                    <a:pt x="50" y="281"/>
                  </a:lnTo>
                  <a:lnTo>
                    <a:pt x="60" y="307"/>
                  </a:lnTo>
                  <a:lnTo>
                    <a:pt x="71" y="330"/>
                  </a:lnTo>
                  <a:lnTo>
                    <a:pt x="88" y="351"/>
                  </a:lnTo>
                  <a:lnTo>
                    <a:pt x="105" y="369"/>
                  </a:lnTo>
                  <a:lnTo>
                    <a:pt x="115" y="377"/>
                  </a:lnTo>
                  <a:lnTo>
                    <a:pt x="126" y="385"/>
                  </a:lnTo>
                  <a:lnTo>
                    <a:pt x="138" y="391"/>
                  </a:lnTo>
                  <a:lnTo>
                    <a:pt x="149" y="396"/>
                  </a:lnTo>
                  <a:lnTo>
                    <a:pt x="149" y="396"/>
                  </a:lnTo>
                  <a:lnTo>
                    <a:pt x="157" y="403"/>
                  </a:lnTo>
                  <a:lnTo>
                    <a:pt x="160" y="409"/>
                  </a:lnTo>
                  <a:lnTo>
                    <a:pt x="162" y="417"/>
                  </a:lnTo>
                  <a:lnTo>
                    <a:pt x="160" y="425"/>
                  </a:lnTo>
                  <a:lnTo>
                    <a:pt x="160" y="425"/>
                  </a:lnTo>
                  <a:lnTo>
                    <a:pt x="155" y="433"/>
                  </a:lnTo>
                  <a:lnTo>
                    <a:pt x="149" y="437"/>
                  </a:lnTo>
                  <a:lnTo>
                    <a:pt x="141" y="438"/>
                  </a:lnTo>
                  <a:lnTo>
                    <a:pt x="131" y="437"/>
                  </a:lnTo>
                  <a:lnTo>
                    <a:pt x="131" y="437"/>
                  </a:lnTo>
                  <a:lnTo>
                    <a:pt x="117" y="430"/>
                  </a:lnTo>
                  <a:lnTo>
                    <a:pt x="102" y="422"/>
                  </a:lnTo>
                  <a:lnTo>
                    <a:pt x="89" y="412"/>
                  </a:lnTo>
                  <a:lnTo>
                    <a:pt x="76" y="403"/>
                  </a:lnTo>
                  <a:lnTo>
                    <a:pt x="65" y="391"/>
                  </a:lnTo>
                  <a:lnTo>
                    <a:pt x="54" y="380"/>
                  </a:lnTo>
                  <a:lnTo>
                    <a:pt x="44" y="367"/>
                  </a:lnTo>
                  <a:lnTo>
                    <a:pt x="36" y="354"/>
                  </a:lnTo>
                  <a:lnTo>
                    <a:pt x="28" y="340"/>
                  </a:lnTo>
                  <a:lnTo>
                    <a:pt x="20" y="325"/>
                  </a:lnTo>
                  <a:lnTo>
                    <a:pt x="13" y="310"/>
                  </a:lnTo>
                  <a:lnTo>
                    <a:pt x="8" y="294"/>
                  </a:lnTo>
                  <a:lnTo>
                    <a:pt x="5" y="278"/>
                  </a:lnTo>
                  <a:lnTo>
                    <a:pt x="2" y="262"/>
                  </a:lnTo>
                  <a:lnTo>
                    <a:pt x="0" y="246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0" y="204"/>
                  </a:lnTo>
                  <a:lnTo>
                    <a:pt x="3" y="181"/>
                  </a:lnTo>
                  <a:lnTo>
                    <a:pt x="10" y="160"/>
                  </a:lnTo>
                  <a:lnTo>
                    <a:pt x="18" y="139"/>
                  </a:lnTo>
                  <a:lnTo>
                    <a:pt x="28" y="120"/>
                  </a:lnTo>
                  <a:lnTo>
                    <a:pt x="39" y="100"/>
                  </a:lnTo>
                  <a:lnTo>
                    <a:pt x="52" y="83"/>
                  </a:lnTo>
                  <a:lnTo>
                    <a:pt x="66" y="66"/>
                  </a:lnTo>
                  <a:lnTo>
                    <a:pt x="83" y="52"/>
                  </a:lnTo>
                  <a:lnTo>
                    <a:pt x="100" y="39"/>
                  </a:lnTo>
                  <a:lnTo>
                    <a:pt x="118" y="28"/>
                  </a:lnTo>
                  <a:lnTo>
                    <a:pt x="139" y="18"/>
                  </a:lnTo>
                  <a:lnTo>
                    <a:pt x="160" y="10"/>
                  </a:lnTo>
                  <a:lnTo>
                    <a:pt x="181" y="5"/>
                  </a:lnTo>
                  <a:lnTo>
                    <a:pt x="204" y="2"/>
                  </a:lnTo>
                  <a:lnTo>
                    <a:pt x="227" y="0"/>
                  </a:lnTo>
                  <a:lnTo>
                    <a:pt x="227" y="0"/>
                  </a:lnTo>
                  <a:lnTo>
                    <a:pt x="251" y="2"/>
                  </a:lnTo>
                  <a:lnTo>
                    <a:pt x="273" y="5"/>
                  </a:lnTo>
                  <a:lnTo>
                    <a:pt x="294" y="10"/>
                  </a:lnTo>
                  <a:lnTo>
                    <a:pt x="315" y="18"/>
                  </a:lnTo>
                  <a:lnTo>
                    <a:pt x="336" y="28"/>
                  </a:lnTo>
                  <a:lnTo>
                    <a:pt x="354" y="39"/>
                  </a:lnTo>
                  <a:lnTo>
                    <a:pt x="372" y="52"/>
                  </a:lnTo>
                  <a:lnTo>
                    <a:pt x="388" y="66"/>
                  </a:lnTo>
                  <a:lnTo>
                    <a:pt x="403" y="83"/>
                  </a:lnTo>
                  <a:lnTo>
                    <a:pt x="416" y="100"/>
                  </a:lnTo>
                  <a:lnTo>
                    <a:pt x="427" y="120"/>
                  </a:lnTo>
                  <a:lnTo>
                    <a:pt x="437" y="139"/>
                  </a:lnTo>
                  <a:lnTo>
                    <a:pt x="445" y="160"/>
                  </a:lnTo>
                  <a:lnTo>
                    <a:pt x="451" y="181"/>
                  </a:lnTo>
                  <a:lnTo>
                    <a:pt x="454" y="204"/>
                  </a:lnTo>
                  <a:lnTo>
                    <a:pt x="454" y="228"/>
                  </a:lnTo>
                  <a:lnTo>
                    <a:pt x="454" y="228"/>
                  </a:lnTo>
                  <a:lnTo>
                    <a:pt x="454" y="246"/>
                  </a:lnTo>
                  <a:lnTo>
                    <a:pt x="453" y="262"/>
                  </a:lnTo>
                  <a:lnTo>
                    <a:pt x="450" y="278"/>
                  </a:lnTo>
                  <a:lnTo>
                    <a:pt x="446" y="294"/>
                  </a:lnTo>
                  <a:lnTo>
                    <a:pt x="441" y="310"/>
                  </a:lnTo>
                  <a:lnTo>
                    <a:pt x="435" y="325"/>
                  </a:lnTo>
                  <a:lnTo>
                    <a:pt x="427" y="340"/>
                  </a:lnTo>
                  <a:lnTo>
                    <a:pt x="419" y="354"/>
                  </a:lnTo>
                  <a:lnTo>
                    <a:pt x="411" y="367"/>
                  </a:lnTo>
                  <a:lnTo>
                    <a:pt x="401" y="380"/>
                  </a:lnTo>
                  <a:lnTo>
                    <a:pt x="390" y="391"/>
                  </a:lnTo>
                  <a:lnTo>
                    <a:pt x="378" y="403"/>
                  </a:lnTo>
                  <a:lnTo>
                    <a:pt x="365" y="412"/>
                  </a:lnTo>
                  <a:lnTo>
                    <a:pt x="353" y="422"/>
                  </a:lnTo>
                  <a:lnTo>
                    <a:pt x="338" y="430"/>
                  </a:lnTo>
                  <a:lnTo>
                    <a:pt x="323" y="437"/>
                  </a:lnTo>
                  <a:lnTo>
                    <a:pt x="323" y="437"/>
                  </a:lnTo>
                  <a:lnTo>
                    <a:pt x="314" y="438"/>
                  </a:lnTo>
                  <a:lnTo>
                    <a:pt x="314" y="438"/>
                  </a:lnTo>
                  <a:close/>
                  <a:moveTo>
                    <a:pt x="314" y="438"/>
                  </a:moveTo>
                  <a:lnTo>
                    <a:pt x="314" y="4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3" name="Line 137"/>
            <p:cNvSpPr>
              <a:spLocks noChangeShapeType="1"/>
            </p:cNvSpPr>
            <p:nvPr/>
          </p:nvSpPr>
          <p:spPr bwMode="auto">
            <a:xfrm>
              <a:off x="3460750" y="3494088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4" name="Freeform 138"/>
            <p:cNvSpPr>
              <a:spLocks noEditPoints="1"/>
            </p:cNvSpPr>
            <p:nvPr/>
          </p:nvSpPr>
          <p:spPr bwMode="auto">
            <a:xfrm>
              <a:off x="3286125" y="3216276"/>
              <a:ext cx="98425" cy="98425"/>
            </a:xfrm>
            <a:custGeom>
              <a:avLst/>
              <a:gdLst>
                <a:gd name="T0" fmla="*/ 54 w 125"/>
                <a:gd name="T1" fmla="*/ 125 h 125"/>
                <a:gd name="T2" fmla="*/ 0 w 125"/>
                <a:gd name="T3" fmla="*/ 125 h 125"/>
                <a:gd name="T4" fmla="*/ 0 w 125"/>
                <a:gd name="T5" fmla="*/ 125 h 125"/>
                <a:gd name="T6" fmla="*/ 0 w 125"/>
                <a:gd name="T7" fmla="*/ 112 h 125"/>
                <a:gd name="T8" fmla="*/ 2 w 125"/>
                <a:gd name="T9" fmla="*/ 99 h 125"/>
                <a:gd name="T10" fmla="*/ 5 w 125"/>
                <a:gd name="T11" fmla="*/ 88 h 125"/>
                <a:gd name="T12" fmla="*/ 10 w 125"/>
                <a:gd name="T13" fmla="*/ 76 h 125"/>
                <a:gd name="T14" fmla="*/ 15 w 125"/>
                <a:gd name="T15" fmla="*/ 65 h 125"/>
                <a:gd name="T16" fmla="*/ 21 w 125"/>
                <a:gd name="T17" fmla="*/ 55 h 125"/>
                <a:gd name="T18" fmla="*/ 28 w 125"/>
                <a:gd name="T19" fmla="*/ 46 h 125"/>
                <a:gd name="T20" fmla="*/ 36 w 125"/>
                <a:gd name="T21" fmla="*/ 36 h 125"/>
                <a:gd name="T22" fmla="*/ 46 w 125"/>
                <a:gd name="T23" fmla="*/ 28 h 125"/>
                <a:gd name="T24" fmla="*/ 55 w 125"/>
                <a:gd name="T25" fmla="*/ 21 h 125"/>
                <a:gd name="T26" fmla="*/ 65 w 125"/>
                <a:gd name="T27" fmla="*/ 15 h 125"/>
                <a:gd name="T28" fmla="*/ 76 w 125"/>
                <a:gd name="T29" fmla="*/ 10 h 125"/>
                <a:gd name="T30" fmla="*/ 88 w 125"/>
                <a:gd name="T31" fmla="*/ 5 h 125"/>
                <a:gd name="T32" fmla="*/ 99 w 125"/>
                <a:gd name="T33" fmla="*/ 2 h 125"/>
                <a:gd name="T34" fmla="*/ 112 w 125"/>
                <a:gd name="T35" fmla="*/ 0 h 125"/>
                <a:gd name="T36" fmla="*/ 125 w 125"/>
                <a:gd name="T37" fmla="*/ 0 h 125"/>
                <a:gd name="T38" fmla="*/ 125 w 125"/>
                <a:gd name="T39" fmla="*/ 54 h 125"/>
                <a:gd name="T40" fmla="*/ 125 w 125"/>
                <a:gd name="T41" fmla="*/ 54 h 125"/>
                <a:gd name="T42" fmla="*/ 110 w 125"/>
                <a:gd name="T43" fmla="*/ 55 h 125"/>
                <a:gd name="T44" fmla="*/ 97 w 125"/>
                <a:gd name="T45" fmla="*/ 60 h 125"/>
                <a:gd name="T46" fmla="*/ 84 w 125"/>
                <a:gd name="T47" fmla="*/ 67 h 125"/>
                <a:gd name="T48" fmla="*/ 75 w 125"/>
                <a:gd name="T49" fmla="*/ 75 h 125"/>
                <a:gd name="T50" fmla="*/ 67 w 125"/>
                <a:gd name="T51" fmla="*/ 86 h 125"/>
                <a:gd name="T52" fmla="*/ 60 w 125"/>
                <a:gd name="T53" fmla="*/ 97 h 125"/>
                <a:gd name="T54" fmla="*/ 55 w 125"/>
                <a:gd name="T55" fmla="*/ 110 h 125"/>
                <a:gd name="T56" fmla="*/ 54 w 125"/>
                <a:gd name="T57" fmla="*/ 125 h 125"/>
                <a:gd name="T58" fmla="*/ 54 w 125"/>
                <a:gd name="T59" fmla="*/ 125 h 125"/>
                <a:gd name="T60" fmla="*/ 54 w 125"/>
                <a:gd name="T61" fmla="*/ 125 h 125"/>
                <a:gd name="T62" fmla="*/ 54 w 125"/>
                <a:gd name="T63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" h="125">
                  <a:moveTo>
                    <a:pt x="54" y="125"/>
                  </a:moveTo>
                  <a:lnTo>
                    <a:pt x="0" y="125"/>
                  </a:lnTo>
                  <a:lnTo>
                    <a:pt x="0" y="125"/>
                  </a:lnTo>
                  <a:lnTo>
                    <a:pt x="0" y="112"/>
                  </a:lnTo>
                  <a:lnTo>
                    <a:pt x="2" y="99"/>
                  </a:lnTo>
                  <a:lnTo>
                    <a:pt x="5" y="88"/>
                  </a:lnTo>
                  <a:lnTo>
                    <a:pt x="10" y="76"/>
                  </a:lnTo>
                  <a:lnTo>
                    <a:pt x="15" y="65"/>
                  </a:lnTo>
                  <a:lnTo>
                    <a:pt x="21" y="55"/>
                  </a:lnTo>
                  <a:lnTo>
                    <a:pt x="28" y="46"/>
                  </a:lnTo>
                  <a:lnTo>
                    <a:pt x="36" y="36"/>
                  </a:lnTo>
                  <a:lnTo>
                    <a:pt x="46" y="28"/>
                  </a:lnTo>
                  <a:lnTo>
                    <a:pt x="55" y="21"/>
                  </a:lnTo>
                  <a:lnTo>
                    <a:pt x="65" y="15"/>
                  </a:lnTo>
                  <a:lnTo>
                    <a:pt x="76" y="10"/>
                  </a:lnTo>
                  <a:lnTo>
                    <a:pt x="88" y="5"/>
                  </a:lnTo>
                  <a:lnTo>
                    <a:pt x="99" y="2"/>
                  </a:lnTo>
                  <a:lnTo>
                    <a:pt x="112" y="0"/>
                  </a:lnTo>
                  <a:lnTo>
                    <a:pt x="125" y="0"/>
                  </a:lnTo>
                  <a:lnTo>
                    <a:pt x="125" y="54"/>
                  </a:lnTo>
                  <a:lnTo>
                    <a:pt x="125" y="54"/>
                  </a:lnTo>
                  <a:lnTo>
                    <a:pt x="110" y="55"/>
                  </a:lnTo>
                  <a:lnTo>
                    <a:pt x="97" y="60"/>
                  </a:lnTo>
                  <a:lnTo>
                    <a:pt x="84" y="67"/>
                  </a:lnTo>
                  <a:lnTo>
                    <a:pt x="75" y="75"/>
                  </a:lnTo>
                  <a:lnTo>
                    <a:pt x="67" y="86"/>
                  </a:lnTo>
                  <a:lnTo>
                    <a:pt x="60" y="97"/>
                  </a:lnTo>
                  <a:lnTo>
                    <a:pt x="55" y="110"/>
                  </a:lnTo>
                  <a:lnTo>
                    <a:pt x="54" y="125"/>
                  </a:lnTo>
                  <a:lnTo>
                    <a:pt x="54" y="125"/>
                  </a:lnTo>
                  <a:close/>
                  <a:moveTo>
                    <a:pt x="54" y="125"/>
                  </a:moveTo>
                  <a:lnTo>
                    <a:pt x="54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5" name="Freeform 139"/>
            <p:cNvSpPr/>
            <p:nvPr/>
          </p:nvSpPr>
          <p:spPr bwMode="auto">
            <a:xfrm>
              <a:off x="3286125" y="3216276"/>
              <a:ext cx="98425" cy="98425"/>
            </a:xfrm>
            <a:custGeom>
              <a:avLst/>
              <a:gdLst>
                <a:gd name="T0" fmla="*/ 54 w 125"/>
                <a:gd name="T1" fmla="*/ 125 h 125"/>
                <a:gd name="T2" fmla="*/ 0 w 125"/>
                <a:gd name="T3" fmla="*/ 125 h 125"/>
                <a:gd name="T4" fmla="*/ 0 w 125"/>
                <a:gd name="T5" fmla="*/ 125 h 125"/>
                <a:gd name="T6" fmla="*/ 0 w 125"/>
                <a:gd name="T7" fmla="*/ 112 h 125"/>
                <a:gd name="T8" fmla="*/ 2 w 125"/>
                <a:gd name="T9" fmla="*/ 99 h 125"/>
                <a:gd name="T10" fmla="*/ 5 w 125"/>
                <a:gd name="T11" fmla="*/ 88 h 125"/>
                <a:gd name="T12" fmla="*/ 10 w 125"/>
                <a:gd name="T13" fmla="*/ 76 h 125"/>
                <a:gd name="T14" fmla="*/ 15 w 125"/>
                <a:gd name="T15" fmla="*/ 65 h 125"/>
                <a:gd name="T16" fmla="*/ 21 w 125"/>
                <a:gd name="T17" fmla="*/ 55 h 125"/>
                <a:gd name="T18" fmla="*/ 28 w 125"/>
                <a:gd name="T19" fmla="*/ 46 h 125"/>
                <a:gd name="T20" fmla="*/ 36 w 125"/>
                <a:gd name="T21" fmla="*/ 36 h 125"/>
                <a:gd name="T22" fmla="*/ 46 w 125"/>
                <a:gd name="T23" fmla="*/ 28 h 125"/>
                <a:gd name="T24" fmla="*/ 55 w 125"/>
                <a:gd name="T25" fmla="*/ 21 h 125"/>
                <a:gd name="T26" fmla="*/ 65 w 125"/>
                <a:gd name="T27" fmla="*/ 15 h 125"/>
                <a:gd name="T28" fmla="*/ 76 w 125"/>
                <a:gd name="T29" fmla="*/ 10 h 125"/>
                <a:gd name="T30" fmla="*/ 88 w 125"/>
                <a:gd name="T31" fmla="*/ 5 h 125"/>
                <a:gd name="T32" fmla="*/ 99 w 125"/>
                <a:gd name="T33" fmla="*/ 2 h 125"/>
                <a:gd name="T34" fmla="*/ 112 w 125"/>
                <a:gd name="T35" fmla="*/ 0 h 125"/>
                <a:gd name="T36" fmla="*/ 125 w 125"/>
                <a:gd name="T37" fmla="*/ 0 h 125"/>
                <a:gd name="T38" fmla="*/ 125 w 125"/>
                <a:gd name="T39" fmla="*/ 54 h 125"/>
                <a:gd name="T40" fmla="*/ 125 w 125"/>
                <a:gd name="T41" fmla="*/ 54 h 125"/>
                <a:gd name="T42" fmla="*/ 110 w 125"/>
                <a:gd name="T43" fmla="*/ 55 h 125"/>
                <a:gd name="T44" fmla="*/ 97 w 125"/>
                <a:gd name="T45" fmla="*/ 60 h 125"/>
                <a:gd name="T46" fmla="*/ 84 w 125"/>
                <a:gd name="T47" fmla="*/ 67 h 125"/>
                <a:gd name="T48" fmla="*/ 75 w 125"/>
                <a:gd name="T49" fmla="*/ 75 h 125"/>
                <a:gd name="T50" fmla="*/ 67 w 125"/>
                <a:gd name="T51" fmla="*/ 86 h 125"/>
                <a:gd name="T52" fmla="*/ 60 w 125"/>
                <a:gd name="T53" fmla="*/ 97 h 125"/>
                <a:gd name="T54" fmla="*/ 55 w 125"/>
                <a:gd name="T55" fmla="*/ 110 h 125"/>
                <a:gd name="T56" fmla="*/ 54 w 125"/>
                <a:gd name="T57" fmla="*/ 125 h 125"/>
                <a:gd name="T58" fmla="*/ 54 w 125"/>
                <a:gd name="T59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5" h="125">
                  <a:moveTo>
                    <a:pt x="54" y="125"/>
                  </a:moveTo>
                  <a:lnTo>
                    <a:pt x="0" y="125"/>
                  </a:lnTo>
                  <a:lnTo>
                    <a:pt x="0" y="125"/>
                  </a:lnTo>
                  <a:lnTo>
                    <a:pt x="0" y="112"/>
                  </a:lnTo>
                  <a:lnTo>
                    <a:pt x="2" y="99"/>
                  </a:lnTo>
                  <a:lnTo>
                    <a:pt x="5" y="88"/>
                  </a:lnTo>
                  <a:lnTo>
                    <a:pt x="10" y="76"/>
                  </a:lnTo>
                  <a:lnTo>
                    <a:pt x="15" y="65"/>
                  </a:lnTo>
                  <a:lnTo>
                    <a:pt x="21" y="55"/>
                  </a:lnTo>
                  <a:lnTo>
                    <a:pt x="28" y="46"/>
                  </a:lnTo>
                  <a:lnTo>
                    <a:pt x="36" y="36"/>
                  </a:lnTo>
                  <a:lnTo>
                    <a:pt x="46" y="28"/>
                  </a:lnTo>
                  <a:lnTo>
                    <a:pt x="55" y="21"/>
                  </a:lnTo>
                  <a:lnTo>
                    <a:pt x="65" y="15"/>
                  </a:lnTo>
                  <a:lnTo>
                    <a:pt x="76" y="10"/>
                  </a:lnTo>
                  <a:lnTo>
                    <a:pt x="88" y="5"/>
                  </a:lnTo>
                  <a:lnTo>
                    <a:pt x="99" y="2"/>
                  </a:lnTo>
                  <a:lnTo>
                    <a:pt x="112" y="0"/>
                  </a:lnTo>
                  <a:lnTo>
                    <a:pt x="125" y="0"/>
                  </a:lnTo>
                  <a:lnTo>
                    <a:pt x="125" y="54"/>
                  </a:lnTo>
                  <a:lnTo>
                    <a:pt x="125" y="54"/>
                  </a:lnTo>
                  <a:lnTo>
                    <a:pt x="110" y="55"/>
                  </a:lnTo>
                  <a:lnTo>
                    <a:pt x="97" y="60"/>
                  </a:lnTo>
                  <a:lnTo>
                    <a:pt x="84" y="67"/>
                  </a:lnTo>
                  <a:lnTo>
                    <a:pt x="75" y="75"/>
                  </a:lnTo>
                  <a:lnTo>
                    <a:pt x="67" y="86"/>
                  </a:lnTo>
                  <a:lnTo>
                    <a:pt x="60" y="97"/>
                  </a:lnTo>
                  <a:lnTo>
                    <a:pt x="55" y="110"/>
                  </a:lnTo>
                  <a:lnTo>
                    <a:pt x="54" y="125"/>
                  </a:lnTo>
                  <a:lnTo>
                    <a:pt x="54" y="125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6" name="Line 140"/>
            <p:cNvSpPr>
              <a:spLocks noChangeShapeType="1"/>
            </p:cNvSpPr>
            <p:nvPr/>
          </p:nvSpPr>
          <p:spPr bwMode="auto">
            <a:xfrm>
              <a:off x="3327400" y="33147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599584" y="2482485"/>
            <a:ext cx="260529" cy="314925"/>
            <a:chOff x="744538" y="2809875"/>
            <a:chExt cx="433387" cy="523875"/>
          </a:xfrm>
          <a:solidFill>
            <a:schemeClr val="bg1"/>
          </a:solidFill>
        </p:grpSpPr>
        <p:sp>
          <p:nvSpPr>
            <p:cNvPr id="38" name="Freeform 55"/>
            <p:cNvSpPr>
              <a:spLocks noEditPoints="1"/>
            </p:cNvSpPr>
            <p:nvPr/>
          </p:nvSpPr>
          <p:spPr bwMode="auto">
            <a:xfrm>
              <a:off x="744538" y="2809875"/>
              <a:ext cx="433387" cy="523875"/>
            </a:xfrm>
            <a:custGeom>
              <a:avLst/>
              <a:gdLst>
                <a:gd name="T0" fmla="*/ 499 w 546"/>
                <a:gd name="T1" fmla="*/ 97 h 659"/>
                <a:gd name="T2" fmla="*/ 440 w 546"/>
                <a:gd name="T3" fmla="*/ 95 h 659"/>
                <a:gd name="T4" fmla="*/ 412 w 546"/>
                <a:gd name="T5" fmla="*/ 92 h 659"/>
                <a:gd name="T6" fmla="*/ 369 w 546"/>
                <a:gd name="T7" fmla="*/ 63 h 659"/>
                <a:gd name="T8" fmla="*/ 335 w 546"/>
                <a:gd name="T9" fmla="*/ 26 h 659"/>
                <a:gd name="T10" fmla="*/ 288 w 546"/>
                <a:gd name="T11" fmla="*/ 3 h 659"/>
                <a:gd name="T12" fmla="*/ 246 w 546"/>
                <a:gd name="T13" fmla="*/ 2 h 659"/>
                <a:gd name="T14" fmla="*/ 204 w 546"/>
                <a:gd name="T15" fmla="*/ 23 h 659"/>
                <a:gd name="T16" fmla="*/ 165 w 546"/>
                <a:gd name="T17" fmla="*/ 65 h 659"/>
                <a:gd name="T18" fmla="*/ 126 w 546"/>
                <a:gd name="T19" fmla="*/ 89 h 659"/>
                <a:gd name="T20" fmla="*/ 95 w 546"/>
                <a:gd name="T21" fmla="*/ 92 h 659"/>
                <a:gd name="T22" fmla="*/ 37 w 546"/>
                <a:gd name="T23" fmla="*/ 94 h 659"/>
                <a:gd name="T24" fmla="*/ 13 w 546"/>
                <a:gd name="T25" fmla="*/ 108 h 659"/>
                <a:gd name="T26" fmla="*/ 2 w 546"/>
                <a:gd name="T27" fmla="*/ 147 h 659"/>
                <a:gd name="T28" fmla="*/ 11 w 546"/>
                <a:gd name="T29" fmla="*/ 313 h 659"/>
                <a:gd name="T30" fmla="*/ 37 w 546"/>
                <a:gd name="T31" fmla="*/ 433 h 659"/>
                <a:gd name="T32" fmla="*/ 74 w 546"/>
                <a:gd name="T33" fmla="*/ 519 h 659"/>
                <a:gd name="T34" fmla="*/ 128 w 546"/>
                <a:gd name="T35" fmla="*/ 593 h 659"/>
                <a:gd name="T36" fmla="*/ 202 w 546"/>
                <a:gd name="T37" fmla="*/ 645 h 659"/>
                <a:gd name="T38" fmla="*/ 270 w 546"/>
                <a:gd name="T39" fmla="*/ 659 h 659"/>
                <a:gd name="T40" fmla="*/ 328 w 546"/>
                <a:gd name="T41" fmla="*/ 651 h 659"/>
                <a:gd name="T42" fmla="*/ 412 w 546"/>
                <a:gd name="T43" fmla="*/ 603 h 659"/>
                <a:gd name="T44" fmla="*/ 474 w 546"/>
                <a:gd name="T45" fmla="*/ 520 h 659"/>
                <a:gd name="T46" fmla="*/ 512 w 546"/>
                <a:gd name="T47" fmla="*/ 423 h 659"/>
                <a:gd name="T48" fmla="*/ 533 w 546"/>
                <a:gd name="T49" fmla="*/ 338 h 659"/>
                <a:gd name="T50" fmla="*/ 546 w 546"/>
                <a:gd name="T51" fmla="*/ 225 h 659"/>
                <a:gd name="T52" fmla="*/ 543 w 546"/>
                <a:gd name="T53" fmla="*/ 147 h 659"/>
                <a:gd name="T54" fmla="*/ 525 w 546"/>
                <a:gd name="T55" fmla="*/ 110 h 659"/>
                <a:gd name="T56" fmla="*/ 503 w 546"/>
                <a:gd name="T57" fmla="*/ 223 h 659"/>
                <a:gd name="T58" fmla="*/ 483 w 546"/>
                <a:gd name="T59" fmla="*/ 367 h 659"/>
                <a:gd name="T60" fmla="*/ 457 w 546"/>
                <a:gd name="T61" fmla="*/ 451 h 659"/>
                <a:gd name="T62" fmla="*/ 415 w 546"/>
                <a:gd name="T63" fmla="*/ 533 h 659"/>
                <a:gd name="T64" fmla="*/ 347 w 546"/>
                <a:gd name="T65" fmla="*/ 598 h 659"/>
                <a:gd name="T66" fmla="*/ 289 w 546"/>
                <a:gd name="T67" fmla="*/ 616 h 659"/>
                <a:gd name="T68" fmla="*/ 272 w 546"/>
                <a:gd name="T69" fmla="*/ 616 h 659"/>
                <a:gd name="T70" fmla="*/ 200 w 546"/>
                <a:gd name="T71" fmla="*/ 595 h 659"/>
                <a:gd name="T72" fmla="*/ 142 w 546"/>
                <a:gd name="T73" fmla="*/ 545 h 659"/>
                <a:gd name="T74" fmla="*/ 100 w 546"/>
                <a:gd name="T75" fmla="*/ 477 h 659"/>
                <a:gd name="T76" fmla="*/ 73 w 546"/>
                <a:gd name="T77" fmla="*/ 401 h 659"/>
                <a:gd name="T78" fmla="*/ 45 w 546"/>
                <a:gd name="T79" fmla="*/ 234 h 659"/>
                <a:gd name="T80" fmla="*/ 47 w 546"/>
                <a:gd name="T81" fmla="*/ 137 h 659"/>
                <a:gd name="T82" fmla="*/ 66 w 546"/>
                <a:gd name="T83" fmla="*/ 134 h 659"/>
                <a:gd name="T84" fmla="*/ 95 w 546"/>
                <a:gd name="T85" fmla="*/ 136 h 659"/>
                <a:gd name="T86" fmla="*/ 137 w 546"/>
                <a:gd name="T87" fmla="*/ 129 h 659"/>
                <a:gd name="T88" fmla="*/ 184 w 546"/>
                <a:gd name="T89" fmla="*/ 105 h 659"/>
                <a:gd name="T90" fmla="*/ 228 w 546"/>
                <a:gd name="T91" fmla="*/ 60 h 659"/>
                <a:gd name="T92" fmla="*/ 254 w 546"/>
                <a:gd name="T93" fmla="*/ 44 h 659"/>
                <a:gd name="T94" fmla="*/ 280 w 546"/>
                <a:gd name="T95" fmla="*/ 45 h 659"/>
                <a:gd name="T96" fmla="*/ 326 w 546"/>
                <a:gd name="T97" fmla="*/ 79 h 659"/>
                <a:gd name="T98" fmla="*/ 362 w 546"/>
                <a:gd name="T99" fmla="*/ 116 h 659"/>
                <a:gd name="T100" fmla="*/ 420 w 546"/>
                <a:gd name="T101" fmla="*/ 137 h 659"/>
                <a:gd name="T102" fmla="*/ 459 w 546"/>
                <a:gd name="T103" fmla="*/ 139 h 659"/>
                <a:gd name="T104" fmla="*/ 488 w 546"/>
                <a:gd name="T105" fmla="*/ 139 h 659"/>
                <a:gd name="T106" fmla="*/ 501 w 546"/>
                <a:gd name="T107" fmla="*/ 163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46" h="659">
                  <a:moveTo>
                    <a:pt x="525" y="110"/>
                  </a:moveTo>
                  <a:lnTo>
                    <a:pt x="525" y="110"/>
                  </a:lnTo>
                  <a:lnTo>
                    <a:pt x="512" y="102"/>
                  </a:lnTo>
                  <a:lnTo>
                    <a:pt x="499" y="97"/>
                  </a:lnTo>
                  <a:lnTo>
                    <a:pt x="486" y="95"/>
                  </a:lnTo>
                  <a:lnTo>
                    <a:pt x="474" y="95"/>
                  </a:lnTo>
                  <a:lnTo>
                    <a:pt x="474" y="95"/>
                  </a:lnTo>
                  <a:lnTo>
                    <a:pt x="440" y="95"/>
                  </a:lnTo>
                  <a:lnTo>
                    <a:pt x="440" y="95"/>
                  </a:lnTo>
                  <a:lnTo>
                    <a:pt x="425" y="95"/>
                  </a:lnTo>
                  <a:lnTo>
                    <a:pt x="425" y="95"/>
                  </a:lnTo>
                  <a:lnTo>
                    <a:pt x="412" y="92"/>
                  </a:lnTo>
                  <a:lnTo>
                    <a:pt x="402" y="89"/>
                  </a:lnTo>
                  <a:lnTo>
                    <a:pt x="393" y="84"/>
                  </a:lnTo>
                  <a:lnTo>
                    <a:pt x="385" y="77"/>
                  </a:lnTo>
                  <a:lnTo>
                    <a:pt x="369" y="63"/>
                  </a:lnTo>
                  <a:lnTo>
                    <a:pt x="352" y="44"/>
                  </a:lnTo>
                  <a:lnTo>
                    <a:pt x="352" y="44"/>
                  </a:lnTo>
                  <a:lnTo>
                    <a:pt x="344" y="34"/>
                  </a:lnTo>
                  <a:lnTo>
                    <a:pt x="335" y="26"/>
                  </a:lnTo>
                  <a:lnTo>
                    <a:pt x="323" y="18"/>
                  </a:lnTo>
                  <a:lnTo>
                    <a:pt x="312" y="11"/>
                  </a:lnTo>
                  <a:lnTo>
                    <a:pt x="301" y="6"/>
                  </a:lnTo>
                  <a:lnTo>
                    <a:pt x="288" y="3"/>
                  </a:lnTo>
                  <a:lnTo>
                    <a:pt x="276" y="0"/>
                  </a:lnTo>
                  <a:lnTo>
                    <a:pt x="263" y="0"/>
                  </a:lnTo>
                  <a:lnTo>
                    <a:pt x="263" y="0"/>
                  </a:lnTo>
                  <a:lnTo>
                    <a:pt x="246" y="2"/>
                  </a:lnTo>
                  <a:lnTo>
                    <a:pt x="230" y="6"/>
                  </a:lnTo>
                  <a:lnTo>
                    <a:pt x="220" y="11"/>
                  </a:lnTo>
                  <a:lnTo>
                    <a:pt x="212" y="16"/>
                  </a:lnTo>
                  <a:lnTo>
                    <a:pt x="204" y="23"/>
                  </a:lnTo>
                  <a:lnTo>
                    <a:pt x="197" y="31"/>
                  </a:lnTo>
                  <a:lnTo>
                    <a:pt x="197" y="31"/>
                  </a:lnTo>
                  <a:lnTo>
                    <a:pt x="181" y="47"/>
                  </a:lnTo>
                  <a:lnTo>
                    <a:pt x="165" y="65"/>
                  </a:lnTo>
                  <a:lnTo>
                    <a:pt x="155" y="73"/>
                  </a:lnTo>
                  <a:lnTo>
                    <a:pt x="147" y="79"/>
                  </a:lnTo>
                  <a:lnTo>
                    <a:pt x="136" y="84"/>
                  </a:lnTo>
                  <a:lnTo>
                    <a:pt x="126" y="89"/>
                  </a:lnTo>
                  <a:lnTo>
                    <a:pt x="126" y="89"/>
                  </a:lnTo>
                  <a:lnTo>
                    <a:pt x="110" y="92"/>
                  </a:lnTo>
                  <a:lnTo>
                    <a:pt x="95" y="92"/>
                  </a:lnTo>
                  <a:lnTo>
                    <a:pt x="95" y="92"/>
                  </a:lnTo>
                  <a:lnTo>
                    <a:pt x="66" y="92"/>
                  </a:lnTo>
                  <a:lnTo>
                    <a:pt x="66" y="92"/>
                  </a:lnTo>
                  <a:lnTo>
                    <a:pt x="52" y="92"/>
                  </a:lnTo>
                  <a:lnTo>
                    <a:pt x="37" y="94"/>
                  </a:lnTo>
                  <a:lnTo>
                    <a:pt x="24" y="100"/>
                  </a:lnTo>
                  <a:lnTo>
                    <a:pt x="18" y="103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0" y="113"/>
                  </a:lnTo>
                  <a:lnTo>
                    <a:pt x="6" y="121"/>
                  </a:lnTo>
                  <a:lnTo>
                    <a:pt x="3" y="132"/>
                  </a:lnTo>
                  <a:lnTo>
                    <a:pt x="2" y="147"/>
                  </a:lnTo>
                  <a:lnTo>
                    <a:pt x="0" y="179"/>
                  </a:lnTo>
                  <a:lnTo>
                    <a:pt x="2" y="220"/>
                  </a:lnTo>
                  <a:lnTo>
                    <a:pt x="5" y="265"/>
                  </a:lnTo>
                  <a:lnTo>
                    <a:pt x="11" y="313"/>
                  </a:lnTo>
                  <a:lnTo>
                    <a:pt x="21" y="362"/>
                  </a:lnTo>
                  <a:lnTo>
                    <a:pt x="32" y="412"/>
                  </a:lnTo>
                  <a:lnTo>
                    <a:pt x="32" y="412"/>
                  </a:lnTo>
                  <a:lnTo>
                    <a:pt x="37" y="433"/>
                  </a:lnTo>
                  <a:lnTo>
                    <a:pt x="45" y="454"/>
                  </a:lnTo>
                  <a:lnTo>
                    <a:pt x="53" y="477"/>
                  </a:lnTo>
                  <a:lnTo>
                    <a:pt x="63" y="498"/>
                  </a:lnTo>
                  <a:lnTo>
                    <a:pt x="74" y="519"/>
                  </a:lnTo>
                  <a:lnTo>
                    <a:pt x="86" y="538"/>
                  </a:lnTo>
                  <a:lnTo>
                    <a:pt x="99" y="557"/>
                  </a:lnTo>
                  <a:lnTo>
                    <a:pt x="113" y="577"/>
                  </a:lnTo>
                  <a:lnTo>
                    <a:pt x="128" y="593"/>
                  </a:lnTo>
                  <a:lnTo>
                    <a:pt x="145" y="609"/>
                  </a:lnTo>
                  <a:lnTo>
                    <a:pt x="163" y="622"/>
                  </a:lnTo>
                  <a:lnTo>
                    <a:pt x="181" y="633"/>
                  </a:lnTo>
                  <a:lnTo>
                    <a:pt x="202" y="645"/>
                  </a:lnTo>
                  <a:lnTo>
                    <a:pt x="223" y="651"/>
                  </a:lnTo>
                  <a:lnTo>
                    <a:pt x="246" y="656"/>
                  </a:lnTo>
                  <a:lnTo>
                    <a:pt x="270" y="659"/>
                  </a:lnTo>
                  <a:lnTo>
                    <a:pt x="270" y="659"/>
                  </a:lnTo>
                  <a:lnTo>
                    <a:pt x="278" y="659"/>
                  </a:lnTo>
                  <a:lnTo>
                    <a:pt x="278" y="659"/>
                  </a:lnTo>
                  <a:lnTo>
                    <a:pt x="304" y="658"/>
                  </a:lnTo>
                  <a:lnTo>
                    <a:pt x="328" y="651"/>
                  </a:lnTo>
                  <a:lnTo>
                    <a:pt x="352" y="643"/>
                  </a:lnTo>
                  <a:lnTo>
                    <a:pt x="373" y="632"/>
                  </a:lnTo>
                  <a:lnTo>
                    <a:pt x="394" y="619"/>
                  </a:lnTo>
                  <a:lnTo>
                    <a:pt x="412" y="603"/>
                  </a:lnTo>
                  <a:lnTo>
                    <a:pt x="430" y="583"/>
                  </a:lnTo>
                  <a:lnTo>
                    <a:pt x="446" y="564"/>
                  </a:lnTo>
                  <a:lnTo>
                    <a:pt x="461" y="543"/>
                  </a:lnTo>
                  <a:lnTo>
                    <a:pt x="474" y="520"/>
                  </a:lnTo>
                  <a:lnTo>
                    <a:pt x="485" y="496"/>
                  </a:lnTo>
                  <a:lnTo>
                    <a:pt x="496" y="472"/>
                  </a:lnTo>
                  <a:lnTo>
                    <a:pt x="504" y="448"/>
                  </a:lnTo>
                  <a:lnTo>
                    <a:pt x="512" y="423"/>
                  </a:lnTo>
                  <a:lnTo>
                    <a:pt x="520" y="399"/>
                  </a:lnTo>
                  <a:lnTo>
                    <a:pt x="525" y="376"/>
                  </a:lnTo>
                  <a:lnTo>
                    <a:pt x="525" y="376"/>
                  </a:lnTo>
                  <a:lnTo>
                    <a:pt x="533" y="338"/>
                  </a:lnTo>
                  <a:lnTo>
                    <a:pt x="540" y="300"/>
                  </a:lnTo>
                  <a:lnTo>
                    <a:pt x="543" y="263"/>
                  </a:lnTo>
                  <a:lnTo>
                    <a:pt x="546" y="225"/>
                  </a:lnTo>
                  <a:lnTo>
                    <a:pt x="546" y="225"/>
                  </a:lnTo>
                  <a:lnTo>
                    <a:pt x="546" y="199"/>
                  </a:lnTo>
                  <a:lnTo>
                    <a:pt x="546" y="183"/>
                  </a:lnTo>
                  <a:lnTo>
                    <a:pt x="545" y="165"/>
                  </a:lnTo>
                  <a:lnTo>
                    <a:pt x="543" y="147"/>
                  </a:lnTo>
                  <a:lnTo>
                    <a:pt x="538" y="132"/>
                  </a:lnTo>
                  <a:lnTo>
                    <a:pt x="533" y="118"/>
                  </a:lnTo>
                  <a:lnTo>
                    <a:pt x="529" y="113"/>
                  </a:lnTo>
                  <a:lnTo>
                    <a:pt x="525" y="110"/>
                  </a:lnTo>
                  <a:lnTo>
                    <a:pt x="525" y="110"/>
                  </a:lnTo>
                  <a:close/>
                  <a:moveTo>
                    <a:pt x="503" y="220"/>
                  </a:moveTo>
                  <a:lnTo>
                    <a:pt x="503" y="223"/>
                  </a:lnTo>
                  <a:lnTo>
                    <a:pt x="503" y="223"/>
                  </a:lnTo>
                  <a:lnTo>
                    <a:pt x="501" y="258"/>
                  </a:lnTo>
                  <a:lnTo>
                    <a:pt x="496" y="294"/>
                  </a:lnTo>
                  <a:lnTo>
                    <a:pt x="491" y="331"/>
                  </a:lnTo>
                  <a:lnTo>
                    <a:pt x="483" y="367"/>
                  </a:lnTo>
                  <a:lnTo>
                    <a:pt x="483" y="367"/>
                  </a:lnTo>
                  <a:lnTo>
                    <a:pt x="477" y="394"/>
                  </a:lnTo>
                  <a:lnTo>
                    <a:pt x="465" y="430"/>
                  </a:lnTo>
                  <a:lnTo>
                    <a:pt x="457" y="451"/>
                  </a:lnTo>
                  <a:lnTo>
                    <a:pt x="449" y="472"/>
                  </a:lnTo>
                  <a:lnTo>
                    <a:pt x="440" y="493"/>
                  </a:lnTo>
                  <a:lnTo>
                    <a:pt x="428" y="514"/>
                  </a:lnTo>
                  <a:lnTo>
                    <a:pt x="415" y="533"/>
                  </a:lnTo>
                  <a:lnTo>
                    <a:pt x="401" y="553"/>
                  </a:lnTo>
                  <a:lnTo>
                    <a:pt x="385" y="570"/>
                  </a:lnTo>
                  <a:lnTo>
                    <a:pt x="367" y="585"/>
                  </a:lnTo>
                  <a:lnTo>
                    <a:pt x="347" y="598"/>
                  </a:lnTo>
                  <a:lnTo>
                    <a:pt x="325" y="608"/>
                  </a:lnTo>
                  <a:lnTo>
                    <a:pt x="314" y="611"/>
                  </a:lnTo>
                  <a:lnTo>
                    <a:pt x="302" y="614"/>
                  </a:lnTo>
                  <a:lnTo>
                    <a:pt x="289" y="616"/>
                  </a:lnTo>
                  <a:lnTo>
                    <a:pt x="278" y="616"/>
                  </a:lnTo>
                  <a:lnTo>
                    <a:pt x="278" y="616"/>
                  </a:lnTo>
                  <a:lnTo>
                    <a:pt x="272" y="616"/>
                  </a:lnTo>
                  <a:lnTo>
                    <a:pt x="272" y="616"/>
                  </a:lnTo>
                  <a:lnTo>
                    <a:pt x="252" y="614"/>
                  </a:lnTo>
                  <a:lnTo>
                    <a:pt x="233" y="609"/>
                  </a:lnTo>
                  <a:lnTo>
                    <a:pt x="217" y="603"/>
                  </a:lnTo>
                  <a:lnTo>
                    <a:pt x="200" y="595"/>
                  </a:lnTo>
                  <a:lnTo>
                    <a:pt x="184" y="585"/>
                  </a:lnTo>
                  <a:lnTo>
                    <a:pt x="170" y="572"/>
                  </a:lnTo>
                  <a:lnTo>
                    <a:pt x="155" y="559"/>
                  </a:lnTo>
                  <a:lnTo>
                    <a:pt x="142" y="545"/>
                  </a:lnTo>
                  <a:lnTo>
                    <a:pt x="131" y="528"/>
                  </a:lnTo>
                  <a:lnTo>
                    <a:pt x="120" y="512"/>
                  </a:lnTo>
                  <a:lnTo>
                    <a:pt x="110" y="494"/>
                  </a:lnTo>
                  <a:lnTo>
                    <a:pt x="100" y="477"/>
                  </a:lnTo>
                  <a:lnTo>
                    <a:pt x="92" y="457"/>
                  </a:lnTo>
                  <a:lnTo>
                    <a:pt x="86" y="439"/>
                  </a:lnTo>
                  <a:lnTo>
                    <a:pt x="73" y="401"/>
                  </a:lnTo>
                  <a:lnTo>
                    <a:pt x="73" y="401"/>
                  </a:lnTo>
                  <a:lnTo>
                    <a:pt x="63" y="355"/>
                  </a:lnTo>
                  <a:lnTo>
                    <a:pt x="55" y="312"/>
                  </a:lnTo>
                  <a:lnTo>
                    <a:pt x="48" y="271"/>
                  </a:lnTo>
                  <a:lnTo>
                    <a:pt x="45" y="234"/>
                  </a:lnTo>
                  <a:lnTo>
                    <a:pt x="44" y="200"/>
                  </a:lnTo>
                  <a:lnTo>
                    <a:pt x="44" y="173"/>
                  </a:lnTo>
                  <a:lnTo>
                    <a:pt x="45" y="152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55" y="136"/>
                  </a:lnTo>
                  <a:lnTo>
                    <a:pt x="66" y="134"/>
                  </a:lnTo>
                  <a:lnTo>
                    <a:pt x="66" y="134"/>
                  </a:lnTo>
                  <a:lnTo>
                    <a:pt x="79" y="134"/>
                  </a:lnTo>
                  <a:lnTo>
                    <a:pt x="79" y="134"/>
                  </a:lnTo>
                  <a:lnTo>
                    <a:pt x="95" y="136"/>
                  </a:lnTo>
                  <a:lnTo>
                    <a:pt x="95" y="136"/>
                  </a:lnTo>
                  <a:lnTo>
                    <a:pt x="115" y="134"/>
                  </a:lnTo>
                  <a:lnTo>
                    <a:pt x="126" y="132"/>
                  </a:lnTo>
                  <a:lnTo>
                    <a:pt x="137" y="129"/>
                  </a:lnTo>
                  <a:lnTo>
                    <a:pt x="137" y="129"/>
                  </a:lnTo>
                  <a:lnTo>
                    <a:pt x="150" y="124"/>
                  </a:lnTo>
                  <a:lnTo>
                    <a:pt x="163" y="119"/>
                  </a:lnTo>
                  <a:lnTo>
                    <a:pt x="175" y="111"/>
                  </a:lnTo>
                  <a:lnTo>
                    <a:pt x="184" y="105"/>
                  </a:lnTo>
                  <a:lnTo>
                    <a:pt x="202" y="87"/>
                  </a:lnTo>
                  <a:lnTo>
                    <a:pt x="217" y="71"/>
                  </a:lnTo>
                  <a:lnTo>
                    <a:pt x="217" y="71"/>
                  </a:lnTo>
                  <a:lnTo>
                    <a:pt x="228" y="60"/>
                  </a:lnTo>
                  <a:lnTo>
                    <a:pt x="228" y="60"/>
                  </a:lnTo>
                  <a:lnTo>
                    <a:pt x="236" y="52"/>
                  </a:lnTo>
                  <a:lnTo>
                    <a:pt x="244" y="47"/>
                  </a:lnTo>
                  <a:lnTo>
                    <a:pt x="254" y="44"/>
                  </a:lnTo>
                  <a:lnTo>
                    <a:pt x="263" y="42"/>
                  </a:lnTo>
                  <a:lnTo>
                    <a:pt x="263" y="42"/>
                  </a:lnTo>
                  <a:lnTo>
                    <a:pt x="272" y="44"/>
                  </a:lnTo>
                  <a:lnTo>
                    <a:pt x="280" y="45"/>
                  </a:lnTo>
                  <a:lnTo>
                    <a:pt x="294" y="50"/>
                  </a:lnTo>
                  <a:lnTo>
                    <a:pt x="307" y="60"/>
                  </a:lnTo>
                  <a:lnTo>
                    <a:pt x="320" y="73"/>
                  </a:lnTo>
                  <a:lnTo>
                    <a:pt x="326" y="79"/>
                  </a:lnTo>
                  <a:lnTo>
                    <a:pt x="326" y="79"/>
                  </a:lnTo>
                  <a:lnTo>
                    <a:pt x="343" y="98"/>
                  </a:lnTo>
                  <a:lnTo>
                    <a:pt x="352" y="107"/>
                  </a:lnTo>
                  <a:lnTo>
                    <a:pt x="362" y="116"/>
                  </a:lnTo>
                  <a:lnTo>
                    <a:pt x="375" y="123"/>
                  </a:lnTo>
                  <a:lnTo>
                    <a:pt x="388" y="129"/>
                  </a:lnTo>
                  <a:lnTo>
                    <a:pt x="402" y="134"/>
                  </a:lnTo>
                  <a:lnTo>
                    <a:pt x="420" y="137"/>
                  </a:lnTo>
                  <a:lnTo>
                    <a:pt x="420" y="137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59" y="139"/>
                  </a:lnTo>
                  <a:lnTo>
                    <a:pt x="459" y="139"/>
                  </a:lnTo>
                  <a:lnTo>
                    <a:pt x="474" y="137"/>
                  </a:lnTo>
                  <a:lnTo>
                    <a:pt x="474" y="137"/>
                  </a:lnTo>
                  <a:lnTo>
                    <a:pt x="488" y="139"/>
                  </a:lnTo>
                  <a:lnTo>
                    <a:pt x="496" y="142"/>
                  </a:lnTo>
                  <a:lnTo>
                    <a:pt x="496" y="142"/>
                  </a:lnTo>
                  <a:lnTo>
                    <a:pt x="499" y="149"/>
                  </a:lnTo>
                  <a:lnTo>
                    <a:pt x="501" y="163"/>
                  </a:lnTo>
                  <a:lnTo>
                    <a:pt x="503" y="186"/>
                  </a:lnTo>
                  <a:lnTo>
                    <a:pt x="503" y="220"/>
                  </a:lnTo>
                  <a:lnTo>
                    <a:pt x="503" y="2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9" name="Freeform 56"/>
            <p:cNvSpPr/>
            <p:nvPr/>
          </p:nvSpPr>
          <p:spPr bwMode="auto">
            <a:xfrm>
              <a:off x="838200" y="2986088"/>
              <a:ext cx="246062" cy="176213"/>
            </a:xfrm>
            <a:custGeom>
              <a:avLst/>
              <a:gdLst>
                <a:gd name="T0" fmla="*/ 160 w 310"/>
                <a:gd name="T1" fmla="*/ 209 h 222"/>
                <a:gd name="T2" fmla="*/ 160 w 310"/>
                <a:gd name="T3" fmla="*/ 209 h 222"/>
                <a:gd name="T4" fmla="*/ 154 w 310"/>
                <a:gd name="T5" fmla="*/ 215 h 222"/>
                <a:gd name="T6" fmla="*/ 147 w 310"/>
                <a:gd name="T7" fmla="*/ 218 h 222"/>
                <a:gd name="T8" fmla="*/ 141 w 310"/>
                <a:gd name="T9" fmla="*/ 222 h 222"/>
                <a:gd name="T10" fmla="*/ 133 w 310"/>
                <a:gd name="T11" fmla="*/ 222 h 222"/>
                <a:gd name="T12" fmla="*/ 124 w 310"/>
                <a:gd name="T13" fmla="*/ 222 h 222"/>
                <a:gd name="T14" fmla="*/ 118 w 310"/>
                <a:gd name="T15" fmla="*/ 218 h 222"/>
                <a:gd name="T16" fmla="*/ 110 w 310"/>
                <a:gd name="T17" fmla="*/ 214 h 222"/>
                <a:gd name="T18" fmla="*/ 103 w 310"/>
                <a:gd name="T19" fmla="*/ 209 h 222"/>
                <a:gd name="T20" fmla="*/ 10 w 310"/>
                <a:gd name="T21" fmla="*/ 134 h 222"/>
                <a:gd name="T22" fmla="*/ 10 w 310"/>
                <a:gd name="T23" fmla="*/ 134 h 222"/>
                <a:gd name="T24" fmla="*/ 3 w 310"/>
                <a:gd name="T25" fmla="*/ 130 h 222"/>
                <a:gd name="T26" fmla="*/ 0 w 310"/>
                <a:gd name="T27" fmla="*/ 122 h 222"/>
                <a:gd name="T28" fmla="*/ 0 w 310"/>
                <a:gd name="T29" fmla="*/ 113 h 222"/>
                <a:gd name="T30" fmla="*/ 2 w 310"/>
                <a:gd name="T31" fmla="*/ 105 h 222"/>
                <a:gd name="T32" fmla="*/ 2 w 310"/>
                <a:gd name="T33" fmla="*/ 105 h 222"/>
                <a:gd name="T34" fmla="*/ 8 w 310"/>
                <a:gd name="T35" fmla="*/ 99 h 222"/>
                <a:gd name="T36" fmla="*/ 15 w 310"/>
                <a:gd name="T37" fmla="*/ 96 h 222"/>
                <a:gd name="T38" fmla="*/ 23 w 310"/>
                <a:gd name="T39" fmla="*/ 94 h 222"/>
                <a:gd name="T40" fmla="*/ 31 w 310"/>
                <a:gd name="T41" fmla="*/ 97 h 222"/>
                <a:gd name="T42" fmla="*/ 131 w 310"/>
                <a:gd name="T43" fmla="*/ 180 h 222"/>
                <a:gd name="T44" fmla="*/ 273 w 310"/>
                <a:gd name="T45" fmla="*/ 7 h 222"/>
                <a:gd name="T46" fmla="*/ 273 w 310"/>
                <a:gd name="T47" fmla="*/ 7 h 222"/>
                <a:gd name="T48" fmla="*/ 280 w 310"/>
                <a:gd name="T49" fmla="*/ 2 h 222"/>
                <a:gd name="T50" fmla="*/ 288 w 310"/>
                <a:gd name="T51" fmla="*/ 0 h 222"/>
                <a:gd name="T52" fmla="*/ 296 w 310"/>
                <a:gd name="T53" fmla="*/ 2 h 222"/>
                <a:gd name="T54" fmla="*/ 304 w 310"/>
                <a:gd name="T55" fmla="*/ 7 h 222"/>
                <a:gd name="T56" fmla="*/ 304 w 310"/>
                <a:gd name="T57" fmla="*/ 7 h 222"/>
                <a:gd name="T58" fmla="*/ 309 w 310"/>
                <a:gd name="T59" fmla="*/ 15 h 222"/>
                <a:gd name="T60" fmla="*/ 310 w 310"/>
                <a:gd name="T61" fmla="*/ 23 h 222"/>
                <a:gd name="T62" fmla="*/ 309 w 310"/>
                <a:gd name="T63" fmla="*/ 31 h 222"/>
                <a:gd name="T64" fmla="*/ 304 w 310"/>
                <a:gd name="T65" fmla="*/ 37 h 222"/>
                <a:gd name="T66" fmla="*/ 160 w 310"/>
                <a:gd name="T67" fmla="*/ 209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10" h="222">
                  <a:moveTo>
                    <a:pt x="160" y="209"/>
                  </a:moveTo>
                  <a:lnTo>
                    <a:pt x="160" y="209"/>
                  </a:lnTo>
                  <a:lnTo>
                    <a:pt x="154" y="215"/>
                  </a:lnTo>
                  <a:lnTo>
                    <a:pt x="147" y="218"/>
                  </a:lnTo>
                  <a:lnTo>
                    <a:pt x="141" y="222"/>
                  </a:lnTo>
                  <a:lnTo>
                    <a:pt x="133" y="222"/>
                  </a:lnTo>
                  <a:lnTo>
                    <a:pt x="124" y="222"/>
                  </a:lnTo>
                  <a:lnTo>
                    <a:pt x="118" y="218"/>
                  </a:lnTo>
                  <a:lnTo>
                    <a:pt x="110" y="214"/>
                  </a:lnTo>
                  <a:lnTo>
                    <a:pt x="103" y="209"/>
                  </a:lnTo>
                  <a:lnTo>
                    <a:pt x="10" y="134"/>
                  </a:lnTo>
                  <a:lnTo>
                    <a:pt x="10" y="134"/>
                  </a:lnTo>
                  <a:lnTo>
                    <a:pt x="3" y="130"/>
                  </a:lnTo>
                  <a:lnTo>
                    <a:pt x="0" y="122"/>
                  </a:lnTo>
                  <a:lnTo>
                    <a:pt x="0" y="113"/>
                  </a:lnTo>
                  <a:lnTo>
                    <a:pt x="2" y="105"/>
                  </a:lnTo>
                  <a:lnTo>
                    <a:pt x="2" y="105"/>
                  </a:lnTo>
                  <a:lnTo>
                    <a:pt x="8" y="99"/>
                  </a:lnTo>
                  <a:lnTo>
                    <a:pt x="15" y="96"/>
                  </a:lnTo>
                  <a:lnTo>
                    <a:pt x="23" y="94"/>
                  </a:lnTo>
                  <a:lnTo>
                    <a:pt x="31" y="97"/>
                  </a:lnTo>
                  <a:lnTo>
                    <a:pt x="131" y="180"/>
                  </a:lnTo>
                  <a:lnTo>
                    <a:pt x="273" y="7"/>
                  </a:lnTo>
                  <a:lnTo>
                    <a:pt x="273" y="7"/>
                  </a:lnTo>
                  <a:lnTo>
                    <a:pt x="280" y="2"/>
                  </a:lnTo>
                  <a:lnTo>
                    <a:pt x="288" y="0"/>
                  </a:lnTo>
                  <a:lnTo>
                    <a:pt x="296" y="2"/>
                  </a:lnTo>
                  <a:lnTo>
                    <a:pt x="304" y="7"/>
                  </a:lnTo>
                  <a:lnTo>
                    <a:pt x="304" y="7"/>
                  </a:lnTo>
                  <a:lnTo>
                    <a:pt x="309" y="15"/>
                  </a:lnTo>
                  <a:lnTo>
                    <a:pt x="310" y="23"/>
                  </a:lnTo>
                  <a:lnTo>
                    <a:pt x="309" y="31"/>
                  </a:lnTo>
                  <a:lnTo>
                    <a:pt x="304" y="37"/>
                  </a:lnTo>
                  <a:lnTo>
                    <a:pt x="160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239318" y="3650951"/>
            <a:ext cx="313971" cy="269118"/>
            <a:chOff x="3289300" y="2847975"/>
            <a:chExt cx="522287" cy="447675"/>
          </a:xfrm>
          <a:solidFill>
            <a:schemeClr val="bg1"/>
          </a:solidFill>
        </p:grpSpPr>
        <p:sp>
          <p:nvSpPr>
            <p:cNvPr id="41" name="Freeform 64"/>
            <p:cNvSpPr>
              <a:spLocks noEditPoints="1"/>
            </p:cNvSpPr>
            <p:nvPr/>
          </p:nvSpPr>
          <p:spPr bwMode="auto">
            <a:xfrm>
              <a:off x="3289300" y="2847975"/>
              <a:ext cx="522287" cy="447675"/>
            </a:xfrm>
            <a:custGeom>
              <a:avLst/>
              <a:gdLst>
                <a:gd name="T0" fmla="*/ 646 w 657"/>
                <a:gd name="T1" fmla="*/ 50 h 564"/>
                <a:gd name="T2" fmla="*/ 632 w 657"/>
                <a:gd name="T3" fmla="*/ 47 h 564"/>
                <a:gd name="T4" fmla="*/ 619 w 657"/>
                <a:gd name="T5" fmla="*/ 53 h 564"/>
                <a:gd name="T6" fmla="*/ 347 w 657"/>
                <a:gd name="T7" fmla="*/ 9 h 564"/>
                <a:gd name="T8" fmla="*/ 344 w 657"/>
                <a:gd name="T9" fmla="*/ 5 h 564"/>
                <a:gd name="T10" fmla="*/ 334 w 657"/>
                <a:gd name="T11" fmla="*/ 1 h 564"/>
                <a:gd name="T12" fmla="*/ 323 w 657"/>
                <a:gd name="T13" fmla="*/ 1 h 564"/>
                <a:gd name="T14" fmla="*/ 313 w 657"/>
                <a:gd name="T15" fmla="*/ 5 h 564"/>
                <a:gd name="T16" fmla="*/ 184 w 657"/>
                <a:gd name="T17" fmla="*/ 178 h 564"/>
                <a:gd name="T18" fmla="*/ 38 w 657"/>
                <a:gd name="T19" fmla="*/ 53 h 564"/>
                <a:gd name="T20" fmla="*/ 25 w 657"/>
                <a:gd name="T21" fmla="*/ 48 h 564"/>
                <a:gd name="T22" fmla="*/ 11 w 657"/>
                <a:gd name="T23" fmla="*/ 50 h 564"/>
                <a:gd name="T24" fmla="*/ 4 w 657"/>
                <a:gd name="T25" fmla="*/ 55 h 564"/>
                <a:gd name="T26" fmla="*/ 0 w 657"/>
                <a:gd name="T27" fmla="*/ 68 h 564"/>
                <a:gd name="T28" fmla="*/ 87 w 657"/>
                <a:gd name="T29" fmla="*/ 507 h 564"/>
                <a:gd name="T30" fmla="*/ 90 w 657"/>
                <a:gd name="T31" fmla="*/ 520 h 564"/>
                <a:gd name="T32" fmla="*/ 103 w 657"/>
                <a:gd name="T33" fmla="*/ 540 h 564"/>
                <a:gd name="T34" fmla="*/ 121 w 657"/>
                <a:gd name="T35" fmla="*/ 556 h 564"/>
                <a:gd name="T36" fmla="*/ 143 w 657"/>
                <a:gd name="T37" fmla="*/ 564 h 564"/>
                <a:gd name="T38" fmla="*/ 502 w 657"/>
                <a:gd name="T39" fmla="*/ 564 h 564"/>
                <a:gd name="T40" fmla="*/ 514 w 657"/>
                <a:gd name="T41" fmla="*/ 564 h 564"/>
                <a:gd name="T42" fmla="*/ 536 w 657"/>
                <a:gd name="T43" fmla="*/ 556 h 564"/>
                <a:gd name="T44" fmla="*/ 556 w 657"/>
                <a:gd name="T45" fmla="*/ 540 h 564"/>
                <a:gd name="T46" fmla="*/ 567 w 657"/>
                <a:gd name="T47" fmla="*/ 520 h 564"/>
                <a:gd name="T48" fmla="*/ 657 w 657"/>
                <a:gd name="T49" fmla="*/ 76 h 564"/>
                <a:gd name="T50" fmla="*/ 657 w 657"/>
                <a:gd name="T51" fmla="*/ 68 h 564"/>
                <a:gd name="T52" fmla="*/ 651 w 657"/>
                <a:gd name="T53" fmla="*/ 55 h 564"/>
                <a:gd name="T54" fmla="*/ 646 w 657"/>
                <a:gd name="T55" fmla="*/ 50 h 564"/>
                <a:gd name="T56" fmla="*/ 525 w 657"/>
                <a:gd name="T57" fmla="*/ 499 h 564"/>
                <a:gd name="T58" fmla="*/ 517 w 657"/>
                <a:gd name="T59" fmla="*/ 512 h 564"/>
                <a:gd name="T60" fmla="*/ 502 w 657"/>
                <a:gd name="T61" fmla="*/ 517 h 564"/>
                <a:gd name="T62" fmla="*/ 156 w 657"/>
                <a:gd name="T63" fmla="*/ 517 h 564"/>
                <a:gd name="T64" fmla="*/ 140 w 657"/>
                <a:gd name="T65" fmla="*/ 512 h 564"/>
                <a:gd name="T66" fmla="*/ 132 w 657"/>
                <a:gd name="T67" fmla="*/ 499 h 564"/>
                <a:gd name="T68" fmla="*/ 173 w 657"/>
                <a:gd name="T69" fmla="*/ 229 h 564"/>
                <a:gd name="T70" fmla="*/ 176 w 657"/>
                <a:gd name="T71" fmla="*/ 232 h 564"/>
                <a:gd name="T72" fmla="*/ 186 w 657"/>
                <a:gd name="T73" fmla="*/ 236 h 564"/>
                <a:gd name="T74" fmla="*/ 190 w 657"/>
                <a:gd name="T75" fmla="*/ 236 h 564"/>
                <a:gd name="T76" fmla="*/ 207 w 657"/>
                <a:gd name="T77" fmla="*/ 226 h 564"/>
                <a:gd name="T78" fmla="*/ 451 w 657"/>
                <a:gd name="T79" fmla="*/ 226 h 564"/>
                <a:gd name="T80" fmla="*/ 454 w 657"/>
                <a:gd name="T81" fmla="*/ 229 h 564"/>
                <a:gd name="T82" fmla="*/ 467 w 657"/>
                <a:gd name="T83" fmla="*/ 236 h 564"/>
                <a:gd name="T84" fmla="*/ 476 w 657"/>
                <a:gd name="T85" fmla="*/ 234 h 564"/>
                <a:gd name="T86" fmla="*/ 485 w 657"/>
                <a:gd name="T87" fmla="*/ 229 h 564"/>
                <a:gd name="T88" fmla="*/ 525 w 657"/>
                <a:gd name="T89" fmla="*/ 499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7" h="564">
                  <a:moveTo>
                    <a:pt x="646" y="50"/>
                  </a:moveTo>
                  <a:lnTo>
                    <a:pt x="646" y="50"/>
                  </a:lnTo>
                  <a:lnTo>
                    <a:pt x="640" y="48"/>
                  </a:lnTo>
                  <a:lnTo>
                    <a:pt x="632" y="47"/>
                  </a:lnTo>
                  <a:lnTo>
                    <a:pt x="625" y="48"/>
                  </a:lnTo>
                  <a:lnTo>
                    <a:pt x="619" y="53"/>
                  </a:lnTo>
                  <a:lnTo>
                    <a:pt x="473" y="178"/>
                  </a:lnTo>
                  <a:lnTo>
                    <a:pt x="347" y="9"/>
                  </a:lnTo>
                  <a:lnTo>
                    <a:pt x="347" y="9"/>
                  </a:lnTo>
                  <a:lnTo>
                    <a:pt x="344" y="5"/>
                  </a:lnTo>
                  <a:lnTo>
                    <a:pt x="339" y="3"/>
                  </a:lnTo>
                  <a:lnTo>
                    <a:pt x="334" y="1"/>
                  </a:lnTo>
                  <a:lnTo>
                    <a:pt x="329" y="0"/>
                  </a:lnTo>
                  <a:lnTo>
                    <a:pt x="323" y="1"/>
                  </a:lnTo>
                  <a:lnTo>
                    <a:pt x="318" y="3"/>
                  </a:lnTo>
                  <a:lnTo>
                    <a:pt x="313" y="5"/>
                  </a:lnTo>
                  <a:lnTo>
                    <a:pt x="310" y="9"/>
                  </a:lnTo>
                  <a:lnTo>
                    <a:pt x="184" y="178"/>
                  </a:lnTo>
                  <a:lnTo>
                    <a:pt x="38" y="53"/>
                  </a:lnTo>
                  <a:lnTo>
                    <a:pt x="38" y="53"/>
                  </a:lnTo>
                  <a:lnTo>
                    <a:pt x="32" y="50"/>
                  </a:lnTo>
                  <a:lnTo>
                    <a:pt x="25" y="48"/>
                  </a:lnTo>
                  <a:lnTo>
                    <a:pt x="17" y="48"/>
                  </a:lnTo>
                  <a:lnTo>
                    <a:pt x="11" y="50"/>
                  </a:lnTo>
                  <a:lnTo>
                    <a:pt x="11" y="50"/>
                  </a:lnTo>
                  <a:lnTo>
                    <a:pt x="4" y="55"/>
                  </a:lnTo>
                  <a:lnTo>
                    <a:pt x="1" y="61"/>
                  </a:lnTo>
                  <a:lnTo>
                    <a:pt x="0" y="68"/>
                  </a:lnTo>
                  <a:lnTo>
                    <a:pt x="0" y="76"/>
                  </a:lnTo>
                  <a:lnTo>
                    <a:pt x="87" y="507"/>
                  </a:lnTo>
                  <a:lnTo>
                    <a:pt x="87" y="507"/>
                  </a:lnTo>
                  <a:lnTo>
                    <a:pt x="90" y="520"/>
                  </a:lnTo>
                  <a:lnTo>
                    <a:pt x="95" y="530"/>
                  </a:lnTo>
                  <a:lnTo>
                    <a:pt x="103" y="540"/>
                  </a:lnTo>
                  <a:lnTo>
                    <a:pt x="111" y="548"/>
                  </a:lnTo>
                  <a:lnTo>
                    <a:pt x="121" y="556"/>
                  </a:lnTo>
                  <a:lnTo>
                    <a:pt x="132" y="561"/>
                  </a:lnTo>
                  <a:lnTo>
                    <a:pt x="143" y="564"/>
                  </a:lnTo>
                  <a:lnTo>
                    <a:pt x="156" y="564"/>
                  </a:lnTo>
                  <a:lnTo>
                    <a:pt x="502" y="564"/>
                  </a:lnTo>
                  <a:lnTo>
                    <a:pt x="502" y="564"/>
                  </a:lnTo>
                  <a:lnTo>
                    <a:pt x="514" y="564"/>
                  </a:lnTo>
                  <a:lnTo>
                    <a:pt x="527" y="561"/>
                  </a:lnTo>
                  <a:lnTo>
                    <a:pt x="536" y="556"/>
                  </a:lnTo>
                  <a:lnTo>
                    <a:pt x="546" y="548"/>
                  </a:lnTo>
                  <a:lnTo>
                    <a:pt x="556" y="540"/>
                  </a:lnTo>
                  <a:lnTo>
                    <a:pt x="562" y="530"/>
                  </a:lnTo>
                  <a:lnTo>
                    <a:pt x="567" y="520"/>
                  </a:lnTo>
                  <a:lnTo>
                    <a:pt x="572" y="507"/>
                  </a:lnTo>
                  <a:lnTo>
                    <a:pt x="657" y="76"/>
                  </a:lnTo>
                  <a:lnTo>
                    <a:pt x="657" y="76"/>
                  </a:lnTo>
                  <a:lnTo>
                    <a:pt x="657" y="68"/>
                  </a:lnTo>
                  <a:lnTo>
                    <a:pt x="656" y="61"/>
                  </a:lnTo>
                  <a:lnTo>
                    <a:pt x="651" y="55"/>
                  </a:lnTo>
                  <a:lnTo>
                    <a:pt x="646" y="50"/>
                  </a:lnTo>
                  <a:lnTo>
                    <a:pt x="646" y="50"/>
                  </a:lnTo>
                  <a:close/>
                  <a:moveTo>
                    <a:pt x="525" y="499"/>
                  </a:moveTo>
                  <a:lnTo>
                    <a:pt x="525" y="499"/>
                  </a:lnTo>
                  <a:lnTo>
                    <a:pt x="522" y="506"/>
                  </a:lnTo>
                  <a:lnTo>
                    <a:pt x="517" y="512"/>
                  </a:lnTo>
                  <a:lnTo>
                    <a:pt x="510" y="515"/>
                  </a:lnTo>
                  <a:lnTo>
                    <a:pt x="502" y="517"/>
                  </a:lnTo>
                  <a:lnTo>
                    <a:pt x="156" y="517"/>
                  </a:lnTo>
                  <a:lnTo>
                    <a:pt x="156" y="517"/>
                  </a:lnTo>
                  <a:lnTo>
                    <a:pt x="148" y="515"/>
                  </a:lnTo>
                  <a:lnTo>
                    <a:pt x="140" y="512"/>
                  </a:lnTo>
                  <a:lnTo>
                    <a:pt x="135" y="506"/>
                  </a:lnTo>
                  <a:lnTo>
                    <a:pt x="132" y="499"/>
                  </a:lnTo>
                  <a:lnTo>
                    <a:pt x="59" y="132"/>
                  </a:lnTo>
                  <a:lnTo>
                    <a:pt x="173" y="229"/>
                  </a:lnTo>
                  <a:lnTo>
                    <a:pt x="173" y="229"/>
                  </a:lnTo>
                  <a:lnTo>
                    <a:pt x="176" y="232"/>
                  </a:lnTo>
                  <a:lnTo>
                    <a:pt x="181" y="234"/>
                  </a:lnTo>
                  <a:lnTo>
                    <a:pt x="186" y="236"/>
                  </a:lnTo>
                  <a:lnTo>
                    <a:pt x="190" y="236"/>
                  </a:lnTo>
                  <a:lnTo>
                    <a:pt x="190" y="236"/>
                  </a:lnTo>
                  <a:lnTo>
                    <a:pt x="200" y="231"/>
                  </a:lnTo>
                  <a:lnTo>
                    <a:pt x="207" y="226"/>
                  </a:lnTo>
                  <a:lnTo>
                    <a:pt x="329" y="63"/>
                  </a:lnTo>
                  <a:lnTo>
                    <a:pt x="451" y="226"/>
                  </a:lnTo>
                  <a:lnTo>
                    <a:pt x="451" y="226"/>
                  </a:lnTo>
                  <a:lnTo>
                    <a:pt x="454" y="229"/>
                  </a:lnTo>
                  <a:lnTo>
                    <a:pt x="459" y="232"/>
                  </a:lnTo>
                  <a:lnTo>
                    <a:pt x="467" y="236"/>
                  </a:lnTo>
                  <a:lnTo>
                    <a:pt x="467" y="236"/>
                  </a:lnTo>
                  <a:lnTo>
                    <a:pt x="476" y="234"/>
                  </a:lnTo>
                  <a:lnTo>
                    <a:pt x="481" y="232"/>
                  </a:lnTo>
                  <a:lnTo>
                    <a:pt x="485" y="229"/>
                  </a:lnTo>
                  <a:lnTo>
                    <a:pt x="598" y="132"/>
                  </a:lnTo>
                  <a:lnTo>
                    <a:pt x="525" y="4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2" name="Freeform 65"/>
            <p:cNvSpPr/>
            <p:nvPr/>
          </p:nvSpPr>
          <p:spPr bwMode="auto">
            <a:xfrm>
              <a:off x="3476625" y="3071813"/>
              <a:ext cx="149225" cy="131763"/>
            </a:xfrm>
            <a:custGeom>
              <a:avLst/>
              <a:gdLst>
                <a:gd name="T0" fmla="*/ 93 w 187"/>
                <a:gd name="T1" fmla="*/ 164 h 164"/>
                <a:gd name="T2" fmla="*/ 93 w 187"/>
                <a:gd name="T3" fmla="*/ 164 h 164"/>
                <a:gd name="T4" fmla="*/ 87 w 187"/>
                <a:gd name="T5" fmla="*/ 163 h 164"/>
                <a:gd name="T6" fmla="*/ 80 w 187"/>
                <a:gd name="T7" fmla="*/ 161 h 164"/>
                <a:gd name="T8" fmla="*/ 76 w 187"/>
                <a:gd name="T9" fmla="*/ 156 h 164"/>
                <a:gd name="T10" fmla="*/ 72 w 187"/>
                <a:gd name="T11" fmla="*/ 152 h 164"/>
                <a:gd name="T12" fmla="*/ 3 w 187"/>
                <a:gd name="T13" fmla="*/ 34 h 164"/>
                <a:gd name="T14" fmla="*/ 3 w 187"/>
                <a:gd name="T15" fmla="*/ 34 h 164"/>
                <a:gd name="T16" fmla="*/ 0 w 187"/>
                <a:gd name="T17" fmla="*/ 30 h 164"/>
                <a:gd name="T18" fmla="*/ 0 w 187"/>
                <a:gd name="T19" fmla="*/ 25 h 164"/>
                <a:gd name="T20" fmla="*/ 0 w 187"/>
                <a:gd name="T21" fmla="*/ 17 h 164"/>
                <a:gd name="T22" fmla="*/ 3 w 187"/>
                <a:gd name="T23" fmla="*/ 9 h 164"/>
                <a:gd name="T24" fmla="*/ 6 w 187"/>
                <a:gd name="T25" fmla="*/ 4 h 164"/>
                <a:gd name="T26" fmla="*/ 11 w 187"/>
                <a:gd name="T27" fmla="*/ 3 h 164"/>
                <a:gd name="T28" fmla="*/ 11 w 187"/>
                <a:gd name="T29" fmla="*/ 3 h 164"/>
                <a:gd name="T30" fmla="*/ 14 w 187"/>
                <a:gd name="T31" fmla="*/ 0 h 164"/>
                <a:gd name="T32" fmla="*/ 19 w 187"/>
                <a:gd name="T33" fmla="*/ 0 h 164"/>
                <a:gd name="T34" fmla="*/ 29 w 187"/>
                <a:gd name="T35" fmla="*/ 0 h 164"/>
                <a:gd name="T36" fmla="*/ 37 w 187"/>
                <a:gd name="T37" fmla="*/ 3 h 164"/>
                <a:gd name="T38" fmla="*/ 40 w 187"/>
                <a:gd name="T39" fmla="*/ 6 h 164"/>
                <a:gd name="T40" fmla="*/ 42 w 187"/>
                <a:gd name="T41" fmla="*/ 11 h 164"/>
                <a:gd name="T42" fmla="*/ 93 w 187"/>
                <a:gd name="T43" fmla="*/ 95 h 164"/>
                <a:gd name="T44" fmla="*/ 143 w 187"/>
                <a:gd name="T45" fmla="*/ 11 h 164"/>
                <a:gd name="T46" fmla="*/ 143 w 187"/>
                <a:gd name="T47" fmla="*/ 11 h 164"/>
                <a:gd name="T48" fmla="*/ 150 w 187"/>
                <a:gd name="T49" fmla="*/ 4 h 164"/>
                <a:gd name="T50" fmla="*/ 158 w 187"/>
                <a:gd name="T51" fmla="*/ 0 h 164"/>
                <a:gd name="T52" fmla="*/ 166 w 187"/>
                <a:gd name="T53" fmla="*/ 0 h 164"/>
                <a:gd name="T54" fmla="*/ 171 w 187"/>
                <a:gd name="T55" fmla="*/ 1 h 164"/>
                <a:gd name="T56" fmla="*/ 176 w 187"/>
                <a:gd name="T57" fmla="*/ 3 h 164"/>
                <a:gd name="T58" fmla="*/ 176 w 187"/>
                <a:gd name="T59" fmla="*/ 3 h 164"/>
                <a:gd name="T60" fmla="*/ 182 w 187"/>
                <a:gd name="T61" fmla="*/ 9 h 164"/>
                <a:gd name="T62" fmla="*/ 185 w 187"/>
                <a:gd name="T63" fmla="*/ 17 h 164"/>
                <a:gd name="T64" fmla="*/ 187 w 187"/>
                <a:gd name="T65" fmla="*/ 25 h 164"/>
                <a:gd name="T66" fmla="*/ 185 w 187"/>
                <a:gd name="T67" fmla="*/ 30 h 164"/>
                <a:gd name="T68" fmla="*/ 184 w 187"/>
                <a:gd name="T69" fmla="*/ 34 h 164"/>
                <a:gd name="T70" fmla="*/ 113 w 187"/>
                <a:gd name="T71" fmla="*/ 152 h 164"/>
                <a:gd name="T72" fmla="*/ 113 w 187"/>
                <a:gd name="T73" fmla="*/ 152 h 164"/>
                <a:gd name="T74" fmla="*/ 110 w 187"/>
                <a:gd name="T75" fmla="*/ 156 h 164"/>
                <a:gd name="T76" fmla="*/ 105 w 187"/>
                <a:gd name="T77" fmla="*/ 161 h 164"/>
                <a:gd name="T78" fmla="*/ 98 w 187"/>
                <a:gd name="T79" fmla="*/ 163 h 164"/>
                <a:gd name="T80" fmla="*/ 93 w 187"/>
                <a:gd name="T81" fmla="*/ 164 h 164"/>
                <a:gd name="T82" fmla="*/ 93 w 187"/>
                <a:gd name="T8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7" h="164">
                  <a:moveTo>
                    <a:pt x="93" y="164"/>
                  </a:moveTo>
                  <a:lnTo>
                    <a:pt x="93" y="164"/>
                  </a:lnTo>
                  <a:lnTo>
                    <a:pt x="87" y="163"/>
                  </a:lnTo>
                  <a:lnTo>
                    <a:pt x="80" y="161"/>
                  </a:lnTo>
                  <a:lnTo>
                    <a:pt x="76" y="156"/>
                  </a:lnTo>
                  <a:lnTo>
                    <a:pt x="72" y="152"/>
                  </a:lnTo>
                  <a:lnTo>
                    <a:pt x="3" y="34"/>
                  </a:lnTo>
                  <a:lnTo>
                    <a:pt x="3" y="34"/>
                  </a:lnTo>
                  <a:lnTo>
                    <a:pt x="0" y="30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3" y="9"/>
                  </a:lnTo>
                  <a:lnTo>
                    <a:pt x="6" y="4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9" y="0"/>
                  </a:lnTo>
                  <a:lnTo>
                    <a:pt x="37" y="3"/>
                  </a:lnTo>
                  <a:lnTo>
                    <a:pt x="40" y="6"/>
                  </a:lnTo>
                  <a:lnTo>
                    <a:pt x="42" y="11"/>
                  </a:lnTo>
                  <a:lnTo>
                    <a:pt x="93" y="95"/>
                  </a:lnTo>
                  <a:lnTo>
                    <a:pt x="143" y="11"/>
                  </a:lnTo>
                  <a:lnTo>
                    <a:pt x="143" y="11"/>
                  </a:lnTo>
                  <a:lnTo>
                    <a:pt x="150" y="4"/>
                  </a:lnTo>
                  <a:lnTo>
                    <a:pt x="158" y="0"/>
                  </a:lnTo>
                  <a:lnTo>
                    <a:pt x="166" y="0"/>
                  </a:lnTo>
                  <a:lnTo>
                    <a:pt x="171" y="1"/>
                  </a:lnTo>
                  <a:lnTo>
                    <a:pt x="176" y="3"/>
                  </a:lnTo>
                  <a:lnTo>
                    <a:pt x="176" y="3"/>
                  </a:lnTo>
                  <a:lnTo>
                    <a:pt x="182" y="9"/>
                  </a:lnTo>
                  <a:lnTo>
                    <a:pt x="185" y="17"/>
                  </a:lnTo>
                  <a:lnTo>
                    <a:pt x="187" y="25"/>
                  </a:lnTo>
                  <a:lnTo>
                    <a:pt x="185" y="30"/>
                  </a:lnTo>
                  <a:lnTo>
                    <a:pt x="184" y="34"/>
                  </a:lnTo>
                  <a:lnTo>
                    <a:pt x="113" y="152"/>
                  </a:lnTo>
                  <a:lnTo>
                    <a:pt x="113" y="152"/>
                  </a:lnTo>
                  <a:lnTo>
                    <a:pt x="110" y="156"/>
                  </a:lnTo>
                  <a:lnTo>
                    <a:pt x="105" y="161"/>
                  </a:lnTo>
                  <a:lnTo>
                    <a:pt x="98" y="163"/>
                  </a:lnTo>
                  <a:lnTo>
                    <a:pt x="93" y="164"/>
                  </a:lnTo>
                  <a:lnTo>
                    <a:pt x="93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583533" y="4810034"/>
            <a:ext cx="271300" cy="321456"/>
            <a:chOff x="4071937" y="3146426"/>
            <a:chExt cx="377825" cy="447675"/>
          </a:xfrm>
          <a:solidFill>
            <a:schemeClr val="bg1"/>
          </a:solidFill>
        </p:grpSpPr>
        <p:sp>
          <p:nvSpPr>
            <p:cNvPr id="44" name="Freeform 36"/>
            <p:cNvSpPr>
              <a:spLocks noEditPoints="1"/>
            </p:cNvSpPr>
            <p:nvPr/>
          </p:nvSpPr>
          <p:spPr bwMode="auto">
            <a:xfrm>
              <a:off x="4071937" y="3181351"/>
              <a:ext cx="377825" cy="412750"/>
            </a:xfrm>
            <a:custGeom>
              <a:avLst/>
              <a:gdLst>
                <a:gd name="T0" fmla="*/ 44 w 477"/>
                <a:gd name="T1" fmla="*/ 520 h 520"/>
                <a:gd name="T2" fmla="*/ 34 w 477"/>
                <a:gd name="T3" fmla="*/ 520 h 520"/>
                <a:gd name="T4" fmla="*/ 20 w 477"/>
                <a:gd name="T5" fmla="*/ 514 h 520"/>
                <a:gd name="T6" fmla="*/ 7 w 477"/>
                <a:gd name="T7" fmla="*/ 501 h 520"/>
                <a:gd name="T8" fmla="*/ 0 w 477"/>
                <a:gd name="T9" fmla="*/ 486 h 520"/>
                <a:gd name="T10" fmla="*/ 0 w 477"/>
                <a:gd name="T11" fmla="*/ 43 h 520"/>
                <a:gd name="T12" fmla="*/ 0 w 477"/>
                <a:gd name="T13" fmla="*/ 34 h 520"/>
                <a:gd name="T14" fmla="*/ 7 w 477"/>
                <a:gd name="T15" fmla="*/ 19 h 520"/>
                <a:gd name="T16" fmla="*/ 20 w 477"/>
                <a:gd name="T17" fmla="*/ 6 h 520"/>
                <a:gd name="T18" fmla="*/ 34 w 477"/>
                <a:gd name="T19" fmla="*/ 0 h 520"/>
                <a:gd name="T20" fmla="*/ 120 w 477"/>
                <a:gd name="T21" fmla="*/ 0 h 520"/>
                <a:gd name="T22" fmla="*/ 128 w 477"/>
                <a:gd name="T23" fmla="*/ 1 h 520"/>
                <a:gd name="T24" fmla="*/ 139 w 477"/>
                <a:gd name="T25" fmla="*/ 13 h 520"/>
                <a:gd name="T26" fmla="*/ 141 w 477"/>
                <a:gd name="T27" fmla="*/ 21 h 520"/>
                <a:gd name="T28" fmla="*/ 134 w 477"/>
                <a:gd name="T29" fmla="*/ 37 h 520"/>
                <a:gd name="T30" fmla="*/ 120 w 477"/>
                <a:gd name="T31" fmla="*/ 43 h 520"/>
                <a:gd name="T32" fmla="*/ 44 w 477"/>
                <a:gd name="T33" fmla="*/ 477 h 520"/>
                <a:gd name="T34" fmla="*/ 433 w 477"/>
                <a:gd name="T35" fmla="*/ 43 h 520"/>
                <a:gd name="T36" fmla="*/ 364 w 477"/>
                <a:gd name="T37" fmla="*/ 43 h 520"/>
                <a:gd name="T38" fmla="*/ 348 w 477"/>
                <a:gd name="T39" fmla="*/ 37 h 520"/>
                <a:gd name="T40" fmla="*/ 341 w 477"/>
                <a:gd name="T41" fmla="*/ 21 h 520"/>
                <a:gd name="T42" fmla="*/ 343 w 477"/>
                <a:gd name="T43" fmla="*/ 13 h 520"/>
                <a:gd name="T44" fmla="*/ 356 w 477"/>
                <a:gd name="T45" fmla="*/ 1 h 520"/>
                <a:gd name="T46" fmla="*/ 433 w 477"/>
                <a:gd name="T47" fmla="*/ 0 h 520"/>
                <a:gd name="T48" fmla="*/ 443 w 477"/>
                <a:gd name="T49" fmla="*/ 0 h 520"/>
                <a:gd name="T50" fmla="*/ 458 w 477"/>
                <a:gd name="T51" fmla="*/ 6 h 520"/>
                <a:gd name="T52" fmla="*/ 470 w 477"/>
                <a:gd name="T53" fmla="*/ 19 h 520"/>
                <a:gd name="T54" fmla="*/ 477 w 477"/>
                <a:gd name="T55" fmla="*/ 34 h 520"/>
                <a:gd name="T56" fmla="*/ 477 w 477"/>
                <a:gd name="T57" fmla="*/ 477 h 520"/>
                <a:gd name="T58" fmla="*/ 477 w 477"/>
                <a:gd name="T59" fmla="*/ 486 h 520"/>
                <a:gd name="T60" fmla="*/ 470 w 477"/>
                <a:gd name="T61" fmla="*/ 501 h 520"/>
                <a:gd name="T62" fmla="*/ 458 w 477"/>
                <a:gd name="T63" fmla="*/ 514 h 520"/>
                <a:gd name="T64" fmla="*/ 443 w 477"/>
                <a:gd name="T65" fmla="*/ 520 h 520"/>
                <a:gd name="T66" fmla="*/ 433 w 477"/>
                <a:gd name="T67" fmla="*/ 520 h 520"/>
                <a:gd name="T68" fmla="*/ 433 w 477"/>
                <a:gd name="T69" fmla="*/ 52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7" h="520">
                  <a:moveTo>
                    <a:pt x="433" y="520"/>
                  </a:moveTo>
                  <a:lnTo>
                    <a:pt x="44" y="520"/>
                  </a:lnTo>
                  <a:lnTo>
                    <a:pt x="44" y="520"/>
                  </a:lnTo>
                  <a:lnTo>
                    <a:pt x="34" y="520"/>
                  </a:lnTo>
                  <a:lnTo>
                    <a:pt x="26" y="517"/>
                  </a:lnTo>
                  <a:lnTo>
                    <a:pt x="20" y="514"/>
                  </a:lnTo>
                  <a:lnTo>
                    <a:pt x="13" y="507"/>
                  </a:lnTo>
                  <a:lnTo>
                    <a:pt x="7" y="501"/>
                  </a:lnTo>
                  <a:lnTo>
                    <a:pt x="3" y="494"/>
                  </a:lnTo>
                  <a:lnTo>
                    <a:pt x="0" y="486"/>
                  </a:lnTo>
                  <a:lnTo>
                    <a:pt x="0" y="477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4"/>
                  </a:lnTo>
                  <a:lnTo>
                    <a:pt x="3" y="26"/>
                  </a:lnTo>
                  <a:lnTo>
                    <a:pt x="7" y="19"/>
                  </a:lnTo>
                  <a:lnTo>
                    <a:pt x="13" y="13"/>
                  </a:lnTo>
                  <a:lnTo>
                    <a:pt x="20" y="6"/>
                  </a:lnTo>
                  <a:lnTo>
                    <a:pt x="26" y="3"/>
                  </a:lnTo>
                  <a:lnTo>
                    <a:pt x="34" y="0"/>
                  </a:lnTo>
                  <a:lnTo>
                    <a:pt x="44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8" y="1"/>
                  </a:lnTo>
                  <a:lnTo>
                    <a:pt x="134" y="6"/>
                  </a:lnTo>
                  <a:lnTo>
                    <a:pt x="139" y="13"/>
                  </a:lnTo>
                  <a:lnTo>
                    <a:pt x="141" y="21"/>
                  </a:lnTo>
                  <a:lnTo>
                    <a:pt x="141" y="21"/>
                  </a:lnTo>
                  <a:lnTo>
                    <a:pt x="139" y="29"/>
                  </a:lnTo>
                  <a:lnTo>
                    <a:pt x="134" y="37"/>
                  </a:lnTo>
                  <a:lnTo>
                    <a:pt x="128" y="42"/>
                  </a:lnTo>
                  <a:lnTo>
                    <a:pt x="120" y="43"/>
                  </a:lnTo>
                  <a:lnTo>
                    <a:pt x="44" y="43"/>
                  </a:lnTo>
                  <a:lnTo>
                    <a:pt x="44" y="477"/>
                  </a:lnTo>
                  <a:lnTo>
                    <a:pt x="433" y="477"/>
                  </a:lnTo>
                  <a:lnTo>
                    <a:pt x="433" y="43"/>
                  </a:lnTo>
                  <a:lnTo>
                    <a:pt x="364" y="43"/>
                  </a:lnTo>
                  <a:lnTo>
                    <a:pt x="364" y="43"/>
                  </a:lnTo>
                  <a:lnTo>
                    <a:pt x="356" y="42"/>
                  </a:lnTo>
                  <a:lnTo>
                    <a:pt x="348" y="37"/>
                  </a:lnTo>
                  <a:lnTo>
                    <a:pt x="343" y="29"/>
                  </a:lnTo>
                  <a:lnTo>
                    <a:pt x="341" y="21"/>
                  </a:lnTo>
                  <a:lnTo>
                    <a:pt x="341" y="21"/>
                  </a:lnTo>
                  <a:lnTo>
                    <a:pt x="343" y="13"/>
                  </a:lnTo>
                  <a:lnTo>
                    <a:pt x="348" y="6"/>
                  </a:lnTo>
                  <a:lnTo>
                    <a:pt x="356" y="1"/>
                  </a:lnTo>
                  <a:lnTo>
                    <a:pt x="364" y="0"/>
                  </a:lnTo>
                  <a:lnTo>
                    <a:pt x="433" y="0"/>
                  </a:lnTo>
                  <a:lnTo>
                    <a:pt x="433" y="0"/>
                  </a:lnTo>
                  <a:lnTo>
                    <a:pt x="443" y="0"/>
                  </a:lnTo>
                  <a:lnTo>
                    <a:pt x="451" y="3"/>
                  </a:lnTo>
                  <a:lnTo>
                    <a:pt x="458" y="6"/>
                  </a:lnTo>
                  <a:lnTo>
                    <a:pt x="464" y="13"/>
                  </a:lnTo>
                  <a:lnTo>
                    <a:pt x="470" y="19"/>
                  </a:lnTo>
                  <a:lnTo>
                    <a:pt x="474" y="26"/>
                  </a:lnTo>
                  <a:lnTo>
                    <a:pt x="477" y="34"/>
                  </a:lnTo>
                  <a:lnTo>
                    <a:pt x="477" y="43"/>
                  </a:lnTo>
                  <a:lnTo>
                    <a:pt x="477" y="477"/>
                  </a:lnTo>
                  <a:lnTo>
                    <a:pt x="477" y="477"/>
                  </a:lnTo>
                  <a:lnTo>
                    <a:pt x="477" y="486"/>
                  </a:lnTo>
                  <a:lnTo>
                    <a:pt x="474" y="494"/>
                  </a:lnTo>
                  <a:lnTo>
                    <a:pt x="470" y="501"/>
                  </a:lnTo>
                  <a:lnTo>
                    <a:pt x="464" y="507"/>
                  </a:lnTo>
                  <a:lnTo>
                    <a:pt x="458" y="514"/>
                  </a:lnTo>
                  <a:lnTo>
                    <a:pt x="451" y="517"/>
                  </a:lnTo>
                  <a:lnTo>
                    <a:pt x="443" y="520"/>
                  </a:lnTo>
                  <a:lnTo>
                    <a:pt x="433" y="520"/>
                  </a:lnTo>
                  <a:lnTo>
                    <a:pt x="433" y="520"/>
                  </a:lnTo>
                  <a:close/>
                  <a:moveTo>
                    <a:pt x="433" y="520"/>
                  </a:moveTo>
                  <a:lnTo>
                    <a:pt x="433" y="5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5" name="Line 38"/>
            <p:cNvSpPr>
              <a:spLocks noChangeShapeType="1"/>
            </p:cNvSpPr>
            <p:nvPr/>
          </p:nvSpPr>
          <p:spPr bwMode="auto">
            <a:xfrm>
              <a:off x="4416425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6" name="Freeform 39"/>
            <p:cNvSpPr>
              <a:spLocks noEditPoints="1"/>
            </p:cNvSpPr>
            <p:nvPr/>
          </p:nvSpPr>
          <p:spPr bwMode="auto">
            <a:xfrm>
              <a:off x="4149725" y="3146426"/>
              <a:ext cx="223838" cy="103188"/>
            </a:xfrm>
            <a:custGeom>
              <a:avLst/>
              <a:gdLst>
                <a:gd name="T0" fmla="*/ 65 w 283"/>
                <a:gd name="T1" fmla="*/ 129 h 129"/>
                <a:gd name="T2" fmla="*/ 52 w 283"/>
                <a:gd name="T3" fmla="*/ 129 h 129"/>
                <a:gd name="T4" fmla="*/ 29 w 283"/>
                <a:gd name="T5" fmla="*/ 120 h 129"/>
                <a:gd name="T6" fmla="*/ 11 w 283"/>
                <a:gd name="T7" fmla="*/ 102 h 129"/>
                <a:gd name="T8" fmla="*/ 2 w 283"/>
                <a:gd name="T9" fmla="*/ 78 h 129"/>
                <a:gd name="T10" fmla="*/ 0 w 283"/>
                <a:gd name="T11" fmla="*/ 65 h 129"/>
                <a:gd name="T12" fmla="*/ 5 w 283"/>
                <a:gd name="T13" fmla="*/ 41 h 129"/>
                <a:gd name="T14" fmla="*/ 19 w 283"/>
                <a:gd name="T15" fmla="*/ 20 h 129"/>
                <a:gd name="T16" fmla="*/ 40 w 283"/>
                <a:gd name="T17" fmla="*/ 5 h 129"/>
                <a:gd name="T18" fmla="*/ 65 w 283"/>
                <a:gd name="T19" fmla="*/ 0 h 129"/>
                <a:gd name="T20" fmla="*/ 218 w 283"/>
                <a:gd name="T21" fmla="*/ 0 h 129"/>
                <a:gd name="T22" fmla="*/ 243 w 283"/>
                <a:gd name="T23" fmla="*/ 5 h 129"/>
                <a:gd name="T24" fmla="*/ 264 w 283"/>
                <a:gd name="T25" fmla="*/ 20 h 129"/>
                <a:gd name="T26" fmla="*/ 278 w 283"/>
                <a:gd name="T27" fmla="*/ 41 h 129"/>
                <a:gd name="T28" fmla="*/ 283 w 283"/>
                <a:gd name="T29" fmla="*/ 65 h 129"/>
                <a:gd name="T30" fmla="*/ 281 w 283"/>
                <a:gd name="T31" fmla="*/ 78 h 129"/>
                <a:gd name="T32" fmla="*/ 272 w 283"/>
                <a:gd name="T33" fmla="*/ 102 h 129"/>
                <a:gd name="T34" fmla="*/ 254 w 283"/>
                <a:gd name="T35" fmla="*/ 120 h 129"/>
                <a:gd name="T36" fmla="*/ 231 w 283"/>
                <a:gd name="T37" fmla="*/ 129 h 129"/>
                <a:gd name="T38" fmla="*/ 218 w 283"/>
                <a:gd name="T39" fmla="*/ 129 h 129"/>
                <a:gd name="T40" fmla="*/ 65 w 283"/>
                <a:gd name="T41" fmla="*/ 44 h 129"/>
                <a:gd name="T42" fmla="*/ 50 w 283"/>
                <a:gd name="T43" fmla="*/ 50 h 129"/>
                <a:gd name="T44" fmla="*/ 44 w 283"/>
                <a:gd name="T45" fmla="*/ 65 h 129"/>
                <a:gd name="T46" fmla="*/ 45 w 283"/>
                <a:gd name="T47" fmla="*/ 73 h 129"/>
                <a:gd name="T48" fmla="*/ 57 w 283"/>
                <a:gd name="T49" fmla="*/ 86 h 129"/>
                <a:gd name="T50" fmla="*/ 218 w 283"/>
                <a:gd name="T51" fmla="*/ 87 h 129"/>
                <a:gd name="T52" fmla="*/ 226 w 283"/>
                <a:gd name="T53" fmla="*/ 86 h 129"/>
                <a:gd name="T54" fmla="*/ 238 w 283"/>
                <a:gd name="T55" fmla="*/ 73 h 129"/>
                <a:gd name="T56" fmla="*/ 239 w 283"/>
                <a:gd name="T57" fmla="*/ 65 h 129"/>
                <a:gd name="T58" fmla="*/ 233 w 283"/>
                <a:gd name="T59" fmla="*/ 50 h 129"/>
                <a:gd name="T60" fmla="*/ 218 w 283"/>
                <a:gd name="T61" fmla="*/ 44 h 129"/>
                <a:gd name="T62" fmla="*/ 65 w 283"/>
                <a:gd name="T63" fmla="*/ 44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3" h="129">
                  <a:moveTo>
                    <a:pt x="218" y="129"/>
                  </a:moveTo>
                  <a:lnTo>
                    <a:pt x="65" y="129"/>
                  </a:lnTo>
                  <a:lnTo>
                    <a:pt x="65" y="129"/>
                  </a:lnTo>
                  <a:lnTo>
                    <a:pt x="52" y="129"/>
                  </a:lnTo>
                  <a:lnTo>
                    <a:pt x="40" y="125"/>
                  </a:lnTo>
                  <a:lnTo>
                    <a:pt x="29" y="120"/>
                  </a:lnTo>
                  <a:lnTo>
                    <a:pt x="19" y="112"/>
                  </a:lnTo>
                  <a:lnTo>
                    <a:pt x="11" y="102"/>
                  </a:lnTo>
                  <a:lnTo>
                    <a:pt x="5" y="91"/>
                  </a:lnTo>
                  <a:lnTo>
                    <a:pt x="2" y="78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2" y="52"/>
                  </a:lnTo>
                  <a:lnTo>
                    <a:pt x="5" y="41"/>
                  </a:lnTo>
                  <a:lnTo>
                    <a:pt x="11" y="29"/>
                  </a:lnTo>
                  <a:lnTo>
                    <a:pt x="19" y="20"/>
                  </a:lnTo>
                  <a:lnTo>
                    <a:pt x="29" y="11"/>
                  </a:lnTo>
                  <a:lnTo>
                    <a:pt x="40" y="5"/>
                  </a:lnTo>
                  <a:lnTo>
                    <a:pt x="52" y="2"/>
                  </a:lnTo>
                  <a:lnTo>
                    <a:pt x="65" y="0"/>
                  </a:lnTo>
                  <a:lnTo>
                    <a:pt x="218" y="0"/>
                  </a:lnTo>
                  <a:lnTo>
                    <a:pt x="218" y="0"/>
                  </a:lnTo>
                  <a:lnTo>
                    <a:pt x="231" y="2"/>
                  </a:lnTo>
                  <a:lnTo>
                    <a:pt x="243" y="5"/>
                  </a:lnTo>
                  <a:lnTo>
                    <a:pt x="254" y="11"/>
                  </a:lnTo>
                  <a:lnTo>
                    <a:pt x="264" y="20"/>
                  </a:lnTo>
                  <a:lnTo>
                    <a:pt x="272" y="29"/>
                  </a:lnTo>
                  <a:lnTo>
                    <a:pt x="278" y="41"/>
                  </a:lnTo>
                  <a:lnTo>
                    <a:pt x="281" y="52"/>
                  </a:lnTo>
                  <a:lnTo>
                    <a:pt x="283" y="65"/>
                  </a:lnTo>
                  <a:lnTo>
                    <a:pt x="283" y="65"/>
                  </a:lnTo>
                  <a:lnTo>
                    <a:pt x="281" y="78"/>
                  </a:lnTo>
                  <a:lnTo>
                    <a:pt x="278" y="91"/>
                  </a:lnTo>
                  <a:lnTo>
                    <a:pt x="272" y="102"/>
                  </a:lnTo>
                  <a:lnTo>
                    <a:pt x="264" y="112"/>
                  </a:lnTo>
                  <a:lnTo>
                    <a:pt x="254" y="120"/>
                  </a:lnTo>
                  <a:lnTo>
                    <a:pt x="243" y="125"/>
                  </a:lnTo>
                  <a:lnTo>
                    <a:pt x="231" y="129"/>
                  </a:lnTo>
                  <a:lnTo>
                    <a:pt x="218" y="129"/>
                  </a:lnTo>
                  <a:lnTo>
                    <a:pt x="218" y="129"/>
                  </a:lnTo>
                  <a:close/>
                  <a:moveTo>
                    <a:pt x="65" y="44"/>
                  </a:moveTo>
                  <a:lnTo>
                    <a:pt x="65" y="44"/>
                  </a:lnTo>
                  <a:lnTo>
                    <a:pt x="57" y="45"/>
                  </a:lnTo>
                  <a:lnTo>
                    <a:pt x="50" y="50"/>
                  </a:lnTo>
                  <a:lnTo>
                    <a:pt x="45" y="57"/>
                  </a:lnTo>
                  <a:lnTo>
                    <a:pt x="44" y="65"/>
                  </a:lnTo>
                  <a:lnTo>
                    <a:pt x="44" y="65"/>
                  </a:lnTo>
                  <a:lnTo>
                    <a:pt x="45" y="73"/>
                  </a:lnTo>
                  <a:lnTo>
                    <a:pt x="50" y="81"/>
                  </a:lnTo>
                  <a:lnTo>
                    <a:pt x="57" y="86"/>
                  </a:lnTo>
                  <a:lnTo>
                    <a:pt x="65" y="87"/>
                  </a:lnTo>
                  <a:lnTo>
                    <a:pt x="218" y="87"/>
                  </a:lnTo>
                  <a:lnTo>
                    <a:pt x="218" y="87"/>
                  </a:lnTo>
                  <a:lnTo>
                    <a:pt x="226" y="86"/>
                  </a:lnTo>
                  <a:lnTo>
                    <a:pt x="233" y="81"/>
                  </a:lnTo>
                  <a:lnTo>
                    <a:pt x="238" y="73"/>
                  </a:lnTo>
                  <a:lnTo>
                    <a:pt x="239" y="65"/>
                  </a:lnTo>
                  <a:lnTo>
                    <a:pt x="239" y="65"/>
                  </a:lnTo>
                  <a:lnTo>
                    <a:pt x="238" y="57"/>
                  </a:lnTo>
                  <a:lnTo>
                    <a:pt x="233" y="50"/>
                  </a:lnTo>
                  <a:lnTo>
                    <a:pt x="226" y="45"/>
                  </a:lnTo>
                  <a:lnTo>
                    <a:pt x="218" y="44"/>
                  </a:lnTo>
                  <a:lnTo>
                    <a:pt x="65" y="44"/>
                  </a:lnTo>
                  <a:close/>
                  <a:moveTo>
                    <a:pt x="65" y="44"/>
                  </a:moveTo>
                  <a:lnTo>
                    <a:pt x="65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>
              <a:off x="4200525" y="318135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8" name="Freeform 43"/>
            <p:cNvSpPr>
              <a:spLocks noEditPoints="1"/>
            </p:cNvSpPr>
            <p:nvPr/>
          </p:nvSpPr>
          <p:spPr bwMode="auto">
            <a:xfrm>
              <a:off x="4157662" y="3316288"/>
              <a:ext cx="217488" cy="157163"/>
            </a:xfrm>
            <a:custGeom>
              <a:avLst/>
              <a:gdLst>
                <a:gd name="T0" fmla="*/ 91 w 274"/>
                <a:gd name="T1" fmla="*/ 191 h 199"/>
                <a:gd name="T2" fmla="*/ 0 w 274"/>
                <a:gd name="T3" fmla="*/ 91 h 199"/>
                <a:gd name="T4" fmla="*/ 41 w 274"/>
                <a:gd name="T5" fmla="*/ 55 h 199"/>
                <a:gd name="T6" fmla="*/ 109 w 274"/>
                <a:gd name="T7" fmla="*/ 130 h 199"/>
                <a:gd name="T8" fmla="*/ 235 w 274"/>
                <a:gd name="T9" fmla="*/ 0 h 199"/>
                <a:gd name="T10" fmla="*/ 274 w 274"/>
                <a:gd name="T11" fmla="*/ 38 h 199"/>
                <a:gd name="T12" fmla="*/ 123 w 274"/>
                <a:gd name="T13" fmla="*/ 193 h 199"/>
                <a:gd name="T14" fmla="*/ 123 w 274"/>
                <a:gd name="T15" fmla="*/ 193 h 199"/>
                <a:gd name="T16" fmla="*/ 118 w 274"/>
                <a:gd name="T17" fmla="*/ 194 h 199"/>
                <a:gd name="T18" fmla="*/ 115 w 274"/>
                <a:gd name="T19" fmla="*/ 198 h 199"/>
                <a:gd name="T20" fmla="*/ 107 w 274"/>
                <a:gd name="T21" fmla="*/ 199 h 199"/>
                <a:gd name="T22" fmla="*/ 97 w 274"/>
                <a:gd name="T23" fmla="*/ 196 h 199"/>
                <a:gd name="T24" fmla="*/ 94 w 274"/>
                <a:gd name="T25" fmla="*/ 194 h 199"/>
                <a:gd name="T26" fmla="*/ 91 w 274"/>
                <a:gd name="T27" fmla="*/ 191 h 199"/>
                <a:gd name="T28" fmla="*/ 91 w 274"/>
                <a:gd name="T29" fmla="*/ 191 h 199"/>
                <a:gd name="T30" fmla="*/ 91 w 274"/>
                <a:gd name="T31" fmla="*/ 191 h 199"/>
                <a:gd name="T32" fmla="*/ 91 w 274"/>
                <a:gd name="T33" fmla="*/ 191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4" h="199">
                  <a:moveTo>
                    <a:pt x="91" y="191"/>
                  </a:moveTo>
                  <a:lnTo>
                    <a:pt x="0" y="91"/>
                  </a:lnTo>
                  <a:lnTo>
                    <a:pt x="41" y="55"/>
                  </a:lnTo>
                  <a:lnTo>
                    <a:pt x="109" y="130"/>
                  </a:lnTo>
                  <a:lnTo>
                    <a:pt x="235" y="0"/>
                  </a:lnTo>
                  <a:lnTo>
                    <a:pt x="274" y="38"/>
                  </a:lnTo>
                  <a:lnTo>
                    <a:pt x="123" y="193"/>
                  </a:lnTo>
                  <a:lnTo>
                    <a:pt x="123" y="193"/>
                  </a:lnTo>
                  <a:lnTo>
                    <a:pt x="118" y="194"/>
                  </a:lnTo>
                  <a:lnTo>
                    <a:pt x="115" y="198"/>
                  </a:lnTo>
                  <a:lnTo>
                    <a:pt x="107" y="199"/>
                  </a:lnTo>
                  <a:lnTo>
                    <a:pt x="97" y="196"/>
                  </a:lnTo>
                  <a:lnTo>
                    <a:pt x="94" y="194"/>
                  </a:lnTo>
                  <a:lnTo>
                    <a:pt x="91" y="191"/>
                  </a:lnTo>
                  <a:lnTo>
                    <a:pt x="91" y="191"/>
                  </a:lnTo>
                  <a:close/>
                  <a:moveTo>
                    <a:pt x="91" y="191"/>
                  </a:moveTo>
                  <a:lnTo>
                    <a:pt x="91" y="1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9" name="Freeform 44"/>
            <p:cNvSpPr/>
            <p:nvPr/>
          </p:nvSpPr>
          <p:spPr bwMode="auto">
            <a:xfrm>
              <a:off x="4157662" y="3316288"/>
              <a:ext cx="217488" cy="157163"/>
            </a:xfrm>
            <a:custGeom>
              <a:avLst/>
              <a:gdLst>
                <a:gd name="T0" fmla="*/ 91 w 274"/>
                <a:gd name="T1" fmla="*/ 191 h 199"/>
                <a:gd name="T2" fmla="*/ 0 w 274"/>
                <a:gd name="T3" fmla="*/ 91 h 199"/>
                <a:gd name="T4" fmla="*/ 41 w 274"/>
                <a:gd name="T5" fmla="*/ 55 h 199"/>
                <a:gd name="T6" fmla="*/ 109 w 274"/>
                <a:gd name="T7" fmla="*/ 130 h 199"/>
                <a:gd name="T8" fmla="*/ 235 w 274"/>
                <a:gd name="T9" fmla="*/ 0 h 199"/>
                <a:gd name="T10" fmla="*/ 274 w 274"/>
                <a:gd name="T11" fmla="*/ 38 h 199"/>
                <a:gd name="T12" fmla="*/ 123 w 274"/>
                <a:gd name="T13" fmla="*/ 193 h 199"/>
                <a:gd name="T14" fmla="*/ 123 w 274"/>
                <a:gd name="T15" fmla="*/ 193 h 199"/>
                <a:gd name="T16" fmla="*/ 118 w 274"/>
                <a:gd name="T17" fmla="*/ 194 h 199"/>
                <a:gd name="T18" fmla="*/ 115 w 274"/>
                <a:gd name="T19" fmla="*/ 198 h 199"/>
                <a:gd name="T20" fmla="*/ 107 w 274"/>
                <a:gd name="T21" fmla="*/ 199 h 199"/>
                <a:gd name="T22" fmla="*/ 97 w 274"/>
                <a:gd name="T23" fmla="*/ 196 h 199"/>
                <a:gd name="T24" fmla="*/ 94 w 274"/>
                <a:gd name="T25" fmla="*/ 194 h 199"/>
                <a:gd name="T26" fmla="*/ 91 w 274"/>
                <a:gd name="T27" fmla="*/ 191 h 199"/>
                <a:gd name="T28" fmla="*/ 91 w 274"/>
                <a:gd name="T29" fmla="*/ 191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4" h="199">
                  <a:moveTo>
                    <a:pt x="91" y="191"/>
                  </a:moveTo>
                  <a:lnTo>
                    <a:pt x="0" y="91"/>
                  </a:lnTo>
                  <a:lnTo>
                    <a:pt x="41" y="55"/>
                  </a:lnTo>
                  <a:lnTo>
                    <a:pt x="109" y="130"/>
                  </a:lnTo>
                  <a:lnTo>
                    <a:pt x="235" y="0"/>
                  </a:lnTo>
                  <a:lnTo>
                    <a:pt x="274" y="38"/>
                  </a:lnTo>
                  <a:lnTo>
                    <a:pt x="123" y="193"/>
                  </a:lnTo>
                  <a:lnTo>
                    <a:pt x="123" y="193"/>
                  </a:lnTo>
                  <a:lnTo>
                    <a:pt x="118" y="194"/>
                  </a:lnTo>
                  <a:lnTo>
                    <a:pt x="115" y="198"/>
                  </a:lnTo>
                  <a:lnTo>
                    <a:pt x="107" y="199"/>
                  </a:lnTo>
                  <a:lnTo>
                    <a:pt x="97" y="196"/>
                  </a:lnTo>
                  <a:lnTo>
                    <a:pt x="94" y="194"/>
                  </a:lnTo>
                  <a:lnTo>
                    <a:pt x="91" y="191"/>
                  </a:lnTo>
                  <a:lnTo>
                    <a:pt x="91" y="191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4229100" y="3467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51" name="矩形 50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7943528" y="1617190"/>
            <a:ext cx="3690155" cy="10271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901964" y="1238474"/>
            <a:ext cx="1447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3" name="矩形 52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8103434" y="3638196"/>
            <a:ext cx="3690155" cy="10271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061870" y="3259480"/>
            <a:ext cx="1447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5" name="矩形 54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8144998" y="5353270"/>
            <a:ext cx="3690155" cy="10271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103434" y="4974554"/>
            <a:ext cx="1447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7" name="矩形 56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401088" y="5036940"/>
            <a:ext cx="3690155" cy="10271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643411" y="4658224"/>
            <a:ext cx="1447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9" name="矩形 58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5589" y="3413472"/>
            <a:ext cx="3690155" cy="10271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577912" y="3034756"/>
            <a:ext cx="1447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1" name="矩形 60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270090" y="1790004"/>
            <a:ext cx="3690155" cy="10271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512413" y="1411288"/>
            <a:ext cx="1447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Freeform 6"/>
          <p:cNvSpPr/>
          <p:nvPr/>
        </p:nvSpPr>
        <p:spPr bwMode="auto">
          <a:xfrm flipV="1">
            <a:off x="7499097" y="2715683"/>
            <a:ext cx="2405749" cy="1221999"/>
          </a:xfrm>
          <a:custGeom>
            <a:avLst/>
            <a:gdLst>
              <a:gd name="T0" fmla="*/ 342 w 1258"/>
              <a:gd name="T1" fmla="*/ 40 h 639"/>
              <a:gd name="T2" fmla="*/ 367 w 1258"/>
              <a:gd name="T3" fmla="*/ 132 h 639"/>
              <a:gd name="T4" fmla="*/ 399 w 1258"/>
              <a:gd name="T5" fmla="*/ 185 h 639"/>
              <a:gd name="T6" fmla="*/ 432 w 1258"/>
              <a:gd name="T7" fmla="*/ 220 h 639"/>
              <a:gd name="T8" fmla="*/ 463 w 1258"/>
              <a:gd name="T9" fmla="*/ 244 h 639"/>
              <a:gd name="T10" fmla="*/ 514 w 1258"/>
              <a:gd name="T11" fmla="*/ 275 h 639"/>
              <a:gd name="T12" fmla="*/ 570 w 1258"/>
              <a:gd name="T13" fmla="*/ 293 h 639"/>
              <a:gd name="T14" fmla="*/ 626 w 1258"/>
              <a:gd name="T15" fmla="*/ 300 h 639"/>
              <a:gd name="T16" fmla="*/ 683 w 1258"/>
              <a:gd name="T17" fmla="*/ 293 h 639"/>
              <a:gd name="T18" fmla="*/ 742 w 1258"/>
              <a:gd name="T19" fmla="*/ 273 h 639"/>
              <a:gd name="T20" fmla="*/ 780 w 1258"/>
              <a:gd name="T21" fmla="*/ 255 h 639"/>
              <a:gd name="T22" fmla="*/ 828 w 1258"/>
              <a:gd name="T23" fmla="*/ 219 h 639"/>
              <a:gd name="T24" fmla="*/ 865 w 1258"/>
              <a:gd name="T25" fmla="*/ 177 h 639"/>
              <a:gd name="T26" fmla="*/ 893 w 1258"/>
              <a:gd name="T27" fmla="*/ 126 h 639"/>
              <a:gd name="T28" fmla="*/ 910 w 1258"/>
              <a:gd name="T29" fmla="*/ 68 h 639"/>
              <a:gd name="T30" fmla="*/ 916 w 1258"/>
              <a:gd name="T31" fmla="*/ 26 h 639"/>
              <a:gd name="T32" fmla="*/ 926 w 1258"/>
              <a:gd name="T33" fmla="*/ 9 h 639"/>
              <a:gd name="T34" fmla="*/ 1087 w 1258"/>
              <a:gd name="T35" fmla="*/ 9 h 639"/>
              <a:gd name="T36" fmla="*/ 1250 w 1258"/>
              <a:gd name="T37" fmla="*/ 9 h 639"/>
              <a:gd name="T38" fmla="*/ 1256 w 1258"/>
              <a:gd name="T39" fmla="*/ 20 h 639"/>
              <a:gd name="T40" fmla="*/ 1255 w 1258"/>
              <a:gd name="T41" fmla="*/ 65 h 639"/>
              <a:gd name="T42" fmla="*/ 1238 w 1258"/>
              <a:gd name="T43" fmla="*/ 166 h 639"/>
              <a:gd name="T44" fmla="*/ 1207 w 1258"/>
              <a:gd name="T45" fmla="*/ 261 h 639"/>
              <a:gd name="T46" fmla="*/ 1160 w 1258"/>
              <a:gd name="T47" fmla="*/ 348 h 639"/>
              <a:gd name="T48" fmla="*/ 1099 w 1258"/>
              <a:gd name="T49" fmla="*/ 427 h 639"/>
              <a:gd name="T50" fmla="*/ 1023 w 1258"/>
              <a:gd name="T51" fmla="*/ 498 h 639"/>
              <a:gd name="T52" fmla="*/ 964 w 1258"/>
              <a:gd name="T53" fmla="*/ 542 h 639"/>
              <a:gd name="T54" fmla="*/ 871 w 1258"/>
              <a:gd name="T55" fmla="*/ 590 h 639"/>
              <a:gd name="T56" fmla="*/ 773 w 1258"/>
              <a:gd name="T57" fmla="*/ 622 h 639"/>
              <a:gd name="T58" fmla="*/ 674 w 1258"/>
              <a:gd name="T59" fmla="*/ 638 h 639"/>
              <a:gd name="T60" fmla="*/ 575 w 1258"/>
              <a:gd name="T61" fmla="*/ 636 h 639"/>
              <a:gd name="T62" fmla="*/ 477 w 1258"/>
              <a:gd name="T63" fmla="*/ 621 h 639"/>
              <a:gd name="T64" fmla="*/ 382 w 1258"/>
              <a:gd name="T65" fmla="*/ 588 h 639"/>
              <a:gd name="T66" fmla="*/ 292 w 1258"/>
              <a:gd name="T67" fmla="*/ 542 h 639"/>
              <a:gd name="T68" fmla="*/ 211 w 1258"/>
              <a:gd name="T69" fmla="*/ 481 h 639"/>
              <a:gd name="T70" fmla="*/ 140 w 1258"/>
              <a:gd name="T71" fmla="*/ 405 h 639"/>
              <a:gd name="T72" fmla="*/ 79 w 1258"/>
              <a:gd name="T73" fmla="*/ 317 h 639"/>
              <a:gd name="T74" fmla="*/ 48 w 1258"/>
              <a:gd name="T75" fmla="*/ 256 h 639"/>
              <a:gd name="T76" fmla="*/ 17 w 1258"/>
              <a:gd name="T77" fmla="*/ 160 h 639"/>
              <a:gd name="T78" fmla="*/ 2 w 1258"/>
              <a:gd name="T79" fmla="*/ 61 h 639"/>
              <a:gd name="T80" fmla="*/ 0 w 1258"/>
              <a:gd name="T81" fmla="*/ 25 h 639"/>
              <a:gd name="T82" fmla="*/ 5 w 1258"/>
              <a:gd name="T83" fmla="*/ 8 h 639"/>
              <a:gd name="T84" fmla="*/ 22 w 1258"/>
              <a:gd name="T85" fmla="*/ 2 h 639"/>
              <a:gd name="T86" fmla="*/ 54 w 1258"/>
              <a:gd name="T87" fmla="*/ 0 h 639"/>
              <a:gd name="T88" fmla="*/ 312 w 1258"/>
              <a:gd name="T89" fmla="*/ 0 h 639"/>
              <a:gd name="T90" fmla="*/ 339 w 1258"/>
              <a:gd name="T91" fmla="*/ 8 h 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58" h="639">
                <a:moveTo>
                  <a:pt x="339" y="8"/>
                </a:moveTo>
                <a:lnTo>
                  <a:pt x="339" y="8"/>
                </a:lnTo>
                <a:lnTo>
                  <a:pt x="342" y="40"/>
                </a:lnTo>
                <a:lnTo>
                  <a:pt x="348" y="73"/>
                </a:lnTo>
                <a:lnTo>
                  <a:pt x="356" y="102"/>
                </a:lnTo>
                <a:lnTo>
                  <a:pt x="367" y="132"/>
                </a:lnTo>
                <a:lnTo>
                  <a:pt x="382" y="160"/>
                </a:lnTo>
                <a:lnTo>
                  <a:pt x="390" y="172"/>
                </a:lnTo>
                <a:lnTo>
                  <a:pt x="399" y="185"/>
                </a:lnTo>
                <a:lnTo>
                  <a:pt x="410" y="197"/>
                </a:lnTo>
                <a:lnTo>
                  <a:pt x="421" y="210"/>
                </a:lnTo>
                <a:lnTo>
                  <a:pt x="432" y="220"/>
                </a:lnTo>
                <a:lnTo>
                  <a:pt x="446" y="231"/>
                </a:lnTo>
                <a:lnTo>
                  <a:pt x="446" y="231"/>
                </a:lnTo>
                <a:lnTo>
                  <a:pt x="463" y="244"/>
                </a:lnTo>
                <a:lnTo>
                  <a:pt x="480" y="256"/>
                </a:lnTo>
                <a:lnTo>
                  <a:pt x="497" y="265"/>
                </a:lnTo>
                <a:lnTo>
                  <a:pt x="514" y="275"/>
                </a:lnTo>
                <a:lnTo>
                  <a:pt x="533" y="283"/>
                </a:lnTo>
                <a:lnTo>
                  <a:pt x="551" y="289"/>
                </a:lnTo>
                <a:lnTo>
                  <a:pt x="570" y="293"/>
                </a:lnTo>
                <a:lnTo>
                  <a:pt x="587" y="296"/>
                </a:lnTo>
                <a:lnTo>
                  <a:pt x="607" y="298"/>
                </a:lnTo>
                <a:lnTo>
                  <a:pt x="626" y="300"/>
                </a:lnTo>
                <a:lnTo>
                  <a:pt x="644" y="298"/>
                </a:lnTo>
                <a:lnTo>
                  <a:pt x="663" y="296"/>
                </a:lnTo>
                <a:lnTo>
                  <a:pt x="683" y="293"/>
                </a:lnTo>
                <a:lnTo>
                  <a:pt x="702" y="289"/>
                </a:lnTo>
                <a:lnTo>
                  <a:pt x="722" y="281"/>
                </a:lnTo>
                <a:lnTo>
                  <a:pt x="742" y="273"/>
                </a:lnTo>
                <a:lnTo>
                  <a:pt x="742" y="273"/>
                </a:lnTo>
                <a:lnTo>
                  <a:pt x="761" y="265"/>
                </a:lnTo>
                <a:lnTo>
                  <a:pt x="780" y="255"/>
                </a:lnTo>
                <a:lnTo>
                  <a:pt x="797" y="244"/>
                </a:lnTo>
                <a:lnTo>
                  <a:pt x="812" y="233"/>
                </a:lnTo>
                <a:lnTo>
                  <a:pt x="828" y="219"/>
                </a:lnTo>
                <a:lnTo>
                  <a:pt x="842" y="206"/>
                </a:lnTo>
                <a:lnTo>
                  <a:pt x="854" y="192"/>
                </a:lnTo>
                <a:lnTo>
                  <a:pt x="865" y="177"/>
                </a:lnTo>
                <a:lnTo>
                  <a:pt x="876" y="160"/>
                </a:lnTo>
                <a:lnTo>
                  <a:pt x="885" y="144"/>
                </a:lnTo>
                <a:lnTo>
                  <a:pt x="893" y="126"/>
                </a:lnTo>
                <a:lnTo>
                  <a:pt x="899" y="109"/>
                </a:lnTo>
                <a:lnTo>
                  <a:pt x="905" y="88"/>
                </a:lnTo>
                <a:lnTo>
                  <a:pt x="910" y="68"/>
                </a:lnTo>
                <a:lnTo>
                  <a:pt x="913" y="48"/>
                </a:lnTo>
                <a:lnTo>
                  <a:pt x="916" y="26"/>
                </a:lnTo>
                <a:lnTo>
                  <a:pt x="916" y="26"/>
                </a:lnTo>
                <a:lnTo>
                  <a:pt x="918" y="19"/>
                </a:lnTo>
                <a:lnTo>
                  <a:pt x="921" y="12"/>
                </a:lnTo>
                <a:lnTo>
                  <a:pt x="926" y="9"/>
                </a:lnTo>
                <a:lnTo>
                  <a:pt x="935" y="8"/>
                </a:lnTo>
                <a:lnTo>
                  <a:pt x="935" y="8"/>
                </a:lnTo>
                <a:lnTo>
                  <a:pt x="1087" y="9"/>
                </a:lnTo>
                <a:lnTo>
                  <a:pt x="1239" y="8"/>
                </a:lnTo>
                <a:lnTo>
                  <a:pt x="1239" y="8"/>
                </a:lnTo>
                <a:lnTo>
                  <a:pt x="1250" y="9"/>
                </a:lnTo>
                <a:lnTo>
                  <a:pt x="1253" y="11"/>
                </a:lnTo>
                <a:lnTo>
                  <a:pt x="1255" y="14"/>
                </a:lnTo>
                <a:lnTo>
                  <a:pt x="1256" y="20"/>
                </a:lnTo>
                <a:lnTo>
                  <a:pt x="1258" y="30"/>
                </a:lnTo>
                <a:lnTo>
                  <a:pt x="1258" y="30"/>
                </a:lnTo>
                <a:lnTo>
                  <a:pt x="1255" y="65"/>
                </a:lnTo>
                <a:lnTo>
                  <a:pt x="1252" y="99"/>
                </a:lnTo>
                <a:lnTo>
                  <a:pt x="1245" y="134"/>
                </a:lnTo>
                <a:lnTo>
                  <a:pt x="1238" y="166"/>
                </a:lnTo>
                <a:lnTo>
                  <a:pt x="1230" y="199"/>
                </a:lnTo>
                <a:lnTo>
                  <a:pt x="1219" y="230"/>
                </a:lnTo>
                <a:lnTo>
                  <a:pt x="1207" y="261"/>
                </a:lnTo>
                <a:lnTo>
                  <a:pt x="1193" y="290"/>
                </a:lnTo>
                <a:lnTo>
                  <a:pt x="1177" y="320"/>
                </a:lnTo>
                <a:lnTo>
                  <a:pt x="1160" y="348"/>
                </a:lnTo>
                <a:lnTo>
                  <a:pt x="1141" y="376"/>
                </a:lnTo>
                <a:lnTo>
                  <a:pt x="1121" y="402"/>
                </a:lnTo>
                <a:lnTo>
                  <a:pt x="1099" y="427"/>
                </a:lnTo>
                <a:lnTo>
                  <a:pt x="1076" y="452"/>
                </a:lnTo>
                <a:lnTo>
                  <a:pt x="1050" y="477"/>
                </a:lnTo>
                <a:lnTo>
                  <a:pt x="1023" y="498"/>
                </a:lnTo>
                <a:lnTo>
                  <a:pt x="1023" y="498"/>
                </a:lnTo>
                <a:lnTo>
                  <a:pt x="994" y="522"/>
                </a:lnTo>
                <a:lnTo>
                  <a:pt x="964" y="542"/>
                </a:lnTo>
                <a:lnTo>
                  <a:pt x="933" y="559"/>
                </a:lnTo>
                <a:lnTo>
                  <a:pt x="902" y="576"/>
                </a:lnTo>
                <a:lnTo>
                  <a:pt x="871" y="590"/>
                </a:lnTo>
                <a:lnTo>
                  <a:pt x="839" y="602"/>
                </a:lnTo>
                <a:lnTo>
                  <a:pt x="808" y="613"/>
                </a:lnTo>
                <a:lnTo>
                  <a:pt x="773" y="622"/>
                </a:lnTo>
                <a:lnTo>
                  <a:pt x="741" y="629"/>
                </a:lnTo>
                <a:lnTo>
                  <a:pt x="708" y="633"/>
                </a:lnTo>
                <a:lnTo>
                  <a:pt x="674" y="638"/>
                </a:lnTo>
                <a:lnTo>
                  <a:pt x="641" y="639"/>
                </a:lnTo>
                <a:lnTo>
                  <a:pt x="607" y="638"/>
                </a:lnTo>
                <a:lnTo>
                  <a:pt x="575" y="636"/>
                </a:lnTo>
                <a:lnTo>
                  <a:pt x="542" y="633"/>
                </a:lnTo>
                <a:lnTo>
                  <a:pt x="509" y="627"/>
                </a:lnTo>
                <a:lnTo>
                  <a:pt x="477" y="621"/>
                </a:lnTo>
                <a:lnTo>
                  <a:pt x="444" y="612"/>
                </a:lnTo>
                <a:lnTo>
                  <a:pt x="413" y="601"/>
                </a:lnTo>
                <a:lnTo>
                  <a:pt x="382" y="588"/>
                </a:lnTo>
                <a:lnTo>
                  <a:pt x="351" y="574"/>
                </a:lnTo>
                <a:lnTo>
                  <a:pt x="322" y="559"/>
                </a:lnTo>
                <a:lnTo>
                  <a:pt x="292" y="542"/>
                </a:lnTo>
                <a:lnTo>
                  <a:pt x="264" y="523"/>
                </a:lnTo>
                <a:lnTo>
                  <a:pt x="238" y="503"/>
                </a:lnTo>
                <a:lnTo>
                  <a:pt x="211" y="481"/>
                </a:lnTo>
                <a:lnTo>
                  <a:pt x="186" y="456"/>
                </a:lnTo>
                <a:lnTo>
                  <a:pt x="162" y="432"/>
                </a:lnTo>
                <a:lnTo>
                  <a:pt x="140" y="405"/>
                </a:lnTo>
                <a:lnTo>
                  <a:pt x="118" y="377"/>
                </a:lnTo>
                <a:lnTo>
                  <a:pt x="98" y="348"/>
                </a:lnTo>
                <a:lnTo>
                  <a:pt x="79" y="317"/>
                </a:lnTo>
                <a:lnTo>
                  <a:pt x="79" y="317"/>
                </a:lnTo>
                <a:lnTo>
                  <a:pt x="64" y="286"/>
                </a:lnTo>
                <a:lnTo>
                  <a:pt x="48" y="256"/>
                </a:lnTo>
                <a:lnTo>
                  <a:pt x="36" y="225"/>
                </a:lnTo>
                <a:lnTo>
                  <a:pt x="25" y="192"/>
                </a:lnTo>
                <a:lnTo>
                  <a:pt x="17" y="160"/>
                </a:lnTo>
                <a:lnTo>
                  <a:pt x="9" y="127"/>
                </a:lnTo>
                <a:lnTo>
                  <a:pt x="5" y="95"/>
                </a:lnTo>
                <a:lnTo>
                  <a:pt x="2" y="61"/>
                </a:lnTo>
                <a:lnTo>
                  <a:pt x="2" y="61"/>
                </a:lnTo>
                <a:lnTo>
                  <a:pt x="0" y="40"/>
                </a:lnTo>
                <a:lnTo>
                  <a:pt x="0" y="25"/>
                </a:lnTo>
                <a:lnTo>
                  <a:pt x="2" y="14"/>
                </a:lnTo>
                <a:lnTo>
                  <a:pt x="3" y="11"/>
                </a:lnTo>
                <a:lnTo>
                  <a:pt x="5" y="8"/>
                </a:lnTo>
                <a:lnTo>
                  <a:pt x="8" y="5"/>
                </a:lnTo>
                <a:lnTo>
                  <a:pt x="11" y="3"/>
                </a:lnTo>
                <a:lnTo>
                  <a:pt x="22" y="2"/>
                </a:lnTo>
                <a:lnTo>
                  <a:pt x="36" y="0"/>
                </a:lnTo>
                <a:lnTo>
                  <a:pt x="54" y="0"/>
                </a:lnTo>
                <a:lnTo>
                  <a:pt x="54" y="0"/>
                </a:lnTo>
                <a:lnTo>
                  <a:pt x="303" y="0"/>
                </a:lnTo>
                <a:lnTo>
                  <a:pt x="303" y="0"/>
                </a:lnTo>
                <a:lnTo>
                  <a:pt x="312" y="0"/>
                </a:lnTo>
                <a:lnTo>
                  <a:pt x="322" y="0"/>
                </a:lnTo>
                <a:lnTo>
                  <a:pt x="331" y="3"/>
                </a:lnTo>
                <a:lnTo>
                  <a:pt x="339" y="8"/>
                </a:lnTo>
                <a:lnTo>
                  <a:pt x="339" y="8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Freeform 7"/>
          <p:cNvSpPr/>
          <p:nvPr/>
        </p:nvSpPr>
        <p:spPr bwMode="auto">
          <a:xfrm flipV="1">
            <a:off x="2232456" y="3899433"/>
            <a:ext cx="2403838" cy="1221999"/>
          </a:xfrm>
          <a:custGeom>
            <a:avLst/>
            <a:gdLst>
              <a:gd name="T0" fmla="*/ 911 w 1257"/>
              <a:gd name="T1" fmla="*/ 583 h 639"/>
              <a:gd name="T2" fmla="*/ 896 w 1257"/>
              <a:gd name="T3" fmla="*/ 523 h 639"/>
              <a:gd name="T4" fmla="*/ 866 w 1257"/>
              <a:gd name="T5" fmla="*/ 467 h 639"/>
              <a:gd name="T6" fmla="*/ 824 w 1257"/>
              <a:gd name="T7" fmla="*/ 417 h 639"/>
              <a:gd name="T8" fmla="*/ 773 w 1257"/>
              <a:gd name="T9" fmla="*/ 378 h 639"/>
              <a:gd name="T10" fmla="*/ 712 w 1257"/>
              <a:gd name="T11" fmla="*/ 354 h 639"/>
              <a:gd name="T12" fmla="*/ 667 w 1257"/>
              <a:gd name="T13" fmla="*/ 344 h 639"/>
              <a:gd name="T14" fmla="*/ 599 w 1257"/>
              <a:gd name="T15" fmla="*/ 341 h 639"/>
              <a:gd name="T16" fmla="*/ 535 w 1257"/>
              <a:gd name="T17" fmla="*/ 355 h 639"/>
              <a:gd name="T18" fmla="*/ 478 w 1257"/>
              <a:gd name="T19" fmla="*/ 383 h 639"/>
              <a:gd name="T20" fmla="*/ 425 w 1257"/>
              <a:gd name="T21" fmla="*/ 423 h 639"/>
              <a:gd name="T22" fmla="*/ 394 w 1257"/>
              <a:gd name="T23" fmla="*/ 459 h 639"/>
              <a:gd name="T24" fmla="*/ 366 w 1257"/>
              <a:gd name="T25" fmla="*/ 504 h 639"/>
              <a:gd name="T26" fmla="*/ 349 w 1257"/>
              <a:gd name="T27" fmla="*/ 557 h 639"/>
              <a:gd name="T28" fmla="*/ 343 w 1257"/>
              <a:gd name="T29" fmla="*/ 593 h 639"/>
              <a:gd name="T30" fmla="*/ 335 w 1257"/>
              <a:gd name="T31" fmla="*/ 625 h 639"/>
              <a:gd name="T32" fmla="*/ 304 w 1257"/>
              <a:gd name="T33" fmla="*/ 630 h 639"/>
              <a:gd name="T34" fmla="*/ 26 w 1257"/>
              <a:gd name="T35" fmla="*/ 630 h 639"/>
              <a:gd name="T36" fmla="*/ 8 w 1257"/>
              <a:gd name="T37" fmla="*/ 627 h 639"/>
              <a:gd name="T38" fmla="*/ 0 w 1257"/>
              <a:gd name="T39" fmla="*/ 616 h 639"/>
              <a:gd name="T40" fmla="*/ 3 w 1257"/>
              <a:gd name="T41" fmla="*/ 568 h 639"/>
              <a:gd name="T42" fmla="*/ 18 w 1257"/>
              <a:gd name="T43" fmla="*/ 473 h 639"/>
              <a:gd name="T44" fmla="*/ 48 w 1257"/>
              <a:gd name="T45" fmla="*/ 383 h 639"/>
              <a:gd name="T46" fmla="*/ 91 w 1257"/>
              <a:gd name="T47" fmla="*/ 299 h 639"/>
              <a:gd name="T48" fmla="*/ 147 w 1257"/>
              <a:gd name="T49" fmla="*/ 223 h 639"/>
              <a:gd name="T50" fmla="*/ 217 w 1257"/>
              <a:gd name="T51" fmla="*/ 153 h 639"/>
              <a:gd name="T52" fmla="*/ 265 w 1257"/>
              <a:gd name="T53" fmla="*/ 116 h 639"/>
              <a:gd name="T54" fmla="*/ 341 w 1257"/>
              <a:gd name="T55" fmla="*/ 68 h 639"/>
              <a:gd name="T56" fmla="*/ 421 w 1257"/>
              <a:gd name="T57" fmla="*/ 34 h 639"/>
              <a:gd name="T58" fmla="*/ 504 w 1257"/>
              <a:gd name="T59" fmla="*/ 11 h 639"/>
              <a:gd name="T60" fmla="*/ 593 w 1257"/>
              <a:gd name="T61" fmla="*/ 1 h 639"/>
              <a:gd name="T62" fmla="*/ 653 w 1257"/>
              <a:gd name="T63" fmla="*/ 0 h 639"/>
              <a:gd name="T64" fmla="*/ 756 w 1257"/>
              <a:gd name="T65" fmla="*/ 12 h 639"/>
              <a:gd name="T66" fmla="*/ 851 w 1257"/>
              <a:gd name="T67" fmla="*/ 39 h 639"/>
              <a:gd name="T68" fmla="*/ 939 w 1257"/>
              <a:gd name="T69" fmla="*/ 80 h 639"/>
              <a:gd name="T70" fmla="*/ 1020 w 1257"/>
              <a:gd name="T71" fmla="*/ 136 h 639"/>
              <a:gd name="T72" fmla="*/ 1094 w 1257"/>
              <a:gd name="T73" fmla="*/ 208 h 639"/>
              <a:gd name="T74" fmla="*/ 1133 w 1257"/>
              <a:gd name="T75" fmla="*/ 254 h 639"/>
              <a:gd name="T76" fmla="*/ 1178 w 1257"/>
              <a:gd name="T77" fmla="*/ 321 h 639"/>
              <a:gd name="T78" fmla="*/ 1212 w 1257"/>
              <a:gd name="T79" fmla="*/ 391 h 639"/>
              <a:gd name="T80" fmla="*/ 1236 w 1257"/>
              <a:gd name="T81" fmla="*/ 465 h 639"/>
              <a:gd name="T82" fmla="*/ 1251 w 1257"/>
              <a:gd name="T83" fmla="*/ 541 h 639"/>
              <a:gd name="T84" fmla="*/ 1257 w 1257"/>
              <a:gd name="T85" fmla="*/ 622 h 639"/>
              <a:gd name="T86" fmla="*/ 1245 w 1257"/>
              <a:gd name="T87" fmla="*/ 635 h 639"/>
              <a:gd name="T88" fmla="*/ 1229 w 1257"/>
              <a:gd name="T89" fmla="*/ 639 h 639"/>
              <a:gd name="T90" fmla="*/ 942 w 1257"/>
              <a:gd name="T91" fmla="*/ 639 h 639"/>
              <a:gd name="T92" fmla="*/ 922 w 1257"/>
              <a:gd name="T93" fmla="*/ 633 h 639"/>
              <a:gd name="T94" fmla="*/ 914 w 1257"/>
              <a:gd name="T95" fmla="*/ 617 h 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57" h="639">
                <a:moveTo>
                  <a:pt x="914" y="605"/>
                </a:moveTo>
                <a:lnTo>
                  <a:pt x="914" y="605"/>
                </a:lnTo>
                <a:lnTo>
                  <a:pt x="911" y="583"/>
                </a:lnTo>
                <a:lnTo>
                  <a:pt x="908" y="563"/>
                </a:lnTo>
                <a:lnTo>
                  <a:pt x="903" y="543"/>
                </a:lnTo>
                <a:lnTo>
                  <a:pt x="896" y="523"/>
                </a:lnTo>
                <a:lnTo>
                  <a:pt x="888" y="503"/>
                </a:lnTo>
                <a:lnTo>
                  <a:pt x="877" y="484"/>
                </a:lnTo>
                <a:lnTo>
                  <a:pt x="866" y="467"/>
                </a:lnTo>
                <a:lnTo>
                  <a:pt x="854" y="450"/>
                </a:lnTo>
                <a:lnTo>
                  <a:pt x="840" y="433"/>
                </a:lnTo>
                <a:lnTo>
                  <a:pt x="824" y="417"/>
                </a:lnTo>
                <a:lnTo>
                  <a:pt x="809" y="403"/>
                </a:lnTo>
                <a:lnTo>
                  <a:pt x="792" y="391"/>
                </a:lnTo>
                <a:lnTo>
                  <a:pt x="773" y="378"/>
                </a:lnTo>
                <a:lnTo>
                  <a:pt x="753" y="369"/>
                </a:lnTo>
                <a:lnTo>
                  <a:pt x="734" y="360"/>
                </a:lnTo>
                <a:lnTo>
                  <a:pt x="712" y="354"/>
                </a:lnTo>
                <a:lnTo>
                  <a:pt x="712" y="354"/>
                </a:lnTo>
                <a:lnTo>
                  <a:pt x="689" y="347"/>
                </a:lnTo>
                <a:lnTo>
                  <a:pt x="667" y="344"/>
                </a:lnTo>
                <a:lnTo>
                  <a:pt x="644" y="341"/>
                </a:lnTo>
                <a:lnTo>
                  <a:pt x="621" y="341"/>
                </a:lnTo>
                <a:lnTo>
                  <a:pt x="599" y="341"/>
                </a:lnTo>
                <a:lnTo>
                  <a:pt x="577" y="344"/>
                </a:lnTo>
                <a:lnTo>
                  <a:pt x="557" y="349"/>
                </a:lnTo>
                <a:lnTo>
                  <a:pt x="535" y="355"/>
                </a:lnTo>
                <a:lnTo>
                  <a:pt x="515" y="363"/>
                </a:lnTo>
                <a:lnTo>
                  <a:pt x="497" y="372"/>
                </a:lnTo>
                <a:lnTo>
                  <a:pt x="478" y="383"/>
                </a:lnTo>
                <a:lnTo>
                  <a:pt x="459" y="396"/>
                </a:lnTo>
                <a:lnTo>
                  <a:pt x="442" y="408"/>
                </a:lnTo>
                <a:lnTo>
                  <a:pt x="425" y="423"/>
                </a:lnTo>
                <a:lnTo>
                  <a:pt x="410" y="441"/>
                </a:lnTo>
                <a:lnTo>
                  <a:pt x="394" y="459"/>
                </a:lnTo>
                <a:lnTo>
                  <a:pt x="394" y="459"/>
                </a:lnTo>
                <a:lnTo>
                  <a:pt x="385" y="473"/>
                </a:lnTo>
                <a:lnTo>
                  <a:pt x="374" y="489"/>
                </a:lnTo>
                <a:lnTo>
                  <a:pt x="366" y="504"/>
                </a:lnTo>
                <a:lnTo>
                  <a:pt x="360" y="521"/>
                </a:lnTo>
                <a:lnTo>
                  <a:pt x="354" y="538"/>
                </a:lnTo>
                <a:lnTo>
                  <a:pt x="349" y="557"/>
                </a:lnTo>
                <a:lnTo>
                  <a:pt x="344" y="574"/>
                </a:lnTo>
                <a:lnTo>
                  <a:pt x="343" y="593"/>
                </a:lnTo>
                <a:lnTo>
                  <a:pt x="343" y="593"/>
                </a:lnTo>
                <a:lnTo>
                  <a:pt x="340" y="614"/>
                </a:lnTo>
                <a:lnTo>
                  <a:pt x="338" y="621"/>
                </a:lnTo>
                <a:lnTo>
                  <a:pt x="335" y="625"/>
                </a:lnTo>
                <a:lnTo>
                  <a:pt x="330" y="628"/>
                </a:lnTo>
                <a:lnTo>
                  <a:pt x="324" y="630"/>
                </a:lnTo>
                <a:lnTo>
                  <a:pt x="304" y="630"/>
                </a:lnTo>
                <a:lnTo>
                  <a:pt x="304" y="630"/>
                </a:lnTo>
                <a:lnTo>
                  <a:pt x="164" y="630"/>
                </a:lnTo>
                <a:lnTo>
                  <a:pt x="26" y="630"/>
                </a:lnTo>
                <a:lnTo>
                  <a:pt x="26" y="630"/>
                </a:lnTo>
                <a:lnTo>
                  <a:pt x="12" y="628"/>
                </a:lnTo>
                <a:lnTo>
                  <a:pt x="8" y="627"/>
                </a:lnTo>
                <a:lnTo>
                  <a:pt x="4" y="624"/>
                </a:lnTo>
                <a:lnTo>
                  <a:pt x="1" y="621"/>
                </a:lnTo>
                <a:lnTo>
                  <a:pt x="0" y="616"/>
                </a:lnTo>
                <a:lnTo>
                  <a:pt x="0" y="602"/>
                </a:lnTo>
                <a:lnTo>
                  <a:pt x="0" y="602"/>
                </a:lnTo>
                <a:lnTo>
                  <a:pt x="3" y="568"/>
                </a:lnTo>
                <a:lnTo>
                  <a:pt x="6" y="535"/>
                </a:lnTo>
                <a:lnTo>
                  <a:pt x="12" y="504"/>
                </a:lnTo>
                <a:lnTo>
                  <a:pt x="18" y="473"/>
                </a:lnTo>
                <a:lnTo>
                  <a:pt x="28" y="442"/>
                </a:lnTo>
                <a:lnTo>
                  <a:pt x="37" y="413"/>
                </a:lnTo>
                <a:lnTo>
                  <a:pt x="48" y="383"/>
                </a:lnTo>
                <a:lnTo>
                  <a:pt x="62" y="355"/>
                </a:lnTo>
                <a:lnTo>
                  <a:pt x="76" y="327"/>
                </a:lnTo>
                <a:lnTo>
                  <a:pt x="91" y="299"/>
                </a:lnTo>
                <a:lnTo>
                  <a:pt x="108" y="274"/>
                </a:lnTo>
                <a:lnTo>
                  <a:pt x="127" y="248"/>
                </a:lnTo>
                <a:lnTo>
                  <a:pt x="147" y="223"/>
                </a:lnTo>
                <a:lnTo>
                  <a:pt x="169" y="200"/>
                </a:lnTo>
                <a:lnTo>
                  <a:pt x="192" y="177"/>
                </a:lnTo>
                <a:lnTo>
                  <a:pt x="217" y="153"/>
                </a:lnTo>
                <a:lnTo>
                  <a:pt x="217" y="153"/>
                </a:lnTo>
                <a:lnTo>
                  <a:pt x="242" y="133"/>
                </a:lnTo>
                <a:lnTo>
                  <a:pt x="265" y="116"/>
                </a:lnTo>
                <a:lnTo>
                  <a:pt x="290" y="99"/>
                </a:lnTo>
                <a:lnTo>
                  <a:pt x="315" y="84"/>
                </a:lnTo>
                <a:lnTo>
                  <a:pt x="341" y="68"/>
                </a:lnTo>
                <a:lnTo>
                  <a:pt x="368" y="56"/>
                </a:lnTo>
                <a:lnTo>
                  <a:pt x="394" y="43"/>
                </a:lnTo>
                <a:lnTo>
                  <a:pt x="421" y="34"/>
                </a:lnTo>
                <a:lnTo>
                  <a:pt x="448" y="25"/>
                </a:lnTo>
                <a:lnTo>
                  <a:pt x="476" y="17"/>
                </a:lnTo>
                <a:lnTo>
                  <a:pt x="504" y="11"/>
                </a:lnTo>
                <a:lnTo>
                  <a:pt x="534" y="6"/>
                </a:lnTo>
                <a:lnTo>
                  <a:pt x="563" y="3"/>
                </a:lnTo>
                <a:lnTo>
                  <a:pt x="593" y="1"/>
                </a:lnTo>
                <a:lnTo>
                  <a:pt x="622" y="0"/>
                </a:lnTo>
                <a:lnTo>
                  <a:pt x="653" y="0"/>
                </a:lnTo>
                <a:lnTo>
                  <a:pt x="653" y="0"/>
                </a:lnTo>
                <a:lnTo>
                  <a:pt x="688" y="3"/>
                </a:lnTo>
                <a:lnTo>
                  <a:pt x="722" y="8"/>
                </a:lnTo>
                <a:lnTo>
                  <a:pt x="756" y="12"/>
                </a:lnTo>
                <a:lnTo>
                  <a:pt x="789" y="20"/>
                </a:lnTo>
                <a:lnTo>
                  <a:pt x="820" y="29"/>
                </a:lnTo>
                <a:lnTo>
                  <a:pt x="851" y="39"/>
                </a:lnTo>
                <a:lnTo>
                  <a:pt x="882" y="51"/>
                </a:lnTo>
                <a:lnTo>
                  <a:pt x="911" y="65"/>
                </a:lnTo>
                <a:lnTo>
                  <a:pt x="939" y="80"/>
                </a:lnTo>
                <a:lnTo>
                  <a:pt x="967" y="98"/>
                </a:lnTo>
                <a:lnTo>
                  <a:pt x="993" y="116"/>
                </a:lnTo>
                <a:lnTo>
                  <a:pt x="1020" y="136"/>
                </a:lnTo>
                <a:lnTo>
                  <a:pt x="1046" y="158"/>
                </a:lnTo>
                <a:lnTo>
                  <a:pt x="1071" y="181"/>
                </a:lnTo>
                <a:lnTo>
                  <a:pt x="1094" y="208"/>
                </a:lnTo>
                <a:lnTo>
                  <a:pt x="1118" y="234"/>
                </a:lnTo>
                <a:lnTo>
                  <a:pt x="1118" y="234"/>
                </a:lnTo>
                <a:lnTo>
                  <a:pt x="1133" y="254"/>
                </a:lnTo>
                <a:lnTo>
                  <a:pt x="1149" y="276"/>
                </a:lnTo>
                <a:lnTo>
                  <a:pt x="1164" y="299"/>
                </a:lnTo>
                <a:lnTo>
                  <a:pt x="1178" y="321"/>
                </a:lnTo>
                <a:lnTo>
                  <a:pt x="1191" y="344"/>
                </a:lnTo>
                <a:lnTo>
                  <a:pt x="1202" y="368"/>
                </a:lnTo>
                <a:lnTo>
                  <a:pt x="1212" y="391"/>
                </a:lnTo>
                <a:lnTo>
                  <a:pt x="1220" y="416"/>
                </a:lnTo>
                <a:lnTo>
                  <a:pt x="1229" y="441"/>
                </a:lnTo>
                <a:lnTo>
                  <a:pt x="1236" y="465"/>
                </a:lnTo>
                <a:lnTo>
                  <a:pt x="1242" y="490"/>
                </a:lnTo>
                <a:lnTo>
                  <a:pt x="1248" y="517"/>
                </a:lnTo>
                <a:lnTo>
                  <a:pt x="1251" y="541"/>
                </a:lnTo>
                <a:lnTo>
                  <a:pt x="1254" y="568"/>
                </a:lnTo>
                <a:lnTo>
                  <a:pt x="1256" y="596"/>
                </a:lnTo>
                <a:lnTo>
                  <a:pt x="1257" y="622"/>
                </a:lnTo>
                <a:lnTo>
                  <a:pt x="1257" y="622"/>
                </a:lnTo>
                <a:lnTo>
                  <a:pt x="1253" y="630"/>
                </a:lnTo>
                <a:lnTo>
                  <a:pt x="1245" y="635"/>
                </a:lnTo>
                <a:lnTo>
                  <a:pt x="1237" y="638"/>
                </a:lnTo>
                <a:lnTo>
                  <a:pt x="1229" y="639"/>
                </a:lnTo>
                <a:lnTo>
                  <a:pt x="1229" y="639"/>
                </a:lnTo>
                <a:lnTo>
                  <a:pt x="1085" y="639"/>
                </a:lnTo>
                <a:lnTo>
                  <a:pt x="942" y="639"/>
                </a:lnTo>
                <a:lnTo>
                  <a:pt x="942" y="639"/>
                </a:lnTo>
                <a:lnTo>
                  <a:pt x="933" y="638"/>
                </a:lnTo>
                <a:lnTo>
                  <a:pt x="927" y="636"/>
                </a:lnTo>
                <a:lnTo>
                  <a:pt x="922" y="633"/>
                </a:lnTo>
                <a:lnTo>
                  <a:pt x="919" y="628"/>
                </a:lnTo>
                <a:lnTo>
                  <a:pt x="916" y="624"/>
                </a:lnTo>
                <a:lnTo>
                  <a:pt x="914" y="617"/>
                </a:lnTo>
                <a:lnTo>
                  <a:pt x="914" y="605"/>
                </a:lnTo>
                <a:lnTo>
                  <a:pt x="914" y="605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Freeform 8"/>
          <p:cNvSpPr/>
          <p:nvPr/>
        </p:nvSpPr>
        <p:spPr bwMode="auto">
          <a:xfrm flipV="1">
            <a:off x="3978442" y="2717595"/>
            <a:ext cx="2413399" cy="1302318"/>
          </a:xfrm>
          <a:custGeom>
            <a:avLst/>
            <a:gdLst>
              <a:gd name="T0" fmla="*/ 1 w 1262"/>
              <a:gd name="T1" fmla="*/ 37 h 681"/>
              <a:gd name="T2" fmla="*/ 11 w 1262"/>
              <a:gd name="T3" fmla="*/ 49 h 681"/>
              <a:gd name="T4" fmla="*/ 34 w 1262"/>
              <a:gd name="T5" fmla="*/ 55 h 681"/>
              <a:gd name="T6" fmla="*/ 316 w 1262"/>
              <a:gd name="T7" fmla="*/ 54 h 681"/>
              <a:gd name="T8" fmla="*/ 330 w 1262"/>
              <a:gd name="T9" fmla="*/ 52 h 681"/>
              <a:gd name="T10" fmla="*/ 344 w 1262"/>
              <a:gd name="T11" fmla="*/ 46 h 681"/>
              <a:gd name="T12" fmla="*/ 354 w 1262"/>
              <a:gd name="T13" fmla="*/ 131 h 681"/>
              <a:gd name="T14" fmla="*/ 389 w 1262"/>
              <a:gd name="T15" fmla="*/ 209 h 681"/>
              <a:gd name="T16" fmla="*/ 425 w 1262"/>
              <a:gd name="T17" fmla="*/ 254 h 681"/>
              <a:gd name="T18" fmla="*/ 466 w 1262"/>
              <a:gd name="T19" fmla="*/ 288 h 681"/>
              <a:gd name="T20" fmla="*/ 509 w 1262"/>
              <a:gd name="T21" fmla="*/ 315 h 681"/>
              <a:gd name="T22" fmla="*/ 557 w 1262"/>
              <a:gd name="T23" fmla="*/ 332 h 681"/>
              <a:gd name="T24" fmla="*/ 607 w 1262"/>
              <a:gd name="T25" fmla="*/ 339 h 681"/>
              <a:gd name="T26" fmla="*/ 678 w 1262"/>
              <a:gd name="T27" fmla="*/ 336 h 681"/>
              <a:gd name="T28" fmla="*/ 722 w 1262"/>
              <a:gd name="T29" fmla="*/ 326 h 681"/>
              <a:gd name="T30" fmla="*/ 782 w 1262"/>
              <a:gd name="T31" fmla="*/ 298 h 681"/>
              <a:gd name="T32" fmla="*/ 833 w 1262"/>
              <a:gd name="T33" fmla="*/ 259 h 681"/>
              <a:gd name="T34" fmla="*/ 874 w 1262"/>
              <a:gd name="T35" fmla="*/ 208 h 681"/>
              <a:gd name="T36" fmla="*/ 903 w 1262"/>
              <a:gd name="T37" fmla="*/ 149 h 681"/>
              <a:gd name="T38" fmla="*/ 916 w 1262"/>
              <a:gd name="T39" fmla="*/ 107 h 681"/>
              <a:gd name="T40" fmla="*/ 922 w 1262"/>
              <a:gd name="T41" fmla="*/ 34 h 681"/>
              <a:gd name="T42" fmla="*/ 922 w 1262"/>
              <a:gd name="T43" fmla="*/ 7 h 681"/>
              <a:gd name="T44" fmla="*/ 930 w 1262"/>
              <a:gd name="T45" fmla="*/ 3 h 681"/>
              <a:gd name="T46" fmla="*/ 933 w 1262"/>
              <a:gd name="T47" fmla="*/ 15 h 681"/>
              <a:gd name="T48" fmla="*/ 934 w 1262"/>
              <a:gd name="T49" fmla="*/ 31 h 681"/>
              <a:gd name="T50" fmla="*/ 945 w 1262"/>
              <a:gd name="T51" fmla="*/ 41 h 681"/>
              <a:gd name="T52" fmla="*/ 967 w 1262"/>
              <a:gd name="T53" fmla="*/ 43 h 681"/>
              <a:gd name="T54" fmla="*/ 1237 w 1262"/>
              <a:gd name="T55" fmla="*/ 43 h 681"/>
              <a:gd name="T56" fmla="*/ 1259 w 1262"/>
              <a:gd name="T57" fmla="*/ 48 h 681"/>
              <a:gd name="T58" fmla="*/ 1260 w 1262"/>
              <a:gd name="T59" fmla="*/ 99 h 681"/>
              <a:gd name="T60" fmla="*/ 1234 w 1262"/>
              <a:gd name="T61" fmla="*/ 235 h 681"/>
              <a:gd name="T62" fmla="*/ 1180 w 1262"/>
              <a:gd name="T63" fmla="*/ 363 h 681"/>
              <a:gd name="T64" fmla="*/ 1136 w 1262"/>
              <a:gd name="T65" fmla="*/ 429 h 681"/>
              <a:gd name="T66" fmla="*/ 1073 w 1262"/>
              <a:gd name="T67" fmla="*/ 502 h 681"/>
              <a:gd name="T68" fmla="*/ 998 w 1262"/>
              <a:gd name="T69" fmla="*/ 565 h 681"/>
              <a:gd name="T70" fmla="*/ 941 w 1262"/>
              <a:gd name="T71" fmla="*/ 602 h 681"/>
              <a:gd name="T72" fmla="*/ 841 w 1262"/>
              <a:gd name="T73" fmla="*/ 647 h 681"/>
              <a:gd name="T74" fmla="*/ 737 w 1262"/>
              <a:gd name="T75" fmla="*/ 673 h 681"/>
              <a:gd name="T76" fmla="*/ 670 w 1262"/>
              <a:gd name="T77" fmla="*/ 681 h 681"/>
              <a:gd name="T78" fmla="*/ 582 w 1262"/>
              <a:gd name="T79" fmla="*/ 679 h 681"/>
              <a:gd name="T80" fmla="*/ 495 w 1262"/>
              <a:gd name="T81" fmla="*/ 667 h 681"/>
              <a:gd name="T82" fmla="*/ 413 w 1262"/>
              <a:gd name="T83" fmla="*/ 644 h 681"/>
              <a:gd name="T84" fmla="*/ 332 w 1262"/>
              <a:gd name="T85" fmla="*/ 606 h 681"/>
              <a:gd name="T86" fmla="*/ 256 w 1262"/>
              <a:gd name="T87" fmla="*/ 557 h 681"/>
              <a:gd name="T88" fmla="*/ 212 w 1262"/>
              <a:gd name="T89" fmla="*/ 520 h 681"/>
              <a:gd name="T90" fmla="*/ 152 w 1262"/>
              <a:gd name="T91" fmla="*/ 461 h 681"/>
              <a:gd name="T92" fmla="*/ 102 w 1262"/>
              <a:gd name="T93" fmla="*/ 394 h 681"/>
              <a:gd name="T94" fmla="*/ 63 w 1262"/>
              <a:gd name="T95" fmla="*/ 322 h 681"/>
              <a:gd name="T96" fmla="*/ 32 w 1262"/>
              <a:gd name="T97" fmla="*/ 243 h 681"/>
              <a:gd name="T98" fmla="*/ 17 w 1262"/>
              <a:gd name="T99" fmla="*/ 187 h 681"/>
              <a:gd name="T100" fmla="*/ 4 w 1262"/>
              <a:gd name="T101" fmla="*/ 116 h 681"/>
              <a:gd name="T102" fmla="*/ 4 w 1262"/>
              <a:gd name="T103" fmla="*/ 76 h 681"/>
              <a:gd name="T104" fmla="*/ 0 w 1262"/>
              <a:gd name="T105" fmla="*/ 37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262" h="681">
                <a:moveTo>
                  <a:pt x="1" y="29"/>
                </a:moveTo>
                <a:lnTo>
                  <a:pt x="1" y="29"/>
                </a:lnTo>
                <a:lnTo>
                  <a:pt x="1" y="37"/>
                </a:lnTo>
                <a:lnTo>
                  <a:pt x="4" y="41"/>
                </a:lnTo>
                <a:lnTo>
                  <a:pt x="6" y="46"/>
                </a:lnTo>
                <a:lnTo>
                  <a:pt x="11" y="49"/>
                </a:lnTo>
                <a:lnTo>
                  <a:pt x="15" y="52"/>
                </a:lnTo>
                <a:lnTo>
                  <a:pt x="20" y="54"/>
                </a:lnTo>
                <a:lnTo>
                  <a:pt x="34" y="55"/>
                </a:lnTo>
                <a:lnTo>
                  <a:pt x="34" y="55"/>
                </a:lnTo>
                <a:lnTo>
                  <a:pt x="175" y="54"/>
                </a:lnTo>
                <a:lnTo>
                  <a:pt x="316" y="54"/>
                </a:lnTo>
                <a:lnTo>
                  <a:pt x="316" y="54"/>
                </a:lnTo>
                <a:lnTo>
                  <a:pt x="324" y="54"/>
                </a:lnTo>
                <a:lnTo>
                  <a:pt x="330" y="52"/>
                </a:lnTo>
                <a:lnTo>
                  <a:pt x="338" y="51"/>
                </a:lnTo>
                <a:lnTo>
                  <a:pt x="344" y="46"/>
                </a:lnTo>
                <a:lnTo>
                  <a:pt x="344" y="46"/>
                </a:lnTo>
                <a:lnTo>
                  <a:pt x="344" y="76"/>
                </a:lnTo>
                <a:lnTo>
                  <a:pt x="349" y="105"/>
                </a:lnTo>
                <a:lnTo>
                  <a:pt x="354" y="131"/>
                </a:lnTo>
                <a:lnTo>
                  <a:pt x="363" y="159"/>
                </a:lnTo>
                <a:lnTo>
                  <a:pt x="374" y="184"/>
                </a:lnTo>
                <a:lnTo>
                  <a:pt x="389" y="209"/>
                </a:lnTo>
                <a:lnTo>
                  <a:pt x="405" y="232"/>
                </a:lnTo>
                <a:lnTo>
                  <a:pt x="425" y="254"/>
                </a:lnTo>
                <a:lnTo>
                  <a:pt x="425" y="254"/>
                </a:lnTo>
                <a:lnTo>
                  <a:pt x="439" y="267"/>
                </a:lnTo>
                <a:lnTo>
                  <a:pt x="452" y="277"/>
                </a:lnTo>
                <a:lnTo>
                  <a:pt x="466" y="288"/>
                </a:lnTo>
                <a:lnTo>
                  <a:pt x="481" y="298"/>
                </a:lnTo>
                <a:lnTo>
                  <a:pt x="495" y="307"/>
                </a:lnTo>
                <a:lnTo>
                  <a:pt x="509" y="315"/>
                </a:lnTo>
                <a:lnTo>
                  <a:pt x="525" y="321"/>
                </a:lnTo>
                <a:lnTo>
                  <a:pt x="540" y="327"/>
                </a:lnTo>
                <a:lnTo>
                  <a:pt x="557" y="332"/>
                </a:lnTo>
                <a:lnTo>
                  <a:pt x="573" y="335"/>
                </a:lnTo>
                <a:lnTo>
                  <a:pt x="590" y="338"/>
                </a:lnTo>
                <a:lnTo>
                  <a:pt x="607" y="339"/>
                </a:lnTo>
                <a:lnTo>
                  <a:pt x="624" y="339"/>
                </a:lnTo>
                <a:lnTo>
                  <a:pt x="641" y="339"/>
                </a:lnTo>
                <a:lnTo>
                  <a:pt x="678" y="336"/>
                </a:lnTo>
                <a:lnTo>
                  <a:pt x="678" y="336"/>
                </a:lnTo>
                <a:lnTo>
                  <a:pt x="700" y="332"/>
                </a:lnTo>
                <a:lnTo>
                  <a:pt x="722" y="326"/>
                </a:lnTo>
                <a:lnTo>
                  <a:pt x="743" y="318"/>
                </a:lnTo>
                <a:lnTo>
                  <a:pt x="764" y="308"/>
                </a:lnTo>
                <a:lnTo>
                  <a:pt x="782" y="298"/>
                </a:lnTo>
                <a:lnTo>
                  <a:pt x="801" y="287"/>
                </a:lnTo>
                <a:lnTo>
                  <a:pt x="818" y="273"/>
                </a:lnTo>
                <a:lnTo>
                  <a:pt x="833" y="259"/>
                </a:lnTo>
                <a:lnTo>
                  <a:pt x="849" y="242"/>
                </a:lnTo>
                <a:lnTo>
                  <a:pt x="861" y="225"/>
                </a:lnTo>
                <a:lnTo>
                  <a:pt x="874" y="208"/>
                </a:lnTo>
                <a:lnTo>
                  <a:pt x="885" y="189"/>
                </a:lnTo>
                <a:lnTo>
                  <a:pt x="896" y="169"/>
                </a:lnTo>
                <a:lnTo>
                  <a:pt x="903" y="149"/>
                </a:lnTo>
                <a:lnTo>
                  <a:pt x="910" y="128"/>
                </a:lnTo>
                <a:lnTo>
                  <a:pt x="916" y="107"/>
                </a:lnTo>
                <a:lnTo>
                  <a:pt x="916" y="107"/>
                </a:lnTo>
                <a:lnTo>
                  <a:pt x="919" y="88"/>
                </a:lnTo>
                <a:lnTo>
                  <a:pt x="920" y="71"/>
                </a:lnTo>
                <a:lnTo>
                  <a:pt x="922" y="34"/>
                </a:lnTo>
                <a:lnTo>
                  <a:pt x="922" y="34"/>
                </a:lnTo>
                <a:lnTo>
                  <a:pt x="922" y="15"/>
                </a:lnTo>
                <a:lnTo>
                  <a:pt x="922" y="7"/>
                </a:lnTo>
                <a:lnTo>
                  <a:pt x="927" y="0"/>
                </a:lnTo>
                <a:lnTo>
                  <a:pt x="927" y="0"/>
                </a:lnTo>
                <a:lnTo>
                  <a:pt x="930" y="3"/>
                </a:lnTo>
                <a:lnTo>
                  <a:pt x="931" y="6"/>
                </a:lnTo>
                <a:lnTo>
                  <a:pt x="933" y="10"/>
                </a:lnTo>
                <a:lnTo>
                  <a:pt x="933" y="15"/>
                </a:lnTo>
                <a:lnTo>
                  <a:pt x="933" y="15"/>
                </a:lnTo>
                <a:lnTo>
                  <a:pt x="933" y="24"/>
                </a:lnTo>
                <a:lnTo>
                  <a:pt x="934" y="31"/>
                </a:lnTo>
                <a:lnTo>
                  <a:pt x="938" y="37"/>
                </a:lnTo>
                <a:lnTo>
                  <a:pt x="941" y="40"/>
                </a:lnTo>
                <a:lnTo>
                  <a:pt x="945" y="41"/>
                </a:lnTo>
                <a:lnTo>
                  <a:pt x="951" y="43"/>
                </a:lnTo>
                <a:lnTo>
                  <a:pt x="967" y="43"/>
                </a:lnTo>
                <a:lnTo>
                  <a:pt x="967" y="43"/>
                </a:lnTo>
                <a:lnTo>
                  <a:pt x="1228" y="43"/>
                </a:lnTo>
                <a:lnTo>
                  <a:pt x="1228" y="43"/>
                </a:lnTo>
                <a:lnTo>
                  <a:pt x="1237" y="43"/>
                </a:lnTo>
                <a:lnTo>
                  <a:pt x="1246" y="43"/>
                </a:lnTo>
                <a:lnTo>
                  <a:pt x="1254" y="46"/>
                </a:lnTo>
                <a:lnTo>
                  <a:pt x="1259" y="48"/>
                </a:lnTo>
                <a:lnTo>
                  <a:pt x="1262" y="51"/>
                </a:lnTo>
                <a:lnTo>
                  <a:pt x="1262" y="51"/>
                </a:lnTo>
                <a:lnTo>
                  <a:pt x="1260" y="99"/>
                </a:lnTo>
                <a:lnTo>
                  <a:pt x="1256" y="145"/>
                </a:lnTo>
                <a:lnTo>
                  <a:pt x="1246" y="190"/>
                </a:lnTo>
                <a:lnTo>
                  <a:pt x="1234" y="235"/>
                </a:lnTo>
                <a:lnTo>
                  <a:pt x="1220" y="279"/>
                </a:lnTo>
                <a:lnTo>
                  <a:pt x="1201" y="321"/>
                </a:lnTo>
                <a:lnTo>
                  <a:pt x="1180" y="363"/>
                </a:lnTo>
                <a:lnTo>
                  <a:pt x="1155" y="403"/>
                </a:lnTo>
                <a:lnTo>
                  <a:pt x="1155" y="403"/>
                </a:lnTo>
                <a:lnTo>
                  <a:pt x="1136" y="429"/>
                </a:lnTo>
                <a:lnTo>
                  <a:pt x="1116" y="456"/>
                </a:lnTo>
                <a:lnTo>
                  <a:pt x="1096" y="479"/>
                </a:lnTo>
                <a:lnTo>
                  <a:pt x="1073" y="502"/>
                </a:lnTo>
                <a:lnTo>
                  <a:pt x="1049" y="524"/>
                </a:lnTo>
                <a:lnTo>
                  <a:pt x="1024" y="544"/>
                </a:lnTo>
                <a:lnTo>
                  <a:pt x="998" y="565"/>
                </a:lnTo>
                <a:lnTo>
                  <a:pt x="972" y="582"/>
                </a:lnTo>
                <a:lnTo>
                  <a:pt x="972" y="582"/>
                </a:lnTo>
                <a:lnTo>
                  <a:pt x="941" y="602"/>
                </a:lnTo>
                <a:lnTo>
                  <a:pt x="908" y="619"/>
                </a:lnTo>
                <a:lnTo>
                  <a:pt x="875" y="634"/>
                </a:lnTo>
                <a:lnTo>
                  <a:pt x="841" y="647"/>
                </a:lnTo>
                <a:lnTo>
                  <a:pt x="807" y="658"/>
                </a:lnTo>
                <a:lnTo>
                  <a:pt x="773" y="667"/>
                </a:lnTo>
                <a:lnTo>
                  <a:pt x="737" y="673"/>
                </a:lnTo>
                <a:lnTo>
                  <a:pt x="702" y="678"/>
                </a:lnTo>
                <a:lnTo>
                  <a:pt x="702" y="678"/>
                </a:lnTo>
                <a:lnTo>
                  <a:pt x="670" y="681"/>
                </a:lnTo>
                <a:lnTo>
                  <a:pt x="641" y="681"/>
                </a:lnTo>
                <a:lnTo>
                  <a:pt x="611" y="681"/>
                </a:lnTo>
                <a:lnTo>
                  <a:pt x="582" y="679"/>
                </a:lnTo>
                <a:lnTo>
                  <a:pt x="552" y="676"/>
                </a:lnTo>
                <a:lnTo>
                  <a:pt x="525" y="673"/>
                </a:lnTo>
                <a:lnTo>
                  <a:pt x="495" y="667"/>
                </a:lnTo>
                <a:lnTo>
                  <a:pt x="467" y="661"/>
                </a:lnTo>
                <a:lnTo>
                  <a:pt x="439" y="653"/>
                </a:lnTo>
                <a:lnTo>
                  <a:pt x="413" y="644"/>
                </a:lnTo>
                <a:lnTo>
                  <a:pt x="385" y="633"/>
                </a:lnTo>
                <a:lnTo>
                  <a:pt x="358" y="620"/>
                </a:lnTo>
                <a:lnTo>
                  <a:pt x="332" y="606"/>
                </a:lnTo>
                <a:lnTo>
                  <a:pt x="307" y="591"/>
                </a:lnTo>
                <a:lnTo>
                  <a:pt x="282" y="575"/>
                </a:lnTo>
                <a:lnTo>
                  <a:pt x="256" y="557"/>
                </a:lnTo>
                <a:lnTo>
                  <a:pt x="256" y="557"/>
                </a:lnTo>
                <a:lnTo>
                  <a:pt x="234" y="540"/>
                </a:lnTo>
                <a:lnTo>
                  <a:pt x="212" y="520"/>
                </a:lnTo>
                <a:lnTo>
                  <a:pt x="191" y="501"/>
                </a:lnTo>
                <a:lnTo>
                  <a:pt x="172" y="481"/>
                </a:lnTo>
                <a:lnTo>
                  <a:pt x="152" y="461"/>
                </a:lnTo>
                <a:lnTo>
                  <a:pt x="135" y="439"/>
                </a:lnTo>
                <a:lnTo>
                  <a:pt x="118" y="417"/>
                </a:lnTo>
                <a:lnTo>
                  <a:pt x="102" y="394"/>
                </a:lnTo>
                <a:lnTo>
                  <a:pt x="88" y="371"/>
                </a:lnTo>
                <a:lnTo>
                  <a:pt x="74" y="346"/>
                </a:lnTo>
                <a:lnTo>
                  <a:pt x="63" y="322"/>
                </a:lnTo>
                <a:lnTo>
                  <a:pt x="51" y="296"/>
                </a:lnTo>
                <a:lnTo>
                  <a:pt x="42" y="270"/>
                </a:lnTo>
                <a:lnTo>
                  <a:pt x="32" y="243"/>
                </a:lnTo>
                <a:lnTo>
                  <a:pt x="25" y="215"/>
                </a:lnTo>
                <a:lnTo>
                  <a:pt x="17" y="187"/>
                </a:lnTo>
                <a:lnTo>
                  <a:pt x="17" y="187"/>
                </a:lnTo>
                <a:lnTo>
                  <a:pt x="12" y="164"/>
                </a:lnTo>
                <a:lnTo>
                  <a:pt x="7" y="139"/>
                </a:lnTo>
                <a:lnTo>
                  <a:pt x="4" y="116"/>
                </a:lnTo>
                <a:lnTo>
                  <a:pt x="4" y="91"/>
                </a:lnTo>
                <a:lnTo>
                  <a:pt x="4" y="91"/>
                </a:lnTo>
                <a:lnTo>
                  <a:pt x="4" y="76"/>
                </a:lnTo>
                <a:lnTo>
                  <a:pt x="1" y="60"/>
                </a:lnTo>
                <a:lnTo>
                  <a:pt x="0" y="45"/>
                </a:lnTo>
                <a:lnTo>
                  <a:pt x="0" y="37"/>
                </a:lnTo>
                <a:lnTo>
                  <a:pt x="1" y="29"/>
                </a:lnTo>
                <a:lnTo>
                  <a:pt x="1" y="29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" name="Freeform 9"/>
          <p:cNvSpPr/>
          <p:nvPr/>
        </p:nvSpPr>
        <p:spPr bwMode="auto">
          <a:xfrm flipV="1">
            <a:off x="5751199" y="3821027"/>
            <a:ext cx="2396188" cy="1304230"/>
          </a:xfrm>
          <a:custGeom>
            <a:avLst/>
            <a:gdLst>
              <a:gd name="T0" fmla="*/ 29 w 1253"/>
              <a:gd name="T1" fmla="*/ 629 h 682"/>
              <a:gd name="T2" fmla="*/ 6 w 1253"/>
              <a:gd name="T3" fmla="*/ 627 h 682"/>
              <a:gd name="T4" fmla="*/ 0 w 1253"/>
              <a:gd name="T5" fmla="*/ 616 h 682"/>
              <a:gd name="T6" fmla="*/ 0 w 1253"/>
              <a:gd name="T7" fmla="*/ 578 h 682"/>
              <a:gd name="T8" fmla="*/ 12 w 1253"/>
              <a:gd name="T9" fmla="*/ 492 h 682"/>
              <a:gd name="T10" fmla="*/ 49 w 1253"/>
              <a:gd name="T11" fmla="*/ 376 h 682"/>
              <a:gd name="T12" fmla="*/ 105 w 1253"/>
              <a:gd name="T13" fmla="*/ 273 h 682"/>
              <a:gd name="T14" fmla="*/ 181 w 1253"/>
              <a:gd name="T15" fmla="*/ 185 h 682"/>
              <a:gd name="T16" fmla="*/ 276 w 1253"/>
              <a:gd name="T17" fmla="*/ 109 h 682"/>
              <a:gd name="T18" fmla="*/ 351 w 1253"/>
              <a:gd name="T19" fmla="*/ 67 h 682"/>
              <a:gd name="T20" fmla="*/ 425 w 1253"/>
              <a:gd name="T21" fmla="*/ 36 h 682"/>
              <a:gd name="T22" fmla="*/ 503 w 1253"/>
              <a:gd name="T23" fmla="*/ 14 h 682"/>
              <a:gd name="T24" fmla="*/ 580 w 1253"/>
              <a:gd name="T25" fmla="*/ 3 h 682"/>
              <a:gd name="T26" fmla="*/ 658 w 1253"/>
              <a:gd name="T27" fmla="*/ 2 h 682"/>
              <a:gd name="T28" fmla="*/ 734 w 1253"/>
              <a:gd name="T29" fmla="*/ 10 h 682"/>
              <a:gd name="T30" fmla="*/ 809 w 1253"/>
              <a:gd name="T31" fmla="*/ 28 h 682"/>
              <a:gd name="T32" fmla="*/ 882 w 1253"/>
              <a:gd name="T33" fmla="*/ 55 h 682"/>
              <a:gd name="T34" fmla="*/ 950 w 1253"/>
              <a:gd name="T35" fmla="*/ 92 h 682"/>
              <a:gd name="T36" fmla="*/ 1015 w 1253"/>
              <a:gd name="T37" fmla="*/ 137 h 682"/>
              <a:gd name="T38" fmla="*/ 1076 w 1253"/>
              <a:gd name="T39" fmla="*/ 191 h 682"/>
              <a:gd name="T40" fmla="*/ 1111 w 1253"/>
              <a:gd name="T41" fmla="*/ 233 h 682"/>
              <a:gd name="T42" fmla="*/ 1161 w 1253"/>
              <a:gd name="T43" fmla="*/ 298 h 682"/>
              <a:gd name="T44" fmla="*/ 1198 w 1253"/>
              <a:gd name="T45" fmla="*/ 368 h 682"/>
              <a:gd name="T46" fmla="*/ 1228 w 1253"/>
              <a:gd name="T47" fmla="*/ 443 h 682"/>
              <a:gd name="T48" fmla="*/ 1245 w 1253"/>
              <a:gd name="T49" fmla="*/ 520 h 682"/>
              <a:gd name="T50" fmla="*/ 1253 w 1253"/>
              <a:gd name="T51" fmla="*/ 601 h 682"/>
              <a:gd name="T52" fmla="*/ 948 w 1253"/>
              <a:gd name="T53" fmla="*/ 629 h 682"/>
              <a:gd name="T54" fmla="*/ 925 w 1253"/>
              <a:gd name="T55" fmla="*/ 630 h 682"/>
              <a:gd name="T56" fmla="*/ 917 w 1253"/>
              <a:gd name="T57" fmla="*/ 643 h 682"/>
              <a:gd name="T58" fmla="*/ 916 w 1253"/>
              <a:gd name="T59" fmla="*/ 682 h 682"/>
              <a:gd name="T60" fmla="*/ 913 w 1253"/>
              <a:gd name="T61" fmla="*/ 658 h 682"/>
              <a:gd name="T62" fmla="*/ 913 w 1253"/>
              <a:gd name="T63" fmla="*/ 607 h 682"/>
              <a:gd name="T64" fmla="*/ 894 w 1253"/>
              <a:gd name="T65" fmla="*/ 525 h 682"/>
              <a:gd name="T66" fmla="*/ 854 w 1253"/>
              <a:gd name="T67" fmla="*/ 455 h 682"/>
              <a:gd name="T68" fmla="*/ 795 w 1253"/>
              <a:gd name="T69" fmla="*/ 398 h 682"/>
              <a:gd name="T70" fmla="*/ 723 w 1253"/>
              <a:gd name="T71" fmla="*/ 359 h 682"/>
              <a:gd name="T72" fmla="*/ 641 w 1253"/>
              <a:gd name="T73" fmla="*/ 343 h 682"/>
              <a:gd name="T74" fmla="*/ 582 w 1253"/>
              <a:gd name="T75" fmla="*/ 346 h 682"/>
              <a:gd name="T76" fmla="*/ 503 w 1253"/>
              <a:gd name="T77" fmla="*/ 371 h 682"/>
              <a:gd name="T78" fmla="*/ 434 w 1253"/>
              <a:gd name="T79" fmla="*/ 416 h 682"/>
              <a:gd name="T80" fmla="*/ 382 w 1253"/>
              <a:gd name="T81" fmla="*/ 478 h 682"/>
              <a:gd name="T82" fmla="*/ 347 w 1253"/>
              <a:gd name="T83" fmla="*/ 553 h 682"/>
              <a:gd name="T84" fmla="*/ 338 w 1253"/>
              <a:gd name="T85" fmla="*/ 609 h 682"/>
              <a:gd name="T86" fmla="*/ 335 w 1253"/>
              <a:gd name="T87" fmla="*/ 629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253" h="682">
                <a:moveTo>
                  <a:pt x="335" y="629"/>
                </a:moveTo>
                <a:lnTo>
                  <a:pt x="335" y="629"/>
                </a:lnTo>
                <a:lnTo>
                  <a:pt x="29" y="629"/>
                </a:lnTo>
                <a:lnTo>
                  <a:pt x="29" y="629"/>
                </a:lnTo>
                <a:lnTo>
                  <a:pt x="12" y="629"/>
                </a:lnTo>
                <a:lnTo>
                  <a:pt x="6" y="627"/>
                </a:lnTo>
                <a:lnTo>
                  <a:pt x="3" y="626"/>
                </a:lnTo>
                <a:lnTo>
                  <a:pt x="1" y="621"/>
                </a:lnTo>
                <a:lnTo>
                  <a:pt x="0" y="616"/>
                </a:lnTo>
                <a:lnTo>
                  <a:pt x="0" y="598"/>
                </a:lnTo>
                <a:lnTo>
                  <a:pt x="0" y="598"/>
                </a:lnTo>
                <a:lnTo>
                  <a:pt x="0" y="578"/>
                </a:lnTo>
                <a:lnTo>
                  <a:pt x="0" y="578"/>
                </a:lnTo>
                <a:lnTo>
                  <a:pt x="4" y="534"/>
                </a:lnTo>
                <a:lnTo>
                  <a:pt x="12" y="492"/>
                </a:lnTo>
                <a:lnTo>
                  <a:pt x="23" y="452"/>
                </a:lnTo>
                <a:lnTo>
                  <a:pt x="35" y="413"/>
                </a:lnTo>
                <a:lnTo>
                  <a:pt x="49" y="376"/>
                </a:lnTo>
                <a:lnTo>
                  <a:pt x="66" y="340"/>
                </a:lnTo>
                <a:lnTo>
                  <a:pt x="85" y="306"/>
                </a:lnTo>
                <a:lnTo>
                  <a:pt x="105" y="273"/>
                </a:lnTo>
                <a:lnTo>
                  <a:pt x="129" y="242"/>
                </a:lnTo>
                <a:lnTo>
                  <a:pt x="153" y="213"/>
                </a:lnTo>
                <a:lnTo>
                  <a:pt x="181" y="185"/>
                </a:lnTo>
                <a:lnTo>
                  <a:pt x="211" y="157"/>
                </a:lnTo>
                <a:lnTo>
                  <a:pt x="242" y="132"/>
                </a:lnTo>
                <a:lnTo>
                  <a:pt x="276" y="109"/>
                </a:lnTo>
                <a:lnTo>
                  <a:pt x="312" y="87"/>
                </a:lnTo>
                <a:lnTo>
                  <a:pt x="351" y="67"/>
                </a:lnTo>
                <a:lnTo>
                  <a:pt x="351" y="67"/>
                </a:lnTo>
                <a:lnTo>
                  <a:pt x="375" y="55"/>
                </a:lnTo>
                <a:lnTo>
                  <a:pt x="400" y="45"/>
                </a:lnTo>
                <a:lnTo>
                  <a:pt x="425" y="36"/>
                </a:lnTo>
                <a:lnTo>
                  <a:pt x="451" y="27"/>
                </a:lnTo>
                <a:lnTo>
                  <a:pt x="476" y="20"/>
                </a:lnTo>
                <a:lnTo>
                  <a:pt x="503" y="14"/>
                </a:lnTo>
                <a:lnTo>
                  <a:pt x="528" y="10"/>
                </a:lnTo>
                <a:lnTo>
                  <a:pt x="554" y="5"/>
                </a:lnTo>
                <a:lnTo>
                  <a:pt x="580" y="3"/>
                </a:lnTo>
                <a:lnTo>
                  <a:pt x="605" y="2"/>
                </a:lnTo>
                <a:lnTo>
                  <a:pt x="632" y="0"/>
                </a:lnTo>
                <a:lnTo>
                  <a:pt x="658" y="2"/>
                </a:lnTo>
                <a:lnTo>
                  <a:pt x="683" y="3"/>
                </a:lnTo>
                <a:lnTo>
                  <a:pt x="709" y="6"/>
                </a:lnTo>
                <a:lnTo>
                  <a:pt x="734" y="10"/>
                </a:lnTo>
                <a:lnTo>
                  <a:pt x="759" y="14"/>
                </a:lnTo>
                <a:lnTo>
                  <a:pt x="784" y="20"/>
                </a:lnTo>
                <a:lnTo>
                  <a:pt x="809" y="28"/>
                </a:lnTo>
                <a:lnTo>
                  <a:pt x="833" y="36"/>
                </a:lnTo>
                <a:lnTo>
                  <a:pt x="857" y="45"/>
                </a:lnTo>
                <a:lnTo>
                  <a:pt x="882" y="55"/>
                </a:lnTo>
                <a:lnTo>
                  <a:pt x="905" y="67"/>
                </a:lnTo>
                <a:lnTo>
                  <a:pt x="927" y="78"/>
                </a:lnTo>
                <a:lnTo>
                  <a:pt x="950" y="92"/>
                </a:lnTo>
                <a:lnTo>
                  <a:pt x="972" y="106"/>
                </a:lnTo>
                <a:lnTo>
                  <a:pt x="993" y="121"/>
                </a:lnTo>
                <a:lnTo>
                  <a:pt x="1015" y="137"/>
                </a:lnTo>
                <a:lnTo>
                  <a:pt x="1035" y="154"/>
                </a:lnTo>
                <a:lnTo>
                  <a:pt x="1055" y="172"/>
                </a:lnTo>
                <a:lnTo>
                  <a:pt x="1076" y="191"/>
                </a:lnTo>
                <a:lnTo>
                  <a:pt x="1094" y="211"/>
                </a:lnTo>
                <a:lnTo>
                  <a:pt x="1111" y="233"/>
                </a:lnTo>
                <a:lnTo>
                  <a:pt x="1111" y="233"/>
                </a:lnTo>
                <a:lnTo>
                  <a:pt x="1128" y="253"/>
                </a:lnTo>
                <a:lnTo>
                  <a:pt x="1145" y="276"/>
                </a:lnTo>
                <a:lnTo>
                  <a:pt x="1161" y="298"/>
                </a:lnTo>
                <a:lnTo>
                  <a:pt x="1175" y="321"/>
                </a:lnTo>
                <a:lnTo>
                  <a:pt x="1187" y="345"/>
                </a:lnTo>
                <a:lnTo>
                  <a:pt x="1198" y="368"/>
                </a:lnTo>
                <a:lnTo>
                  <a:pt x="1209" y="393"/>
                </a:lnTo>
                <a:lnTo>
                  <a:pt x="1218" y="416"/>
                </a:lnTo>
                <a:lnTo>
                  <a:pt x="1228" y="443"/>
                </a:lnTo>
                <a:lnTo>
                  <a:pt x="1234" y="467"/>
                </a:lnTo>
                <a:lnTo>
                  <a:pt x="1240" y="494"/>
                </a:lnTo>
                <a:lnTo>
                  <a:pt x="1245" y="520"/>
                </a:lnTo>
                <a:lnTo>
                  <a:pt x="1250" y="547"/>
                </a:lnTo>
                <a:lnTo>
                  <a:pt x="1251" y="573"/>
                </a:lnTo>
                <a:lnTo>
                  <a:pt x="1253" y="601"/>
                </a:lnTo>
                <a:lnTo>
                  <a:pt x="1253" y="629"/>
                </a:lnTo>
                <a:lnTo>
                  <a:pt x="1253" y="629"/>
                </a:lnTo>
                <a:lnTo>
                  <a:pt x="948" y="629"/>
                </a:lnTo>
                <a:lnTo>
                  <a:pt x="948" y="629"/>
                </a:lnTo>
                <a:lnTo>
                  <a:pt x="930" y="630"/>
                </a:lnTo>
                <a:lnTo>
                  <a:pt x="925" y="630"/>
                </a:lnTo>
                <a:lnTo>
                  <a:pt x="920" y="633"/>
                </a:lnTo>
                <a:lnTo>
                  <a:pt x="919" y="637"/>
                </a:lnTo>
                <a:lnTo>
                  <a:pt x="917" y="643"/>
                </a:lnTo>
                <a:lnTo>
                  <a:pt x="917" y="660"/>
                </a:lnTo>
                <a:lnTo>
                  <a:pt x="917" y="660"/>
                </a:lnTo>
                <a:lnTo>
                  <a:pt x="916" y="682"/>
                </a:lnTo>
                <a:lnTo>
                  <a:pt x="916" y="682"/>
                </a:lnTo>
                <a:lnTo>
                  <a:pt x="913" y="669"/>
                </a:lnTo>
                <a:lnTo>
                  <a:pt x="913" y="658"/>
                </a:lnTo>
                <a:lnTo>
                  <a:pt x="913" y="635"/>
                </a:lnTo>
                <a:lnTo>
                  <a:pt x="913" y="635"/>
                </a:lnTo>
                <a:lnTo>
                  <a:pt x="913" y="607"/>
                </a:lnTo>
                <a:lnTo>
                  <a:pt x="908" y="579"/>
                </a:lnTo>
                <a:lnTo>
                  <a:pt x="902" y="551"/>
                </a:lnTo>
                <a:lnTo>
                  <a:pt x="894" y="525"/>
                </a:lnTo>
                <a:lnTo>
                  <a:pt x="882" y="500"/>
                </a:lnTo>
                <a:lnTo>
                  <a:pt x="869" y="477"/>
                </a:lnTo>
                <a:lnTo>
                  <a:pt x="854" y="455"/>
                </a:lnTo>
                <a:lnTo>
                  <a:pt x="835" y="433"/>
                </a:lnTo>
                <a:lnTo>
                  <a:pt x="816" y="415"/>
                </a:lnTo>
                <a:lnTo>
                  <a:pt x="795" y="398"/>
                </a:lnTo>
                <a:lnTo>
                  <a:pt x="773" y="382"/>
                </a:lnTo>
                <a:lnTo>
                  <a:pt x="748" y="370"/>
                </a:lnTo>
                <a:lnTo>
                  <a:pt x="723" y="359"/>
                </a:lnTo>
                <a:lnTo>
                  <a:pt x="697" y="351"/>
                </a:lnTo>
                <a:lnTo>
                  <a:pt x="669" y="346"/>
                </a:lnTo>
                <a:lnTo>
                  <a:pt x="641" y="343"/>
                </a:lnTo>
                <a:lnTo>
                  <a:pt x="641" y="343"/>
                </a:lnTo>
                <a:lnTo>
                  <a:pt x="611" y="343"/>
                </a:lnTo>
                <a:lnTo>
                  <a:pt x="582" y="346"/>
                </a:lnTo>
                <a:lnTo>
                  <a:pt x="554" y="353"/>
                </a:lnTo>
                <a:lnTo>
                  <a:pt x="528" y="360"/>
                </a:lnTo>
                <a:lnTo>
                  <a:pt x="503" y="371"/>
                </a:lnTo>
                <a:lnTo>
                  <a:pt x="478" y="384"/>
                </a:lnTo>
                <a:lnTo>
                  <a:pt x="455" y="399"/>
                </a:lnTo>
                <a:lnTo>
                  <a:pt x="434" y="416"/>
                </a:lnTo>
                <a:lnTo>
                  <a:pt x="414" y="435"/>
                </a:lnTo>
                <a:lnTo>
                  <a:pt x="397" y="455"/>
                </a:lnTo>
                <a:lnTo>
                  <a:pt x="382" y="478"/>
                </a:lnTo>
                <a:lnTo>
                  <a:pt x="368" y="502"/>
                </a:lnTo>
                <a:lnTo>
                  <a:pt x="357" y="526"/>
                </a:lnTo>
                <a:lnTo>
                  <a:pt x="347" y="553"/>
                </a:lnTo>
                <a:lnTo>
                  <a:pt x="343" y="581"/>
                </a:lnTo>
                <a:lnTo>
                  <a:pt x="338" y="609"/>
                </a:lnTo>
                <a:lnTo>
                  <a:pt x="338" y="609"/>
                </a:lnTo>
                <a:lnTo>
                  <a:pt x="338" y="619"/>
                </a:lnTo>
                <a:lnTo>
                  <a:pt x="335" y="629"/>
                </a:lnTo>
                <a:lnTo>
                  <a:pt x="335" y="629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Freeform 6"/>
          <p:cNvSpPr/>
          <p:nvPr/>
        </p:nvSpPr>
        <p:spPr bwMode="auto">
          <a:xfrm>
            <a:off x="7499097" y="3920470"/>
            <a:ext cx="2405749" cy="1221999"/>
          </a:xfrm>
          <a:custGeom>
            <a:avLst/>
            <a:gdLst>
              <a:gd name="T0" fmla="*/ 342 w 1258"/>
              <a:gd name="T1" fmla="*/ 40 h 639"/>
              <a:gd name="T2" fmla="*/ 367 w 1258"/>
              <a:gd name="T3" fmla="*/ 132 h 639"/>
              <a:gd name="T4" fmla="*/ 399 w 1258"/>
              <a:gd name="T5" fmla="*/ 185 h 639"/>
              <a:gd name="T6" fmla="*/ 432 w 1258"/>
              <a:gd name="T7" fmla="*/ 220 h 639"/>
              <a:gd name="T8" fmla="*/ 463 w 1258"/>
              <a:gd name="T9" fmla="*/ 244 h 639"/>
              <a:gd name="T10" fmla="*/ 514 w 1258"/>
              <a:gd name="T11" fmla="*/ 275 h 639"/>
              <a:gd name="T12" fmla="*/ 570 w 1258"/>
              <a:gd name="T13" fmla="*/ 293 h 639"/>
              <a:gd name="T14" fmla="*/ 626 w 1258"/>
              <a:gd name="T15" fmla="*/ 300 h 639"/>
              <a:gd name="T16" fmla="*/ 683 w 1258"/>
              <a:gd name="T17" fmla="*/ 293 h 639"/>
              <a:gd name="T18" fmla="*/ 742 w 1258"/>
              <a:gd name="T19" fmla="*/ 273 h 639"/>
              <a:gd name="T20" fmla="*/ 780 w 1258"/>
              <a:gd name="T21" fmla="*/ 255 h 639"/>
              <a:gd name="T22" fmla="*/ 828 w 1258"/>
              <a:gd name="T23" fmla="*/ 219 h 639"/>
              <a:gd name="T24" fmla="*/ 865 w 1258"/>
              <a:gd name="T25" fmla="*/ 177 h 639"/>
              <a:gd name="T26" fmla="*/ 893 w 1258"/>
              <a:gd name="T27" fmla="*/ 126 h 639"/>
              <a:gd name="T28" fmla="*/ 910 w 1258"/>
              <a:gd name="T29" fmla="*/ 68 h 639"/>
              <a:gd name="T30" fmla="*/ 916 w 1258"/>
              <a:gd name="T31" fmla="*/ 26 h 639"/>
              <a:gd name="T32" fmla="*/ 926 w 1258"/>
              <a:gd name="T33" fmla="*/ 9 h 639"/>
              <a:gd name="T34" fmla="*/ 1087 w 1258"/>
              <a:gd name="T35" fmla="*/ 9 h 639"/>
              <a:gd name="T36" fmla="*/ 1250 w 1258"/>
              <a:gd name="T37" fmla="*/ 9 h 639"/>
              <a:gd name="T38" fmla="*/ 1256 w 1258"/>
              <a:gd name="T39" fmla="*/ 20 h 639"/>
              <a:gd name="T40" fmla="*/ 1255 w 1258"/>
              <a:gd name="T41" fmla="*/ 65 h 639"/>
              <a:gd name="T42" fmla="*/ 1238 w 1258"/>
              <a:gd name="T43" fmla="*/ 166 h 639"/>
              <a:gd name="T44" fmla="*/ 1207 w 1258"/>
              <a:gd name="T45" fmla="*/ 261 h 639"/>
              <a:gd name="T46" fmla="*/ 1160 w 1258"/>
              <a:gd name="T47" fmla="*/ 348 h 639"/>
              <a:gd name="T48" fmla="*/ 1099 w 1258"/>
              <a:gd name="T49" fmla="*/ 427 h 639"/>
              <a:gd name="T50" fmla="*/ 1023 w 1258"/>
              <a:gd name="T51" fmla="*/ 498 h 639"/>
              <a:gd name="T52" fmla="*/ 964 w 1258"/>
              <a:gd name="T53" fmla="*/ 542 h 639"/>
              <a:gd name="T54" fmla="*/ 871 w 1258"/>
              <a:gd name="T55" fmla="*/ 590 h 639"/>
              <a:gd name="T56" fmla="*/ 773 w 1258"/>
              <a:gd name="T57" fmla="*/ 622 h 639"/>
              <a:gd name="T58" fmla="*/ 674 w 1258"/>
              <a:gd name="T59" fmla="*/ 638 h 639"/>
              <a:gd name="T60" fmla="*/ 575 w 1258"/>
              <a:gd name="T61" fmla="*/ 636 h 639"/>
              <a:gd name="T62" fmla="*/ 477 w 1258"/>
              <a:gd name="T63" fmla="*/ 621 h 639"/>
              <a:gd name="T64" fmla="*/ 382 w 1258"/>
              <a:gd name="T65" fmla="*/ 588 h 639"/>
              <a:gd name="T66" fmla="*/ 292 w 1258"/>
              <a:gd name="T67" fmla="*/ 542 h 639"/>
              <a:gd name="T68" fmla="*/ 211 w 1258"/>
              <a:gd name="T69" fmla="*/ 481 h 639"/>
              <a:gd name="T70" fmla="*/ 140 w 1258"/>
              <a:gd name="T71" fmla="*/ 405 h 639"/>
              <a:gd name="T72" fmla="*/ 79 w 1258"/>
              <a:gd name="T73" fmla="*/ 317 h 639"/>
              <a:gd name="T74" fmla="*/ 48 w 1258"/>
              <a:gd name="T75" fmla="*/ 256 h 639"/>
              <a:gd name="T76" fmla="*/ 17 w 1258"/>
              <a:gd name="T77" fmla="*/ 160 h 639"/>
              <a:gd name="T78" fmla="*/ 2 w 1258"/>
              <a:gd name="T79" fmla="*/ 61 h 639"/>
              <a:gd name="T80" fmla="*/ 0 w 1258"/>
              <a:gd name="T81" fmla="*/ 25 h 639"/>
              <a:gd name="T82" fmla="*/ 5 w 1258"/>
              <a:gd name="T83" fmla="*/ 8 h 639"/>
              <a:gd name="T84" fmla="*/ 22 w 1258"/>
              <a:gd name="T85" fmla="*/ 2 h 639"/>
              <a:gd name="T86" fmla="*/ 54 w 1258"/>
              <a:gd name="T87" fmla="*/ 0 h 639"/>
              <a:gd name="T88" fmla="*/ 312 w 1258"/>
              <a:gd name="T89" fmla="*/ 0 h 639"/>
              <a:gd name="T90" fmla="*/ 339 w 1258"/>
              <a:gd name="T91" fmla="*/ 8 h 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58" h="639">
                <a:moveTo>
                  <a:pt x="339" y="8"/>
                </a:moveTo>
                <a:lnTo>
                  <a:pt x="339" y="8"/>
                </a:lnTo>
                <a:lnTo>
                  <a:pt x="342" y="40"/>
                </a:lnTo>
                <a:lnTo>
                  <a:pt x="348" y="73"/>
                </a:lnTo>
                <a:lnTo>
                  <a:pt x="356" y="102"/>
                </a:lnTo>
                <a:lnTo>
                  <a:pt x="367" y="132"/>
                </a:lnTo>
                <a:lnTo>
                  <a:pt x="382" y="160"/>
                </a:lnTo>
                <a:lnTo>
                  <a:pt x="390" y="172"/>
                </a:lnTo>
                <a:lnTo>
                  <a:pt x="399" y="185"/>
                </a:lnTo>
                <a:lnTo>
                  <a:pt x="410" y="197"/>
                </a:lnTo>
                <a:lnTo>
                  <a:pt x="421" y="210"/>
                </a:lnTo>
                <a:lnTo>
                  <a:pt x="432" y="220"/>
                </a:lnTo>
                <a:lnTo>
                  <a:pt x="446" y="231"/>
                </a:lnTo>
                <a:lnTo>
                  <a:pt x="446" y="231"/>
                </a:lnTo>
                <a:lnTo>
                  <a:pt x="463" y="244"/>
                </a:lnTo>
                <a:lnTo>
                  <a:pt x="480" y="256"/>
                </a:lnTo>
                <a:lnTo>
                  <a:pt x="497" y="265"/>
                </a:lnTo>
                <a:lnTo>
                  <a:pt x="514" y="275"/>
                </a:lnTo>
                <a:lnTo>
                  <a:pt x="533" y="283"/>
                </a:lnTo>
                <a:lnTo>
                  <a:pt x="551" y="289"/>
                </a:lnTo>
                <a:lnTo>
                  <a:pt x="570" y="293"/>
                </a:lnTo>
                <a:lnTo>
                  <a:pt x="587" y="296"/>
                </a:lnTo>
                <a:lnTo>
                  <a:pt x="607" y="298"/>
                </a:lnTo>
                <a:lnTo>
                  <a:pt x="626" y="300"/>
                </a:lnTo>
                <a:lnTo>
                  <a:pt x="644" y="298"/>
                </a:lnTo>
                <a:lnTo>
                  <a:pt x="663" y="296"/>
                </a:lnTo>
                <a:lnTo>
                  <a:pt x="683" y="293"/>
                </a:lnTo>
                <a:lnTo>
                  <a:pt x="702" y="289"/>
                </a:lnTo>
                <a:lnTo>
                  <a:pt x="722" y="281"/>
                </a:lnTo>
                <a:lnTo>
                  <a:pt x="742" y="273"/>
                </a:lnTo>
                <a:lnTo>
                  <a:pt x="742" y="273"/>
                </a:lnTo>
                <a:lnTo>
                  <a:pt x="761" y="265"/>
                </a:lnTo>
                <a:lnTo>
                  <a:pt x="780" y="255"/>
                </a:lnTo>
                <a:lnTo>
                  <a:pt x="797" y="244"/>
                </a:lnTo>
                <a:lnTo>
                  <a:pt x="812" y="233"/>
                </a:lnTo>
                <a:lnTo>
                  <a:pt x="828" y="219"/>
                </a:lnTo>
                <a:lnTo>
                  <a:pt x="842" y="206"/>
                </a:lnTo>
                <a:lnTo>
                  <a:pt x="854" y="192"/>
                </a:lnTo>
                <a:lnTo>
                  <a:pt x="865" y="177"/>
                </a:lnTo>
                <a:lnTo>
                  <a:pt x="876" y="160"/>
                </a:lnTo>
                <a:lnTo>
                  <a:pt x="885" y="144"/>
                </a:lnTo>
                <a:lnTo>
                  <a:pt x="893" y="126"/>
                </a:lnTo>
                <a:lnTo>
                  <a:pt x="899" y="109"/>
                </a:lnTo>
                <a:lnTo>
                  <a:pt x="905" y="88"/>
                </a:lnTo>
                <a:lnTo>
                  <a:pt x="910" y="68"/>
                </a:lnTo>
                <a:lnTo>
                  <a:pt x="913" y="48"/>
                </a:lnTo>
                <a:lnTo>
                  <a:pt x="916" y="26"/>
                </a:lnTo>
                <a:lnTo>
                  <a:pt x="916" y="26"/>
                </a:lnTo>
                <a:lnTo>
                  <a:pt x="918" y="19"/>
                </a:lnTo>
                <a:lnTo>
                  <a:pt x="921" y="12"/>
                </a:lnTo>
                <a:lnTo>
                  <a:pt x="926" y="9"/>
                </a:lnTo>
                <a:lnTo>
                  <a:pt x="935" y="8"/>
                </a:lnTo>
                <a:lnTo>
                  <a:pt x="935" y="8"/>
                </a:lnTo>
                <a:lnTo>
                  <a:pt x="1087" y="9"/>
                </a:lnTo>
                <a:lnTo>
                  <a:pt x="1239" y="8"/>
                </a:lnTo>
                <a:lnTo>
                  <a:pt x="1239" y="8"/>
                </a:lnTo>
                <a:lnTo>
                  <a:pt x="1250" y="9"/>
                </a:lnTo>
                <a:lnTo>
                  <a:pt x="1253" y="11"/>
                </a:lnTo>
                <a:lnTo>
                  <a:pt x="1255" y="14"/>
                </a:lnTo>
                <a:lnTo>
                  <a:pt x="1256" y="20"/>
                </a:lnTo>
                <a:lnTo>
                  <a:pt x="1258" y="30"/>
                </a:lnTo>
                <a:lnTo>
                  <a:pt x="1258" y="30"/>
                </a:lnTo>
                <a:lnTo>
                  <a:pt x="1255" y="65"/>
                </a:lnTo>
                <a:lnTo>
                  <a:pt x="1252" y="99"/>
                </a:lnTo>
                <a:lnTo>
                  <a:pt x="1245" y="134"/>
                </a:lnTo>
                <a:lnTo>
                  <a:pt x="1238" y="166"/>
                </a:lnTo>
                <a:lnTo>
                  <a:pt x="1230" y="199"/>
                </a:lnTo>
                <a:lnTo>
                  <a:pt x="1219" y="230"/>
                </a:lnTo>
                <a:lnTo>
                  <a:pt x="1207" y="261"/>
                </a:lnTo>
                <a:lnTo>
                  <a:pt x="1193" y="290"/>
                </a:lnTo>
                <a:lnTo>
                  <a:pt x="1177" y="320"/>
                </a:lnTo>
                <a:lnTo>
                  <a:pt x="1160" y="348"/>
                </a:lnTo>
                <a:lnTo>
                  <a:pt x="1141" y="376"/>
                </a:lnTo>
                <a:lnTo>
                  <a:pt x="1121" y="402"/>
                </a:lnTo>
                <a:lnTo>
                  <a:pt x="1099" y="427"/>
                </a:lnTo>
                <a:lnTo>
                  <a:pt x="1076" y="452"/>
                </a:lnTo>
                <a:lnTo>
                  <a:pt x="1050" y="477"/>
                </a:lnTo>
                <a:lnTo>
                  <a:pt x="1023" y="498"/>
                </a:lnTo>
                <a:lnTo>
                  <a:pt x="1023" y="498"/>
                </a:lnTo>
                <a:lnTo>
                  <a:pt x="994" y="522"/>
                </a:lnTo>
                <a:lnTo>
                  <a:pt x="964" y="542"/>
                </a:lnTo>
                <a:lnTo>
                  <a:pt x="933" y="559"/>
                </a:lnTo>
                <a:lnTo>
                  <a:pt x="902" y="576"/>
                </a:lnTo>
                <a:lnTo>
                  <a:pt x="871" y="590"/>
                </a:lnTo>
                <a:lnTo>
                  <a:pt x="839" y="602"/>
                </a:lnTo>
                <a:lnTo>
                  <a:pt x="808" y="613"/>
                </a:lnTo>
                <a:lnTo>
                  <a:pt x="773" y="622"/>
                </a:lnTo>
                <a:lnTo>
                  <a:pt x="741" y="629"/>
                </a:lnTo>
                <a:lnTo>
                  <a:pt x="708" y="633"/>
                </a:lnTo>
                <a:lnTo>
                  <a:pt x="674" y="638"/>
                </a:lnTo>
                <a:lnTo>
                  <a:pt x="641" y="639"/>
                </a:lnTo>
                <a:lnTo>
                  <a:pt x="607" y="638"/>
                </a:lnTo>
                <a:lnTo>
                  <a:pt x="575" y="636"/>
                </a:lnTo>
                <a:lnTo>
                  <a:pt x="542" y="633"/>
                </a:lnTo>
                <a:lnTo>
                  <a:pt x="509" y="627"/>
                </a:lnTo>
                <a:lnTo>
                  <a:pt x="477" y="621"/>
                </a:lnTo>
                <a:lnTo>
                  <a:pt x="444" y="612"/>
                </a:lnTo>
                <a:lnTo>
                  <a:pt x="413" y="601"/>
                </a:lnTo>
                <a:lnTo>
                  <a:pt x="382" y="588"/>
                </a:lnTo>
                <a:lnTo>
                  <a:pt x="351" y="574"/>
                </a:lnTo>
                <a:lnTo>
                  <a:pt x="322" y="559"/>
                </a:lnTo>
                <a:lnTo>
                  <a:pt x="292" y="542"/>
                </a:lnTo>
                <a:lnTo>
                  <a:pt x="264" y="523"/>
                </a:lnTo>
                <a:lnTo>
                  <a:pt x="238" y="503"/>
                </a:lnTo>
                <a:lnTo>
                  <a:pt x="211" y="481"/>
                </a:lnTo>
                <a:lnTo>
                  <a:pt x="186" y="456"/>
                </a:lnTo>
                <a:lnTo>
                  <a:pt x="162" y="432"/>
                </a:lnTo>
                <a:lnTo>
                  <a:pt x="140" y="405"/>
                </a:lnTo>
                <a:lnTo>
                  <a:pt x="118" y="377"/>
                </a:lnTo>
                <a:lnTo>
                  <a:pt x="98" y="348"/>
                </a:lnTo>
                <a:lnTo>
                  <a:pt x="79" y="317"/>
                </a:lnTo>
                <a:lnTo>
                  <a:pt x="79" y="317"/>
                </a:lnTo>
                <a:lnTo>
                  <a:pt x="64" y="286"/>
                </a:lnTo>
                <a:lnTo>
                  <a:pt x="48" y="256"/>
                </a:lnTo>
                <a:lnTo>
                  <a:pt x="36" y="225"/>
                </a:lnTo>
                <a:lnTo>
                  <a:pt x="25" y="192"/>
                </a:lnTo>
                <a:lnTo>
                  <a:pt x="17" y="160"/>
                </a:lnTo>
                <a:lnTo>
                  <a:pt x="9" y="127"/>
                </a:lnTo>
                <a:lnTo>
                  <a:pt x="5" y="95"/>
                </a:lnTo>
                <a:lnTo>
                  <a:pt x="2" y="61"/>
                </a:lnTo>
                <a:lnTo>
                  <a:pt x="2" y="61"/>
                </a:lnTo>
                <a:lnTo>
                  <a:pt x="0" y="40"/>
                </a:lnTo>
                <a:lnTo>
                  <a:pt x="0" y="25"/>
                </a:lnTo>
                <a:lnTo>
                  <a:pt x="2" y="14"/>
                </a:lnTo>
                <a:lnTo>
                  <a:pt x="3" y="11"/>
                </a:lnTo>
                <a:lnTo>
                  <a:pt x="5" y="8"/>
                </a:lnTo>
                <a:lnTo>
                  <a:pt x="8" y="5"/>
                </a:lnTo>
                <a:lnTo>
                  <a:pt x="11" y="3"/>
                </a:lnTo>
                <a:lnTo>
                  <a:pt x="22" y="2"/>
                </a:lnTo>
                <a:lnTo>
                  <a:pt x="36" y="0"/>
                </a:lnTo>
                <a:lnTo>
                  <a:pt x="54" y="0"/>
                </a:lnTo>
                <a:lnTo>
                  <a:pt x="54" y="0"/>
                </a:lnTo>
                <a:lnTo>
                  <a:pt x="303" y="0"/>
                </a:lnTo>
                <a:lnTo>
                  <a:pt x="303" y="0"/>
                </a:lnTo>
                <a:lnTo>
                  <a:pt x="312" y="0"/>
                </a:lnTo>
                <a:lnTo>
                  <a:pt x="322" y="0"/>
                </a:lnTo>
                <a:lnTo>
                  <a:pt x="331" y="3"/>
                </a:lnTo>
                <a:lnTo>
                  <a:pt x="339" y="8"/>
                </a:lnTo>
                <a:lnTo>
                  <a:pt x="339" y="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Freeform 7"/>
          <p:cNvSpPr/>
          <p:nvPr/>
        </p:nvSpPr>
        <p:spPr bwMode="auto">
          <a:xfrm>
            <a:off x="2232456" y="2736720"/>
            <a:ext cx="2403838" cy="1221999"/>
          </a:xfrm>
          <a:custGeom>
            <a:avLst/>
            <a:gdLst>
              <a:gd name="T0" fmla="*/ 911 w 1257"/>
              <a:gd name="T1" fmla="*/ 583 h 639"/>
              <a:gd name="T2" fmla="*/ 896 w 1257"/>
              <a:gd name="T3" fmla="*/ 523 h 639"/>
              <a:gd name="T4" fmla="*/ 866 w 1257"/>
              <a:gd name="T5" fmla="*/ 467 h 639"/>
              <a:gd name="T6" fmla="*/ 824 w 1257"/>
              <a:gd name="T7" fmla="*/ 417 h 639"/>
              <a:gd name="T8" fmla="*/ 773 w 1257"/>
              <a:gd name="T9" fmla="*/ 378 h 639"/>
              <a:gd name="T10" fmla="*/ 712 w 1257"/>
              <a:gd name="T11" fmla="*/ 354 h 639"/>
              <a:gd name="T12" fmla="*/ 667 w 1257"/>
              <a:gd name="T13" fmla="*/ 344 h 639"/>
              <a:gd name="T14" fmla="*/ 599 w 1257"/>
              <a:gd name="T15" fmla="*/ 341 h 639"/>
              <a:gd name="T16" fmla="*/ 535 w 1257"/>
              <a:gd name="T17" fmla="*/ 355 h 639"/>
              <a:gd name="T18" fmla="*/ 478 w 1257"/>
              <a:gd name="T19" fmla="*/ 383 h 639"/>
              <a:gd name="T20" fmla="*/ 425 w 1257"/>
              <a:gd name="T21" fmla="*/ 423 h 639"/>
              <a:gd name="T22" fmla="*/ 394 w 1257"/>
              <a:gd name="T23" fmla="*/ 459 h 639"/>
              <a:gd name="T24" fmla="*/ 366 w 1257"/>
              <a:gd name="T25" fmla="*/ 504 h 639"/>
              <a:gd name="T26" fmla="*/ 349 w 1257"/>
              <a:gd name="T27" fmla="*/ 557 h 639"/>
              <a:gd name="T28" fmla="*/ 343 w 1257"/>
              <a:gd name="T29" fmla="*/ 593 h 639"/>
              <a:gd name="T30" fmla="*/ 335 w 1257"/>
              <a:gd name="T31" fmla="*/ 625 h 639"/>
              <a:gd name="T32" fmla="*/ 304 w 1257"/>
              <a:gd name="T33" fmla="*/ 630 h 639"/>
              <a:gd name="T34" fmla="*/ 26 w 1257"/>
              <a:gd name="T35" fmla="*/ 630 h 639"/>
              <a:gd name="T36" fmla="*/ 8 w 1257"/>
              <a:gd name="T37" fmla="*/ 627 h 639"/>
              <a:gd name="T38" fmla="*/ 0 w 1257"/>
              <a:gd name="T39" fmla="*/ 616 h 639"/>
              <a:gd name="T40" fmla="*/ 3 w 1257"/>
              <a:gd name="T41" fmla="*/ 568 h 639"/>
              <a:gd name="T42" fmla="*/ 18 w 1257"/>
              <a:gd name="T43" fmla="*/ 473 h 639"/>
              <a:gd name="T44" fmla="*/ 48 w 1257"/>
              <a:gd name="T45" fmla="*/ 383 h 639"/>
              <a:gd name="T46" fmla="*/ 91 w 1257"/>
              <a:gd name="T47" fmla="*/ 299 h 639"/>
              <a:gd name="T48" fmla="*/ 147 w 1257"/>
              <a:gd name="T49" fmla="*/ 223 h 639"/>
              <a:gd name="T50" fmla="*/ 217 w 1257"/>
              <a:gd name="T51" fmla="*/ 153 h 639"/>
              <a:gd name="T52" fmla="*/ 265 w 1257"/>
              <a:gd name="T53" fmla="*/ 116 h 639"/>
              <a:gd name="T54" fmla="*/ 341 w 1257"/>
              <a:gd name="T55" fmla="*/ 68 h 639"/>
              <a:gd name="T56" fmla="*/ 421 w 1257"/>
              <a:gd name="T57" fmla="*/ 34 h 639"/>
              <a:gd name="T58" fmla="*/ 504 w 1257"/>
              <a:gd name="T59" fmla="*/ 11 h 639"/>
              <a:gd name="T60" fmla="*/ 593 w 1257"/>
              <a:gd name="T61" fmla="*/ 1 h 639"/>
              <a:gd name="T62" fmla="*/ 653 w 1257"/>
              <a:gd name="T63" fmla="*/ 0 h 639"/>
              <a:gd name="T64" fmla="*/ 756 w 1257"/>
              <a:gd name="T65" fmla="*/ 12 h 639"/>
              <a:gd name="T66" fmla="*/ 851 w 1257"/>
              <a:gd name="T67" fmla="*/ 39 h 639"/>
              <a:gd name="T68" fmla="*/ 939 w 1257"/>
              <a:gd name="T69" fmla="*/ 80 h 639"/>
              <a:gd name="T70" fmla="*/ 1020 w 1257"/>
              <a:gd name="T71" fmla="*/ 136 h 639"/>
              <a:gd name="T72" fmla="*/ 1094 w 1257"/>
              <a:gd name="T73" fmla="*/ 208 h 639"/>
              <a:gd name="T74" fmla="*/ 1133 w 1257"/>
              <a:gd name="T75" fmla="*/ 254 h 639"/>
              <a:gd name="T76" fmla="*/ 1178 w 1257"/>
              <a:gd name="T77" fmla="*/ 321 h 639"/>
              <a:gd name="T78" fmla="*/ 1212 w 1257"/>
              <a:gd name="T79" fmla="*/ 391 h 639"/>
              <a:gd name="T80" fmla="*/ 1236 w 1257"/>
              <a:gd name="T81" fmla="*/ 465 h 639"/>
              <a:gd name="T82" fmla="*/ 1251 w 1257"/>
              <a:gd name="T83" fmla="*/ 541 h 639"/>
              <a:gd name="T84" fmla="*/ 1257 w 1257"/>
              <a:gd name="T85" fmla="*/ 622 h 639"/>
              <a:gd name="T86" fmla="*/ 1245 w 1257"/>
              <a:gd name="T87" fmla="*/ 635 h 639"/>
              <a:gd name="T88" fmla="*/ 1229 w 1257"/>
              <a:gd name="T89" fmla="*/ 639 h 639"/>
              <a:gd name="T90" fmla="*/ 942 w 1257"/>
              <a:gd name="T91" fmla="*/ 639 h 639"/>
              <a:gd name="T92" fmla="*/ 922 w 1257"/>
              <a:gd name="T93" fmla="*/ 633 h 639"/>
              <a:gd name="T94" fmla="*/ 914 w 1257"/>
              <a:gd name="T95" fmla="*/ 617 h 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57" h="639">
                <a:moveTo>
                  <a:pt x="914" y="605"/>
                </a:moveTo>
                <a:lnTo>
                  <a:pt x="914" y="605"/>
                </a:lnTo>
                <a:lnTo>
                  <a:pt x="911" y="583"/>
                </a:lnTo>
                <a:lnTo>
                  <a:pt x="908" y="563"/>
                </a:lnTo>
                <a:lnTo>
                  <a:pt x="903" y="543"/>
                </a:lnTo>
                <a:lnTo>
                  <a:pt x="896" y="523"/>
                </a:lnTo>
                <a:lnTo>
                  <a:pt x="888" y="503"/>
                </a:lnTo>
                <a:lnTo>
                  <a:pt x="877" y="484"/>
                </a:lnTo>
                <a:lnTo>
                  <a:pt x="866" y="467"/>
                </a:lnTo>
                <a:lnTo>
                  <a:pt x="854" y="450"/>
                </a:lnTo>
                <a:lnTo>
                  <a:pt x="840" y="433"/>
                </a:lnTo>
                <a:lnTo>
                  <a:pt x="824" y="417"/>
                </a:lnTo>
                <a:lnTo>
                  <a:pt x="809" y="403"/>
                </a:lnTo>
                <a:lnTo>
                  <a:pt x="792" y="391"/>
                </a:lnTo>
                <a:lnTo>
                  <a:pt x="773" y="378"/>
                </a:lnTo>
                <a:lnTo>
                  <a:pt x="753" y="369"/>
                </a:lnTo>
                <a:lnTo>
                  <a:pt x="734" y="360"/>
                </a:lnTo>
                <a:lnTo>
                  <a:pt x="712" y="354"/>
                </a:lnTo>
                <a:lnTo>
                  <a:pt x="712" y="354"/>
                </a:lnTo>
                <a:lnTo>
                  <a:pt x="689" y="347"/>
                </a:lnTo>
                <a:lnTo>
                  <a:pt x="667" y="344"/>
                </a:lnTo>
                <a:lnTo>
                  <a:pt x="644" y="341"/>
                </a:lnTo>
                <a:lnTo>
                  <a:pt x="621" y="341"/>
                </a:lnTo>
                <a:lnTo>
                  <a:pt x="599" y="341"/>
                </a:lnTo>
                <a:lnTo>
                  <a:pt x="577" y="344"/>
                </a:lnTo>
                <a:lnTo>
                  <a:pt x="557" y="349"/>
                </a:lnTo>
                <a:lnTo>
                  <a:pt x="535" y="355"/>
                </a:lnTo>
                <a:lnTo>
                  <a:pt x="515" y="363"/>
                </a:lnTo>
                <a:lnTo>
                  <a:pt x="497" y="372"/>
                </a:lnTo>
                <a:lnTo>
                  <a:pt x="478" y="383"/>
                </a:lnTo>
                <a:lnTo>
                  <a:pt x="459" y="396"/>
                </a:lnTo>
                <a:lnTo>
                  <a:pt x="442" y="408"/>
                </a:lnTo>
                <a:lnTo>
                  <a:pt x="425" y="423"/>
                </a:lnTo>
                <a:lnTo>
                  <a:pt x="410" y="441"/>
                </a:lnTo>
                <a:lnTo>
                  <a:pt x="394" y="459"/>
                </a:lnTo>
                <a:lnTo>
                  <a:pt x="394" y="459"/>
                </a:lnTo>
                <a:lnTo>
                  <a:pt x="385" y="473"/>
                </a:lnTo>
                <a:lnTo>
                  <a:pt x="374" y="489"/>
                </a:lnTo>
                <a:lnTo>
                  <a:pt x="366" y="504"/>
                </a:lnTo>
                <a:lnTo>
                  <a:pt x="360" y="521"/>
                </a:lnTo>
                <a:lnTo>
                  <a:pt x="354" y="538"/>
                </a:lnTo>
                <a:lnTo>
                  <a:pt x="349" y="557"/>
                </a:lnTo>
                <a:lnTo>
                  <a:pt x="344" y="574"/>
                </a:lnTo>
                <a:lnTo>
                  <a:pt x="343" y="593"/>
                </a:lnTo>
                <a:lnTo>
                  <a:pt x="343" y="593"/>
                </a:lnTo>
                <a:lnTo>
                  <a:pt x="340" y="614"/>
                </a:lnTo>
                <a:lnTo>
                  <a:pt x="338" y="621"/>
                </a:lnTo>
                <a:lnTo>
                  <a:pt x="335" y="625"/>
                </a:lnTo>
                <a:lnTo>
                  <a:pt x="330" y="628"/>
                </a:lnTo>
                <a:lnTo>
                  <a:pt x="324" y="630"/>
                </a:lnTo>
                <a:lnTo>
                  <a:pt x="304" y="630"/>
                </a:lnTo>
                <a:lnTo>
                  <a:pt x="304" y="630"/>
                </a:lnTo>
                <a:lnTo>
                  <a:pt x="164" y="630"/>
                </a:lnTo>
                <a:lnTo>
                  <a:pt x="26" y="630"/>
                </a:lnTo>
                <a:lnTo>
                  <a:pt x="26" y="630"/>
                </a:lnTo>
                <a:lnTo>
                  <a:pt x="12" y="628"/>
                </a:lnTo>
                <a:lnTo>
                  <a:pt x="8" y="627"/>
                </a:lnTo>
                <a:lnTo>
                  <a:pt x="4" y="624"/>
                </a:lnTo>
                <a:lnTo>
                  <a:pt x="1" y="621"/>
                </a:lnTo>
                <a:lnTo>
                  <a:pt x="0" y="616"/>
                </a:lnTo>
                <a:lnTo>
                  <a:pt x="0" y="602"/>
                </a:lnTo>
                <a:lnTo>
                  <a:pt x="0" y="602"/>
                </a:lnTo>
                <a:lnTo>
                  <a:pt x="3" y="568"/>
                </a:lnTo>
                <a:lnTo>
                  <a:pt x="6" y="535"/>
                </a:lnTo>
                <a:lnTo>
                  <a:pt x="12" y="504"/>
                </a:lnTo>
                <a:lnTo>
                  <a:pt x="18" y="473"/>
                </a:lnTo>
                <a:lnTo>
                  <a:pt x="28" y="442"/>
                </a:lnTo>
                <a:lnTo>
                  <a:pt x="37" y="413"/>
                </a:lnTo>
                <a:lnTo>
                  <a:pt x="48" y="383"/>
                </a:lnTo>
                <a:lnTo>
                  <a:pt x="62" y="355"/>
                </a:lnTo>
                <a:lnTo>
                  <a:pt x="76" y="327"/>
                </a:lnTo>
                <a:lnTo>
                  <a:pt x="91" y="299"/>
                </a:lnTo>
                <a:lnTo>
                  <a:pt x="108" y="274"/>
                </a:lnTo>
                <a:lnTo>
                  <a:pt x="127" y="248"/>
                </a:lnTo>
                <a:lnTo>
                  <a:pt x="147" y="223"/>
                </a:lnTo>
                <a:lnTo>
                  <a:pt x="169" y="200"/>
                </a:lnTo>
                <a:lnTo>
                  <a:pt x="192" y="177"/>
                </a:lnTo>
                <a:lnTo>
                  <a:pt x="217" y="153"/>
                </a:lnTo>
                <a:lnTo>
                  <a:pt x="217" y="153"/>
                </a:lnTo>
                <a:lnTo>
                  <a:pt x="242" y="133"/>
                </a:lnTo>
                <a:lnTo>
                  <a:pt x="265" y="116"/>
                </a:lnTo>
                <a:lnTo>
                  <a:pt x="290" y="99"/>
                </a:lnTo>
                <a:lnTo>
                  <a:pt x="315" y="84"/>
                </a:lnTo>
                <a:lnTo>
                  <a:pt x="341" y="68"/>
                </a:lnTo>
                <a:lnTo>
                  <a:pt x="368" y="56"/>
                </a:lnTo>
                <a:lnTo>
                  <a:pt x="394" y="43"/>
                </a:lnTo>
                <a:lnTo>
                  <a:pt x="421" y="34"/>
                </a:lnTo>
                <a:lnTo>
                  <a:pt x="448" y="25"/>
                </a:lnTo>
                <a:lnTo>
                  <a:pt x="476" y="17"/>
                </a:lnTo>
                <a:lnTo>
                  <a:pt x="504" y="11"/>
                </a:lnTo>
                <a:lnTo>
                  <a:pt x="534" y="6"/>
                </a:lnTo>
                <a:lnTo>
                  <a:pt x="563" y="3"/>
                </a:lnTo>
                <a:lnTo>
                  <a:pt x="593" y="1"/>
                </a:lnTo>
                <a:lnTo>
                  <a:pt x="622" y="0"/>
                </a:lnTo>
                <a:lnTo>
                  <a:pt x="653" y="0"/>
                </a:lnTo>
                <a:lnTo>
                  <a:pt x="653" y="0"/>
                </a:lnTo>
                <a:lnTo>
                  <a:pt x="688" y="3"/>
                </a:lnTo>
                <a:lnTo>
                  <a:pt x="722" y="8"/>
                </a:lnTo>
                <a:lnTo>
                  <a:pt x="756" y="12"/>
                </a:lnTo>
                <a:lnTo>
                  <a:pt x="789" y="20"/>
                </a:lnTo>
                <a:lnTo>
                  <a:pt x="820" y="29"/>
                </a:lnTo>
                <a:lnTo>
                  <a:pt x="851" y="39"/>
                </a:lnTo>
                <a:lnTo>
                  <a:pt x="882" y="51"/>
                </a:lnTo>
                <a:lnTo>
                  <a:pt x="911" y="65"/>
                </a:lnTo>
                <a:lnTo>
                  <a:pt x="939" y="80"/>
                </a:lnTo>
                <a:lnTo>
                  <a:pt x="967" y="98"/>
                </a:lnTo>
                <a:lnTo>
                  <a:pt x="993" y="116"/>
                </a:lnTo>
                <a:lnTo>
                  <a:pt x="1020" y="136"/>
                </a:lnTo>
                <a:lnTo>
                  <a:pt x="1046" y="158"/>
                </a:lnTo>
                <a:lnTo>
                  <a:pt x="1071" y="181"/>
                </a:lnTo>
                <a:lnTo>
                  <a:pt x="1094" y="208"/>
                </a:lnTo>
                <a:lnTo>
                  <a:pt x="1118" y="234"/>
                </a:lnTo>
                <a:lnTo>
                  <a:pt x="1118" y="234"/>
                </a:lnTo>
                <a:lnTo>
                  <a:pt x="1133" y="254"/>
                </a:lnTo>
                <a:lnTo>
                  <a:pt x="1149" y="276"/>
                </a:lnTo>
                <a:lnTo>
                  <a:pt x="1164" y="299"/>
                </a:lnTo>
                <a:lnTo>
                  <a:pt x="1178" y="321"/>
                </a:lnTo>
                <a:lnTo>
                  <a:pt x="1191" y="344"/>
                </a:lnTo>
                <a:lnTo>
                  <a:pt x="1202" y="368"/>
                </a:lnTo>
                <a:lnTo>
                  <a:pt x="1212" y="391"/>
                </a:lnTo>
                <a:lnTo>
                  <a:pt x="1220" y="416"/>
                </a:lnTo>
                <a:lnTo>
                  <a:pt x="1229" y="441"/>
                </a:lnTo>
                <a:lnTo>
                  <a:pt x="1236" y="465"/>
                </a:lnTo>
                <a:lnTo>
                  <a:pt x="1242" y="490"/>
                </a:lnTo>
                <a:lnTo>
                  <a:pt x="1248" y="517"/>
                </a:lnTo>
                <a:lnTo>
                  <a:pt x="1251" y="541"/>
                </a:lnTo>
                <a:lnTo>
                  <a:pt x="1254" y="568"/>
                </a:lnTo>
                <a:lnTo>
                  <a:pt x="1256" y="596"/>
                </a:lnTo>
                <a:lnTo>
                  <a:pt x="1257" y="622"/>
                </a:lnTo>
                <a:lnTo>
                  <a:pt x="1257" y="622"/>
                </a:lnTo>
                <a:lnTo>
                  <a:pt x="1253" y="630"/>
                </a:lnTo>
                <a:lnTo>
                  <a:pt x="1245" y="635"/>
                </a:lnTo>
                <a:lnTo>
                  <a:pt x="1237" y="638"/>
                </a:lnTo>
                <a:lnTo>
                  <a:pt x="1229" y="639"/>
                </a:lnTo>
                <a:lnTo>
                  <a:pt x="1229" y="639"/>
                </a:lnTo>
                <a:lnTo>
                  <a:pt x="1085" y="639"/>
                </a:lnTo>
                <a:lnTo>
                  <a:pt x="942" y="639"/>
                </a:lnTo>
                <a:lnTo>
                  <a:pt x="942" y="639"/>
                </a:lnTo>
                <a:lnTo>
                  <a:pt x="933" y="638"/>
                </a:lnTo>
                <a:lnTo>
                  <a:pt x="927" y="636"/>
                </a:lnTo>
                <a:lnTo>
                  <a:pt x="922" y="633"/>
                </a:lnTo>
                <a:lnTo>
                  <a:pt x="919" y="628"/>
                </a:lnTo>
                <a:lnTo>
                  <a:pt x="916" y="624"/>
                </a:lnTo>
                <a:lnTo>
                  <a:pt x="914" y="617"/>
                </a:lnTo>
                <a:lnTo>
                  <a:pt x="914" y="605"/>
                </a:lnTo>
                <a:lnTo>
                  <a:pt x="914" y="6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Freeform 8"/>
          <p:cNvSpPr/>
          <p:nvPr/>
        </p:nvSpPr>
        <p:spPr bwMode="auto">
          <a:xfrm>
            <a:off x="3978442" y="3838239"/>
            <a:ext cx="2413399" cy="1302318"/>
          </a:xfrm>
          <a:custGeom>
            <a:avLst/>
            <a:gdLst>
              <a:gd name="T0" fmla="*/ 1 w 1262"/>
              <a:gd name="T1" fmla="*/ 37 h 681"/>
              <a:gd name="T2" fmla="*/ 11 w 1262"/>
              <a:gd name="T3" fmla="*/ 49 h 681"/>
              <a:gd name="T4" fmla="*/ 34 w 1262"/>
              <a:gd name="T5" fmla="*/ 55 h 681"/>
              <a:gd name="T6" fmla="*/ 316 w 1262"/>
              <a:gd name="T7" fmla="*/ 54 h 681"/>
              <a:gd name="T8" fmla="*/ 330 w 1262"/>
              <a:gd name="T9" fmla="*/ 52 h 681"/>
              <a:gd name="T10" fmla="*/ 344 w 1262"/>
              <a:gd name="T11" fmla="*/ 46 h 681"/>
              <a:gd name="T12" fmla="*/ 354 w 1262"/>
              <a:gd name="T13" fmla="*/ 131 h 681"/>
              <a:gd name="T14" fmla="*/ 389 w 1262"/>
              <a:gd name="T15" fmla="*/ 209 h 681"/>
              <a:gd name="T16" fmla="*/ 425 w 1262"/>
              <a:gd name="T17" fmla="*/ 254 h 681"/>
              <a:gd name="T18" fmla="*/ 466 w 1262"/>
              <a:gd name="T19" fmla="*/ 288 h 681"/>
              <a:gd name="T20" fmla="*/ 509 w 1262"/>
              <a:gd name="T21" fmla="*/ 315 h 681"/>
              <a:gd name="T22" fmla="*/ 557 w 1262"/>
              <a:gd name="T23" fmla="*/ 332 h 681"/>
              <a:gd name="T24" fmla="*/ 607 w 1262"/>
              <a:gd name="T25" fmla="*/ 339 h 681"/>
              <a:gd name="T26" fmla="*/ 678 w 1262"/>
              <a:gd name="T27" fmla="*/ 336 h 681"/>
              <a:gd name="T28" fmla="*/ 722 w 1262"/>
              <a:gd name="T29" fmla="*/ 326 h 681"/>
              <a:gd name="T30" fmla="*/ 782 w 1262"/>
              <a:gd name="T31" fmla="*/ 298 h 681"/>
              <a:gd name="T32" fmla="*/ 833 w 1262"/>
              <a:gd name="T33" fmla="*/ 259 h 681"/>
              <a:gd name="T34" fmla="*/ 874 w 1262"/>
              <a:gd name="T35" fmla="*/ 208 h 681"/>
              <a:gd name="T36" fmla="*/ 903 w 1262"/>
              <a:gd name="T37" fmla="*/ 149 h 681"/>
              <a:gd name="T38" fmla="*/ 916 w 1262"/>
              <a:gd name="T39" fmla="*/ 107 h 681"/>
              <a:gd name="T40" fmla="*/ 922 w 1262"/>
              <a:gd name="T41" fmla="*/ 34 h 681"/>
              <a:gd name="T42" fmla="*/ 922 w 1262"/>
              <a:gd name="T43" fmla="*/ 7 h 681"/>
              <a:gd name="T44" fmla="*/ 930 w 1262"/>
              <a:gd name="T45" fmla="*/ 3 h 681"/>
              <a:gd name="T46" fmla="*/ 933 w 1262"/>
              <a:gd name="T47" fmla="*/ 15 h 681"/>
              <a:gd name="T48" fmla="*/ 934 w 1262"/>
              <a:gd name="T49" fmla="*/ 31 h 681"/>
              <a:gd name="T50" fmla="*/ 945 w 1262"/>
              <a:gd name="T51" fmla="*/ 41 h 681"/>
              <a:gd name="T52" fmla="*/ 967 w 1262"/>
              <a:gd name="T53" fmla="*/ 43 h 681"/>
              <a:gd name="T54" fmla="*/ 1237 w 1262"/>
              <a:gd name="T55" fmla="*/ 43 h 681"/>
              <a:gd name="T56" fmla="*/ 1259 w 1262"/>
              <a:gd name="T57" fmla="*/ 48 h 681"/>
              <a:gd name="T58" fmla="*/ 1260 w 1262"/>
              <a:gd name="T59" fmla="*/ 99 h 681"/>
              <a:gd name="T60" fmla="*/ 1234 w 1262"/>
              <a:gd name="T61" fmla="*/ 235 h 681"/>
              <a:gd name="T62" fmla="*/ 1180 w 1262"/>
              <a:gd name="T63" fmla="*/ 363 h 681"/>
              <a:gd name="T64" fmla="*/ 1136 w 1262"/>
              <a:gd name="T65" fmla="*/ 429 h 681"/>
              <a:gd name="T66" fmla="*/ 1073 w 1262"/>
              <a:gd name="T67" fmla="*/ 502 h 681"/>
              <a:gd name="T68" fmla="*/ 998 w 1262"/>
              <a:gd name="T69" fmla="*/ 565 h 681"/>
              <a:gd name="T70" fmla="*/ 941 w 1262"/>
              <a:gd name="T71" fmla="*/ 602 h 681"/>
              <a:gd name="T72" fmla="*/ 841 w 1262"/>
              <a:gd name="T73" fmla="*/ 647 h 681"/>
              <a:gd name="T74" fmla="*/ 737 w 1262"/>
              <a:gd name="T75" fmla="*/ 673 h 681"/>
              <a:gd name="T76" fmla="*/ 670 w 1262"/>
              <a:gd name="T77" fmla="*/ 681 h 681"/>
              <a:gd name="T78" fmla="*/ 582 w 1262"/>
              <a:gd name="T79" fmla="*/ 679 h 681"/>
              <a:gd name="T80" fmla="*/ 495 w 1262"/>
              <a:gd name="T81" fmla="*/ 667 h 681"/>
              <a:gd name="T82" fmla="*/ 413 w 1262"/>
              <a:gd name="T83" fmla="*/ 644 h 681"/>
              <a:gd name="T84" fmla="*/ 332 w 1262"/>
              <a:gd name="T85" fmla="*/ 606 h 681"/>
              <a:gd name="T86" fmla="*/ 256 w 1262"/>
              <a:gd name="T87" fmla="*/ 557 h 681"/>
              <a:gd name="T88" fmla="*/ 212 w 1262"/>
              <a:gd name="T89" fmla="*/ 520 h 681"/>
              <a:gd name="T90" fmla="*/ 152 w 1262"/>
              <a:gd name="T91" fmla="*/ 461 h 681"/>
              <a:gd name="T92" fmla="*/ 102 w 1262"/>
              <a:gd name="T93" fmla="*/ 394 h 681"/>
              <a:gd name="T94" fmla="*/ 63 w 1262"/>
              <a:gd name="T95" fmla="*/ 322 h 681"/>
              <a:gd name="T96" fmla="*/ 32 w 1262"/>
              <a:gd name="T97" fmla="*/ 243 h 681"/>
              <a:gd name="T98" fmla="*/ 17 w 1262"/>
              <a:gd name="T99" fmla="*/ 187 h 681"/>
              <a:gd name="T100" fmla="*/ 4 w 1262"/>
              <a:gd name="T101" fmla="*/ 116 h 681"/>
              <a:gd name="T102" fmla="*/ 4 w 1262"/>
              <a:gd name="T103" fmla="*/ 76 h 681"/>
              <a:gd name="T104" fmla="*/ 0 w 1262"/>
              <a:gd name="T105" fmla="*/ 37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262" h="681">
                <a:moveTo>
                  <a:pt x="1" y="29"/>
                </a:moveTo>
                <a:lnTo>
                  <a:pt x="1" y="29"/>
                </a:lnTo>
                <a:lnTo>
                  <a:pt x="1" y="37"/>
                </a:lnTo>
                <a:lnTo>
                  <a:pt x="4" y="41"/>
                </a:lnTo>
                <a:lnTo>
                  <a:pt x="6" y="46"/>
                </a:lnTo>
                <a:lnTo>
                  <a:pt x="11" y="49"/>
                </a:lnTo>
                <a:lnTo>
                  <a:pt x="15" y="52"/>
                </a:lnTo>
                <a:lnTo>
                  <a:pt x="20" y="54"/>
                </a:lnTo>
                <a:lnTo>
                  <a:pt x="34" y="55"/>
                </a:lnTo>
                <a:lnTo>
                  <a:pt x="34" y="55"/>
                </a:lnTo>
                <a:lnTo>
                  <a:pt x="175" y="54"/>
                </a:lnTo>
                <a:lnTo>
                  <a:pt x="316" y="54"/>
                </a:lnTo>
                <a:lnTo>
                  <a:pt x="316" y="54"/>
                </a:lnTo>
                <a:lnTo>
                  <a:pt x="324" y="54"/>
                </a:lnTo>
                <a:lnTo>
                  <a:pt x="330" y="52"/>
                </a:lnTo>
                <a:lnTo>
                  <a:pt x="338" y="51"/>
                </a:lnTo>
                <a:lnTo>
                  <a:pt x="344" y="46"/>
                </a:lnTo>
                <a:lnTo>
                  <a:pt x="344" y="46"/>
                </a:lnTo>
                <a:lnTo>
                  <a:pt x="344" y="76"/>
                </a:lnTo>
                <a:lnTo>
                  <a:pt x="349" y="105"/>
                </a:lnTo>
                <a:lnTo>
                  <a:pt x="354" y="131"/>
                </a:lnTo>
                <a:lnTo>
                  <a:pt x="363" y="159"/>
                </a:lnTo>
                <a:lnTo>
                  <a:pt x="374" y="184"/>
                </a:lnTo>
                <a:lnTo>
                  <a:pt x="389" y="209"/>
                </a:lnTo>
                <a:lnTo>
                  <a:pt x="405" y="232"/>
                </a:lnTo>
                <a:lnTo>
                  <a:pt x="425" y="254"/>
                </a:lnTo>
                <a:lnTo>
                  <a:pt x="425" y="254"/>
                </a:lnTo>
                <a:lnTo>
                  <a:pt x="439" y="267"/>
                </a:lnTo>
                <a:lnTo>
                  <a:pt x="452" y="277"/>
                </a:lnTo>
                <a:lnTo>
                  <a:pt x="466" y="288"/>
                </a:lnTo>
                <a:lnTo>
                  <a:pt x="481" y="298"/>
                </a:lnTo>
                <a:lnTo>
                  <a:pt x="495" y="307"/>
                </a:lnTo>
                <a:lnTo>
                  <a:pt x="509" y="315"/>
                </a:lnTo>
                <a:lnTo>
                  <a:pt x="525" y="321"/>
                </a:lnTo>
                <a:lnTo>
                  <a:pt x="540" y="327"/>
                </a:lnTo>
                <a:lnTo>
                  <a:pt x="557" y="332"/>
                </a:lnTo>
                <a:lnTo>
                  <a:pt x="573" y="335"/>
                </a:lnTo>
                <a:lnTo>
                  <a:pt x="590" y="338"/>
                </a:lnTo>
                <a:lnTo>
                  <a:pt x="607" y="339"/>
                </a:lnTo>
                <a:lnTo>
                  <a:pt x="624" y="339"/>
                </a:lnTo>
                <a:lnTo>
                  <a:pt x="641" y="339"/>
                </a:lnTo>
                <a:lnTo>
                  <a:pt x="678" y="336"/>
                </a:lnTo>
                <a:lnTo>
                  <a:pt x="678" y="336"/>
                </a:lnTo>
                <a:lnTo>
                  <a:pt x="700" y="332"/>
                </a:lnTo>
                <a:lnTo>
                  <a:pt x="722" y="326"/>
                </a:lnTo>
                <a:lnTo>
                  <a:pt x="743" y="318"/>
                </a:lnTo>
                <a:lnTo>
                  <a:pt x="764" y="308"/>
                </a:lnTo>
                <a:lnTo>
                  <a:pt x="782" y="298"/>
                </a:lnTo>
                <a:lnTo>
                  <a:pt x="801" y="287"/>
                </a:lnTo>
                <a:lnTo>
                  <a:pt x="818" y="273"/>
                </a:lnTo>
                <a:lnTo>
                  <a:pt x="833" y="259"/>
                </a:lnTo>
                <a:lnTo>
                  <a:pt x="849" y="242"/>
                </a:lnTo>
                <a:lnTo>
                  <a:pt x="861" y="225"/>
                </a:lnTo>
                <a:lnTo>
                  <a:pt x="874" y="208"/>
                </a:lnTo>
                <a:lnTo>
                  <a:pt x="885" y="189"/>
                </a:lnTo>
                <a:lnTo>
                  <a:pt x="896" y="169"/>
                </a:lnTo>
                <a:lnTo>
                  <a:pt x="903" y="149"/>
                </a:lnTo>
                <a:lnTo>
                  <a:pt x="910" y="128"/>
                </a:lnTo>
                <a:lnTo>
                  <a:pt x="916" y="107"/>
                </a:lnTo>
                <a:lnTo>
                  <a:pt x="916" y="107"/>
                </a:lnTo>
                <a:lnTo>
                  <a:pt x="919" y="88"/>
                </a:lnTo>
                <a:lnTo>
                  <a:pt x="920" y="71"/>
                </a:lnTo>
                <a:lnTo>
                  <a:pt x="922" y="34"/>
                </a:lnTo>
                <a:lnTo>
                  <a:pt x="922" y="34"/>
                </a:lnTo>
                <a:lnTo>
                  <a:pt x="922" y="15"/>
                </a:lnTo>
                <a:lnTo>
                  <a:pt x="922" y="7"/>
                </a:lnTo>
                <a:lnTo>
                  <a:pt x="927" y="0"/>
                </a:lnTo>
                <a:lnTo>
                  <a:pt x="927" y="0"/>
                </a:lnTo>
                <a:lnTo>
                  <a:pt x="930" y="3"/>
                </a:lnTo>
                <a:lnTo>
                  <a:pt x="931" y="6"/>
                </a:lnTo>
                <a:lnTo>
                  <a:pt x="933" y="10"/>
                </a:lnTo>
                <a:lnTo>
                  <a:pt x="933" y="15"/>
                </a:lnTo>
                <a:lnTo>
                  <a:pt x="933" y="15"/>
                </a:lnTo>
                <a:lnTo>
                  <a:pt x="933" y="24"/>
                </a:lnTo>
                <a:lnTo>
                  <a:pt x="934" y="31"/>
                </a:lnTo>
                <a:lnTo>
                  <a:pt x="938" y="37"/>
                </a:lnTo>
                <a:lnTo>
                  <a:pt x="941" y="40"/>
                </a:lnTo>
                <a:lnTo>
                  <a:pt x="945" y="41"/>
                </a:lnTo>
                <a:lnTo>
                  <a:pt x="951" y="43"/>
                </a:lnTo>
                <a:lnTo>
                  <a:pt x="967" y="43"/>
                </a:lnTo>
                <a:lnTo>
                  <a:pt x="967" y="43"/>
                </a:lnTo>
                <a:lnTo>
                  <a:pt x="1228" y="43"/>
                </a:lnTo>
                <a:lnTo>
                  <a:pt x="1228" y="43"/>
                </a:lnTo>
                <a:lnTo>
                  <a:pt x="1237" y="43"/>
                </a:lnTo>
                <a:lnTo>
                  <a:pt x="1246" y="43"/>
                </a:lnTo>
                <a:lnTo>
                  <a:pt x="1254" y="46"/>
                </a:lnTo>
                <a:lnTo>
                  <a:pt x="1259" y="48"/>
                </a:lnTo>
                <a:lnTo>
                  <a:pt x="1262" y="51"/>
                </a:lnTo>
                <a:lnTo>
                  <a:pt x="1262" y="51"/>
                </a:lnTo>
                <a:lnTo>
                  <a:pt x="1260" y="99"/>
                </a:lnTo>
                <a:lnTo>
                  <a:pt x="1256" y="145"/>
                </a:lnTo>
                <a:lnTo>
                  <a:pt x="1246" y="190"/>
                </a:lnTo>
                <a:lnTo>
                  <a:pt x="1234" y="235"/>
                </a:lnTo>
                <a:lnTo>
                  <a:pt x="1220" y="279"/>
                </a:lnTo>
                <a:lnTo>
                  <a:pt x="1201" y="321"/>
                </a:lnTo>
                <a:lnTo>
                  <a:pt x="1180" y="363"/>
                </a:lnTo>
                <a:lnTo>
                  <a:pt x="1155" y="403"/>
                </a:lnTo>
                <a:lnTo>
                  <a:pt x="1155" y="403"/>
                </a:lnTo>
                <a:lnTo>
                  <a:pt x="1136" y="429"/>
                </a:lnTo>
                <a:lnTo>
                  <a:pt x="1116" y="456"/>
                </a:lnTo>
                <a:lnTo>
                  <a:pt x="1096" y="479"/>
                </a:lnTo>
                <a:lnTo>
                  <a:pt x="1073" y="502"/>
                </a:lnTo>
                <a:lnTo>
                  <a:pt x="1049" y="524"/>
                </a:lnTo>
                <a:lnTo>
                  <a:pt x="1024" y="544"/>
                </a:lnTo>
                <a:lnTo>
                  <a:pt x="998" y="565"/>
                </a:lnTo>
                <a:lnTo>
                  <a:pt x="972" y="582"/>
                </a:lnTo>
                <a:lnTo>
                  <a:pt x="972" y="582"/>
                </a:lnTo>
                <a:lnTo>
                  <a:pt x="941" y="602"/>
                </a:lnTo>
                <a:lnTo>
                  <a:pt x="908" y="619"/>
                </a:lnTo>
                <a:lnTo>
                  <a:pt x="875" y="634"/>
                </a:lnTo>
                <a:lnTo>
                  <a:pt x="841" y="647"/>
                </a:lnTo>
                <a:lnTo>
                  <a:pt x="807" y="658"/>
                </a:lnTo>
                <a:lnTo>
                  <a:pt x="773" y="667"/>
                </a:lnTo>
                <a:lnTo>
                  <a:pt x="737" y="673"/>
                </a:lnTo>
                <a:lnTo>
                  <a:pt x="702" y="678"/>
                </a:lnTo>
                <a:lnTo>
                  <a:pt x="702" y="678"/>
                </a:lnTo>
                <a:lnTo>
                  <a:pt x="670" y="681"/>
                </a:lnTo>
                <a:lnTo>
                  <a:pt x="641" y="681"/>
                </a:lnTo>
                <a:lnTo>
                  <a:pt x="611" y="681"/>
                </a:lnTo>
                <a:lnTo>
                  <a:pt x="582" y="679"/>
                </a:lnTo>
                <a:lnTo>
                  <a:pt x="552" y="676"/>
                </a:lnTo>
                <a:lnTo>
                  <a:pt x="525" y="673"/>
                </a:lnTo>
                <a:lnTo>
                  <a:pt x="495" y="667"/>
                </a:lnTo>
                <a:lnTo>
                  <a:pt x="467" y="661"/>
                </a:lnTo>
                <a:lnTo>
                  <a:pt x="439" y="653"/>
                </a:lnTo>
                <a:lnTo>
                  <a:pt x="413" y="644"/>
                </a:lnTo>
                <a:lnTo>
                  <a:pt x="385" y="633"/>
                </a:lnTo>
                <a:lnTo>
                  <a:pt x="358" y="620"/>
                </a:lnTo>
                <a:lnTo>
                  <a:pt x="332" y="606"/>
                </a:lnTo>
                <a:lnTo>
                  <a:pt x="307" y="591"/>
                </a:lnTo>
                <a:lnTo>
                  <a:pt x="282" y="575"/>
                </a:lnTo>
                <a:lnTo>
                  <a:pt x="256" y="557"/>
                </a:lnTo>
                <a:lnTo>
                  <a:pt x="256" y="557"/>
                </a:lnTo>
                <a:lnTo>
                  <a:pt x="234" y="540"/>
                </a:lnTo>
                <a:lnTo>
                  <a:pt x="212" y="520"/>
                </a:lnTo>
                <a:lnTo>
                  <a:pt x="191" y="501"/>
                </a:lnTo>
                <a:lnTo>
                  <a:pt x="172" y="481"/>
                </a:lnTo>
                <a:lnTo>
                  <a:pt x="152" y="461"/>
                </a:lnTo>
                <a:lnTo>
                  <a:pt x="135" y="439"/>
                </a:lnTo>
                <a:lnTo>
                  <a:pt x="118" y="417"/>
                </a:lnTo>
                <a:lnTo>
                  <a:pt x="102" y="394"/>
                </a:lnTo>
                <a:lnTo>
                  <a:pt x="88" y="371"/>
                </a:lnTo>
                <a:lnTo>
                  <a:pt x="74" y="346"/>
                </a:lnTo>
                <a:lnTo>
                  <a:pt x="63" y="322"/>
                </a:lnTo>
                <a:lnTo>
                  <a:pt x="51" y="296"/>
                </a:lnTo>
                <a:lnTo>
                  <a:pt x="42" y="270"/>
                </a:lnTo>
                <a:lnTo>
                  <a:pt x="32" y="243"/>
                </a:lnTo>
                <a:lnTo>
                  <a:pt x="25" y="215"/>
                </a:lnTo>
                <a:lnTo>
                  <a:pt x="17" y="187"/>
                </a:lnTo>
                <a:lnTo>
                  <a:pt x="17" y="187"/>
                </a:lnTo>
                <a:lnTo>
                  <a:pt x="12" y="164"/>
                </a:lnTo>
                <a:lnTo>
                  <a:pt x="7" y="139"/>
                </a:lnTo>
                <a:lnTo>
                  <a:pt x="4" y="116"/>
                </a:lnTo>
                <a:lnTo>
                  <a:pt x="4" y="91"/>
                </a:lnTo>
                <a:lnTo>
                  <a:pt x="4" y="91"/>
                </a:lnTo>
                <a:lnTo>
                  <a:pt x="4" y="76"/>
                </a:lnTo>
                <a:lnTo>
                  <a:pt x="1" y="60"/>
                </a:lnTo>
                <a:lnTo>
                  <a:pt x="0" y="45"/>
                </a:lnTo>
                <a:lnTo>
                  <a:pt x="0" y="37"/>
                </a:lnTo>
                <a:lnTo>
                  <a:pt x="1" y="29"/>
                </a:lnTo>
                <a:lnTo>
                  <a:pt x="1" y="2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Freeform 9"/>
          <p:cNvSpPr/>
          <p:nvPr/>
        </p:nvSpPr>
        <p:spPr bwMode="auto">
          <a:xfrm>
            <a:off x="5751199" y="2732895"/>
            <a:ext cx="2396188" cy="1304230"/>
          </a:xfrm>
          <a:custGeom>
            <a:avLst/>
            <a:gdLst>
              <a:gd name="T0" fmla="*/ 29 w 1253"/>
              <a:gd name="T1" fmla="*/ 629 h 682"/>
              <a:gd name="T2" fmla="*/ 6 w 1253"/>
              <a:gd name="T3" fmla="*/ 627 h 682"/>
              <a:gd name="T4" fmla="*/ 0 w 1253"/>
              <a:gd name="T5" fmla="*/ 616 h 682"/>
              <a:gd name="T6" fmla="*/ 0 w 1253"/>
              <a:gd name="T7" fmla="*/ 578 h 682"/>
              <a:gd name="T8" fmla="*/ 12 w 1253"/>
              <a:gd name="T9" fmla="*/ 492 h 682"/>
              <a:gd name="T10" fmla="*/ 49 w 1253"/>
              <a:gd name="T11" fmla="*/ 376 h 682"/>
              <a:gd name="T12" fmla="*/ 105 w 1253"/>
              <a:gd name="T13" fmla="*/ 273 h 682"/>
              <a:gd name="T14" fmla="*/ 181 w 1253"/>
              <a:gd name="T15" fmla="*/ 185 h 682"/>
              <a:gd name="T16" fmla="*/ 276 w 1253"/>
              <a:gd name="T17" fmla="*/ 109 h 682"/>
              <a:gd name="T18" fmla="*/ 351 w 1253"/>
              <a:gd name="T19" fmla="*/ 67 h 682"/>
              <a:gd name="T20" fmla="*/ 425 w 1253"/>
              <a:gd name="T21" fmla="*/ 36 h 682"/>
              <a:gd name="T22" fmla="*/ 503 w 1253"/>
              <a:gd name="T23" fmla="*/ 14 h 682"/>
              <a:gd name="T24" fmla="*/ 580 w 1253"/>
              <a:gd name="T25" fmla="*/ 3 h 682"/>
              <a:gd name="T26" fmla="*/ 658 w 1253"/>
              <a:gd name="T27" fmla="*/ 2 h 682"/>
              <a:gd name="T28" fmla="*/ 734 w 1253"/>
              <a:gd name="T29" fmla="*/ 10 h 682"/>
              <a:gd name="T30" fmla="*/ 809 w 1253"/>
              <a:gd name="T31" fmla="*/ 28 h 682"/>
              <a:gd name="T32" fmla="*/ 882 w 1253"/>
              <a:gd name="T33" fmla="*/ 55 h 682"/>
              <a:gd name="T34" fmla="*/ 950 w 1253"/>
              <a:gd name="T35" fmla="*/ 92 h 682"/>
              <a:gd name="T36" fmla="*/ 1015 w 1253"/>
              <a:gd name="T37" fmla="*/ 137 h 682"/>
              <a:gd name="T38" fmla="*/ 1076 w 1253"/>
              <a:gd name="T39" fmla="*/ 191 h 682"/>
              <a:gd name="T40" fmla="*/ 1111 w 1253"/>
              <a:gd name="T41" fmla="*/ 233 h 682"/>
              <a:gd name="T42" fmla="*/ 1161 w 1253"/>
              <a:gd name="T43" fmla="*/ 298 h 682"/>
              <a:gd name="T44" fmla="*/ 1198 w 1253"/>
              <a:gd name="T45" fmla="*/ 368 h 682"/>
              <a:gd name="T46" fmla="*/ 1228 w 1253"/>
              <a:gd name="T47" fmla="*/ 443 h 682"/>
              <a:gd name="T48" fmla="*/ 1245 w 1253"/>
              <a:gd name="T49" fmla="*/ 520 h 682"/>
              <a:gd name="T50" fmla="*/ 1253 w 1253"/>
              <a:gd name="T51" fmla="*/ 601 h 682"/>
              <a:gd name="T52" fmla="*/ 948 w 1253"/>
              <a:gd name="T53" fmla="*/ 629 h 682"/>
              <a:gd name="T54" fmla="*/ 925 w 1253"/>
              <a:gd name="T55" fmla="*/ 630 h 682"/>
              <a:gd name="T56" fmla="*/ 917 w 1253"/>
              <a:gd name="T57" fmla="*/ 643 h 682"/>
              <a:gd name="T58" fmla="*/ 916 w 1253"/>
              <a:gd name="T59" fmla="*/ 682 h 682"/>
              <a:gd name="T60" fmla="*/ 913 w 1253"/>
              <a:gd name="T61" fmla="*/ 658 h 682"/>
              <a:gd name="T62" fmla="*/ 913 w 1253"/>
              <a:gd name="T63" fmla="*/ 607 h 682"/>
              <a:gd name="T64" fmla="*/ 894 w 1253"/>
              <a:gd name="T65" fmla="*/ 525 h 682"/>
              <a:gd name="T66" fmla="*/ 854 w 1253"/>
              <a:gd name="T67" fmla="*/ 455 h 682"/>
              <a:gd name="T68" fmla="*/ 795 w 1253"/>
              <a:gd name="T69" fmla="*/ 398 h 682"/>
              <a:gd name="T70" fmla="*/ 723 w 1253"/>
              <a:gd name="T71" fmla="*/ 359 h 682"/>
              <a:gd name="T72" fmla="*/ 641 w 1253"/>
              <a:gd name="T73" fmla="*/ 343 h 682"/>
              <a:gd name="T74" fmla="*/ 582 w 1253"/>
              <a:gd name="T75" fmla="*/ 346 h 682"/>
              <a:gd name="T76" fmla="*/ 503 w 1253"/>
              <a:gd name="T77" fmla="*/ 371 h 682"/>
              <a:gd name="T78" fmla="*/ 434 w 1253"/>
              <a:gd name="T79" fmla="*/ 416 h 682"/>
              <a:gd name="T80" fmla="*/ 382 w 1253"/>
              <a:gd name="T81" fmla="*/ 478 h 682"/>
              <a:gd name="T82" fmla="*/ 347 w 1253"/>
              <a:gd name="T83" fmla="*/ 553 h 682"/>
              <a:gd name="T84" fmla="*/ 338 w 1253"/>
              <a:gd name="T85" fmla="*/ 609 h 682"/>
              <a:gd name="T86" fmla="*/ 335 w 1253"/>
              <a:gd name="T87" fmla="*/ 629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253" h="682">
                <a:moveTo>
                  <a:pt x="335" y="629"/>
                </a:moveTo>
                <a:lnTo>
                  <a:pt x="335" y="629"/>
                </a:lnTo>
                <a:lnTo>
                  <a:pt x="29" y="629"/>
                </a:lnTo>
                <a:lnTo>
                  <a:pt x="29" y="629"/>
                </a:lnTo>
                <a:lnTo>
                  <a:pt x="12" y="629"/>
                </a:lnTo>
                <a:lnTo>
                  <a:pt x="6" y="627"/>
                </a:lnTo>
                <a:lnTo>
                  <a:pt x="3" y="626"/>
                </a:lnTo>
                <a:lnTo>
                  <a:pt x="1" y="621"/>
                </a:lnTo>
                <a:lnTo>
                  <a:pt x="0" y="616"/>
                </a:lnTo>
                <a:lnTo>
                  <a:pt x="0" y="598"/>
                </a:lnTo>
                <a:lnTo>
                  <a:pt x="0" y="598"/>
                </a:lnTo>
                <a:lnTo>
                  <a:pt x="0" y="578"/>
                </a:lnTo>
                <a:lnTo>
                  <a:pt x="0" y="578"/>
                </a:lnTo>
                <a:lnTo>
                  <a:pt x="4" y="534"/>
                </a:lnTo>
                <a:lnTo>
                  <a:pt x="12" y="492"/>
                </a:lnTo>
                <a:lnTo>
                  <a:pt x="23" y="452"/>
                </a:lnTo>
                <a:lnTo>
                  <a:pt x="35" y="413"/>
                </a:lnTo>
                <a:lnTo>
                  <a:pt x="49" y="376"/>
                </a:lnTo>
                <a:lnTo>
                  <a:pt x="66" y="340"/>
                </a:lnTo>
                <a:lnTo>
                  <a:pt x="85" y="306"/>
                </a:lnTo>
                <a:lnTo>
                  <a:pt x="105" y="273"/>
                </a:lnTo>
                <a:lnTo>
                  <a:pt x="129" y="242"/>
                </a:lnTo>
                <a:lnTo>
                  <a:pt x="153" y="213"/>
                </a:lnTo>
                <a:lnTo>
                  <a:pt x="181" y="185"/>
                </a:lnTo>
                <a:lnTo>
                  <a:pt x="211" y="157"/>
                </a:lnTo>
                <a:lnTo>
                  <a:pt x="242" y="132"/>
                </a:lnTo>
                <a:lnTo>
                  <a:pt x="276" y="109"/>
                </a:lnTo>
                <a:lnTo>
                  <a:pt x="312" y="87"/>
                </a:lnTo>
                <a:lnTo>
                  <a:pt x="351" y="67"/>
                </a:lnTo>
                <a:lnTo>
                  <a:pt x="351" y="67"/>
                </a:lnTo>
                <a:lnTo>
                  <a:pt x="375" y="55"/>
                </a:lnTo>
                <a:lnTo>
                  <a:pt x="400" y="45"/>
                </a:lnTo>
                <a:lnTo>
                  <a:pt x="425" y="36"/>
                </a:lnTo>
                <a:lnTo>
                  <a:pt x="451" y="27"/>
                </a:lnTo>
                <a:lnTo>
                  <a:pt x="476" y="20"/>
                </a:lnTo>
                <a:lnTo>
                  <a:pt x="503" y="14"/>
                </a:lnTo>
                <a:lnTo>
                  <a:pt x="528" y="10"/>
                </a:lnTo>
                <a:lnTo>
                  <a:pt x="554" y="5"/>
                </a:lnTo>
                <a:lnTo>
                  <a:pt x="580" y="3"/>
                </a:lnTo>
                <a:lnTo>
                  <a:pt x="605" y="2"/>
                </a:lnTo>
                <a:lnTo>
                  <a:pt x="632" y="0"/>
                </a:lnTo>
                <a:lnTo>
                  <a:pt x="658" y="2"/>
                </a:lnTo>
                <a:lnTo>
                  <a:pt x="683" y="3"/>
                </a:lnTo>
                <a:lnTo>
                  <a:pt x="709" y="6"/>
                </a:lnTo>
                <a:lnTo>
                  <a:pt x="734" y="10"/>
                </a:lnTo>
                <a:lnTo>
                  <a:pt x="759" y="14"/>
                </a:lnTo>
                <a:lnTo>
                  <a:pt x="784" y="20"/>
                </a:lnTo>
                <a:lnTo>
                  <a:pt x="809" y="28"/>
                </a:lnTo>
                <a:lnTo>
                  <a:pt x="833" y="36"/>
                </a:lnTo>
                <a:lnTo>
                  <a:pt x="857" y="45"/>
                </a:lnTo>
                <a:lnTo>
                  <a:pt x="882" y="55"/>
                </a:lnTo>
                <a:lnTo>
                  <a:pt x="905" y="67"/>
                </a:lnTo>
                <a:lnTo>
                  <a:pt x="927" y="78"/>
                </a:lnTo>
                <a:lnTo>
                  <a:pt x="950" y="92"/>
                </a:lnTo>
                <a:lnTo>
                  <a:pt x="972" y="106"/>
                </a:lnTo>
                <a:lnTo>
                  <a:pt x="993" y="121"/>
                </a:lnTo>
                <a:lnTo>
                  <a:pt x="1015" y="137"/>
                </a:lnTo>
                <a:lnTo>
                  <a:pt x="1035" y="154"/>
                </a:lnTo>
                <a:lnTo>
                  <a:pt x="1055" y="172"/>
                </a:lnTo>
                <a:lnTo>
                  <a:pt x="1076" y="191"/>
                </a:lnTo>
                <a:lnTo>
                  <a:pt x="1094" y="211"/>
                </a:lnTo>
                <a:lnTo>
                  <a:pt x="1111" y="233"/>
                </a:lnTo>
                <a:lnTo>
                  <a:pt x="1111" y="233"/>
                </a:lnTo>
                <a:lnTo>
                  <a:pt x="1128" y="253"/>
                </a:lnTo>
                <a:lnTo>
                  <a:pt x="1145" y="276"/>
                </a:lnTo>
                <a:lnTo>
                  <a:pt x="1161" y="298"/>
                </a:lnTo>
                <a:lnTo>
                  <a:pt x="1175" y="321"/>
                </a:lnTo>
                <a:lnTo>
                  <a:pt x="1187" y="345"/>
                </a:lnTo>
                <a:lnTo>
                  <a:pt x="1198" y="368"/>
                </a:lnTo>
                <a:lnTo>
                  <a:pt x="1209" y="393"/>
                </a:lnTo>
                <a:lnTo>
                  <a:pt x="1218" y="416"/>
                </a:lnTo>
                <a:lnTo>
                  <a:pt x="1228" y="443"/>
                </a:lnTo>
                <a:lnTo>
                  <a:pt x="1234" y="467"/>
                </a:lnTo>
                <a:lnTo>
                  <a:pt x="1240" y="494"/>
                </a:lnTo>
                <a:lnTo>
                  <a:pt x="1245" y="520"/>
                </a:lnTo>
                <a:lnTo>
                  <a:pt x="1250" y="547"/>
                </a:lnTo>
                <a:lnTo>
                  <a:pt x="1251" y="573"/>
                </a:lnTo>
                <a:lnTo>
                  <a:pt x="1253" y="601"/>
                </a:lnTo>
                <a:lnTo>
                  <a:pt x="1253" y="629"/>
                </a:lnTo>
                <a:lnTo>
                  <a:pt x="1253" y="629"/>
                </a:lnTo>
                <a:lnTo>
                  <a:pt x="948" y="629"/>
                </a:lnTo>
                <a:lnTo>
                  <a:pt x="948" y="629"/>
                </a:lnTo>
                <a:lnTo>
                  <a:pt x="930" y="630"/>
                </a:lnTo>
                <a:lnTo>
                  <a:pt x="925" y="630"/>
                </a:lnTo>
                <a:lnTo>
                  <a:pt x="920" y="633"/>
                </a:lnTo>
                <a:lnTo>
                  <a:pt x="919" y="637"/>
                </a:lnTo>
                <a:lnTo>
                  <a:pt x="917" y="643"/>
                </a:lnTo>
                <a:lnTo>
                  <a:pt x="917" y="660"/>
                </a:lnTo>
                <a:lnTo>
                  <a:pt x="917" y="660"/>
                </a:lnTo>
                <a:lnTo>
                  <a:pt x="916" y="682"/>
                </a:lnTo>
                <a:lnTo>
                  <a:pt x="916" y="682"/>
                </a:lnTo>
                <a:lnTo>
                  <a:pt x="913" y="669"/>
                </a:lnTo>
                <a:lnTo>
                  <a:pt x="913" y="658"/>
                </a:lnTo>
                <a:lnTo>
                  <a:pt x="913" y="635"/>
                </a:lnTo>
                <a:lnTo>
                  <a:pt x="913" y="635"/>
                </a:lnTo>
                <a:lnTo>
                  <a:pt x="913" y="607"/>
                </a:lnTo>
                <a:lnTo>
                  <a:pt x="908" y="579"/>
                </a:lnTo>
                <a:lnTo>
                  <a:pt x="902" y="551"/>
                </a:lnTo>
                <a:lnTo>
                  <a:pt x="894" y="525"/>
                </a:lnTo>
                <a:lnTo>
                  <a:pt x="882" y="500"/>
                </a:lnTo>
                <a:lnTo>
                  <a:pt x="869" y="477"/>
                </a:lnTo>
                <a:lnTo>
                  <a:pt x="854" y="455"/>
                </a:lnTo>
                <a:lnTo>
                  <a:pt x="835" y="433"/>
                </a:lnTo>
                <a:lnTo>
                  <a:pt x="816" y="415"/>
                </a:lnTo>
                <a:lnTo>
                  <a:pt x="795" y="398"/>
                </a:lnTo>
                <a:lnTo>
                  <a:pt x="773" y="382"/>
                </a:lnTo>
                <a:lnTo>
                  <a:pt x="748" y="370"/>
                </a:lnTo>
                <a:lnTo>
                  <a:pt x="723" y="359"/>
                </a:lnTo>
                <a:lnTo>
                  <a:pt x="697" y="351"/>
                </a:lnTo>
                <a:lnTo>
                  <a:pt x="669" y="346"/>
                </a:lnTo>
                <a:lnTo>
                  <a:pt x="641" y="343"/>
                </a:lnTo>
                <a:lnTo>
                  <a:pt x="641" y="343"/>
                </a:lnTo>
                <a:lnTo>
                  <a:pt x="611" y="343"/>
                </a:lnTo>
                <a:lnTo>
                  <a:pt x="582" y="346"/>
                </a:lnTo>
                <a:lnTo>
                  <a:pt x="554" y="353"/>
                </a:lnTo>
                <a:lnTo>
                  <a:pt x="528" y="360"/>
                </a:lnTo>
                <a:lnTo>
                  <a:pt x="503" y="371"/>
                </a:lnTo>
                <a:lnTo>
                  <a:pt x="478" y="384"/>
                </a:lnTo>
                <a:lnTo>
                  <a:pt x="455" y="399"/>
                </a:lnTo>
                <a:lnTo>
                  <a:pt x="434" y="416"/>
                </a:lnTo>
                <a:lnTo>
                  <a:pt x="414" y="435"/>
                </a:lnTo>
                <a:lnTo>
                  <a:pt x="397" y="455"/>
                </a:lnTo>
                <a:lnTo>
                  <a:pt x="382" y="478"/>
                </a:lnTo>
                <a:lnTo>
                  <a:pt x="368" y="502"/>
                </a:lnTo>
                <a:lnTo>
                  <a:pt x="357" y="526"/>
                </a:lnTo>
                <a:lnTo>
                  <a:pt x="347" y="553"/>
                </a:lnTo>
                <a:lnTo>
                  <a:pt x="343" y="581"/>
                </a:lnTo>
                <a:lnTo>
                  <a:pt x="338" y="609"/>
                </a:lnTo>
                <a:lnTo>
                  <a:pt x="338" y="609"/>
                </a:lnTo>
                <a:lnTo>
                  <a:pt x="338" y="619"/>
                </a:lnTo>
                <a:lnTo>
                  <a:pt x="335" y="629"/>
                </a:lnTo>
                <a:lnTo>
                  <a:pt x="335" y="62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75"/>
          <p:cNvSpPr txBox="1"/>
          <p:nvPr/>
        </p:nvSpPr>
        <p:spPr>
          <a:xfrm flipH="1">
            <a:off x="2810605" y="287977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Normal" panose="020B0400000000000000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0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Normal" panose="020B04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76"/>
          <p:cNvSpPr txBox="1"/>
          <p:nvPr/>
        </p:nvSpPr>
        <p:spPr>
          <a:xfrm flipH="1">
            <a:off x="6330985" y="287977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Normal" panose="020B0400000000000000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0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Normal" panose="020B04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77"/>
          <p:cNvSpPr txBox="1"/>
          <p:nvPr/>
        </p:nvSpPr>
        <p:spPr>
          <a:xfrm flipH="1">
            <a:off x="4586911" y="457030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Normal" panose="020B0400000000000000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0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Normal" panose="020B04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78"/>
          <p:cNvSpPr txBox="1"/>
          <p:nvPr/>
        </p:nvSpPr>
        <p:spPr>
          <a:xfrm flipH="1">
            <a:off x="8039162" y="457030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Normal" panose="020B0400000000000000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0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Normal" panose="020B04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15428" y="1468407"/>
            <a:ext cx="3139837" cy="102803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198155" y="3663213"/>
            <a:ext cx="472440" cy="472440"/>
            <a:chOff x="3355038" y="2057286"/>
            <a:chExt cx="472440" cy="472440"/>
          </a:xfrm>
        </p:grpSpPr>
        <p:sp>
          <p:nvSpPr>
            <p:cNvPr id="16" name="椭圆 15"/>
            <p:cNvSpPr/>
            <p:nvPr/>
          </p:nvSpPr>
          <p:spPr>
            <a:xfrm flipH="1">
              <a:off x="3355038" y="2057286"/>
              <a:ext cx="472440" cy="472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7" name="文本框 87"/>
            <p:cNvSpPr txBox="1"/>
            <p:nvPr/>
          </p:nvSpPr>
          <p:spPr>
            <a:xfrm flipH="1">
              <a:off x="3364273" y="2108715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Arial" panose="020B0604020202020204" pitchFamily="34" charset="0"/>
                  <a:sym typeface="思源黑体 CN Medium" panose="020B0600000000000000" pitchFamily="34" charset="-122"/>
                </a:rPr>
                <a:t>01</a:t>
              </a:r>
              <a:endParaRPr lang="zh-CN" altLang="en-US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19" name="椭圆 18"/>
          <p:cNvSpPr/>
          <p:nvPr/>
        </p:nvSpPr>
        <p:spPr>
          <a:xfrm flipH="1">
            <a:off x="4955265" y="3668592"/>
            <a:ext cx="472440" cy="4724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0" name="文本框 90"/>
          <p:cNvSpPr txBox="1"/>
          <p:nvPr/>
        </p:nvSpPr>
        <p:spPr>
          <a:xfrm flipH="1">
            <a:off x="4964500" y="372002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02</a:t>
            </a:r>
            <a:endParaRPr lang="zh-CN" altLang="en-US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699688" y="3675226"/>
            <a:ext cx="472440" cy="472440"/>
            <a:chOff x="3355038" y="2057286"/>
            <a:chExt cx="472440" cy="472440"/>
          </a:xfrm>
        </p:grpSpPr>
        <p:sp>
          <p:nvSpPr>
            <p:cNvPr id="22" name="椭圆 21"/>
            <p:cNvSpPr/>
            <p:nvPr/>
          </p:nvSpPr>
          <p:spPr>
            <a:xfrm flipH="1">
              <a:off x="3355038" y="2057286"/>
              <a:ext cx="472440" cy="472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3" name="文本框 93"/>
            <p:cNvSpPr txBox="1"/>
            <p:nvPr/>
          </p:nvSpPr>
          <p:spPr>
            <a:xfrm flipH="1">
              <a:off x="3364273" y="2108715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Arial" panose="020B0604020202020204" pitchFamily="34" charset="0"/>
                  <a:sym typeface="思源黑体 CN Medium" panose="020B0600000000000000" pitchFamily="34" charset="-122"/>
                </a:rPr>
                <a:t>03</a:t>
              </a:r>
              <a:endParaRPr lang="zh-CN" altLang="en-US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4" name="椭圆 23"/>
          <p:cNvSpPr/>
          <p:nvPr/>
        </p:nvSpPr>
        <p:spPr>
          <a:xfrm flipH="1">
            <a:off x="8455234" y="3692856"/>
            <a:ext cx="472440" cy="4724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5" name="文本框 96"/>
          <p:cNvSpPr txBox="1"/>
          <p:nvPr/>
        </p:nvSpPr>
        <p:spPr>
          <a:xfrm flipH="1">
            <a:off x="8464469" y="374428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04</a:t>
            </a:r>
            <a:endParaRPr lang="zh-CN" altLang="en-US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551616" y="1456394"/>
            <a:ext cx="3139837" cy="102803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762909" y="5411703"/>
            <a:ext cx="3139837" cy="102803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499097" y="5399690"/>
            <a:ext cx="3139837" cy="102803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01790" y="2271411"/>
            <a:ext cx="9342120" cy="32804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238720" y="167514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354925" y="179135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" name="文本框 62"/>
          <p:cNvSpPr txBox="1"/>
          <p:nvPr/>
        </p:nvSpPr>
        <p:spPr>
          <a:xfrm>
            <a:off x="2469227" y="1882791"/>
            <a:ext cx="7873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01</a:t>
            </a:r>
            <a:endParaRPr lang="en-US" altLang="zh-CN" sz="40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869400" y="2197116"/>
            <a:ext cx="158115" cy="15811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4378035" y="168276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494240" y="179897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16"/>
          <p:cNvSpPr txBox="1"/>
          <p:nvPr/>
        </p:nvSpPr>
        <p:spPr>
          <a:xfrm>
            <a:off x="4608542" y="1890411"/>
            <a:ext cx="7873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02</a:t>
            </a:r>
            <a:endParaRPr lang="en-US" altLang="zh-CN" sz="40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004270" y="2207911"/>
            <a:ext cx="158115" cy="15811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17350" y="165990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33555" y="177611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34"/>
          <p:cNvSpPr txBox="1"/>
          <p:nvPr/>
        </p:nvSpPr>
        <p:spPr>
          <a:xfrm>
            <a:off x="6747857" y="1867551"/>
            <a:ext cx="7873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03</a:t>
            </a:r>
            <a:endParaRPr lang="en-US" altLang="zh-CN" sz="40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8656665" y="166752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8772870" y="178373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40"/>
          <p:cNvSpPr txBox="1"/>
          <p:nvPr/>
        </p:nvSpPr>
        <p:spPr>
          <a:xfrm>
            <a:off x="8887172" y="1875171"/>
            <a:ext cx="7873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04</a:t>
            </a:r>
            <a:endParaRPr lang="en-US" altLang="zh-CN" sz="40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8132155" y="2186321"/>
            <a:ext cx="158115" cy="15811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9" name="圆角矩形 43"/>
          <p:cNvSpPr/>
          <p:nvPr/>
        </p:nvSpPr>
        <p:spPr>
          <a:xfrm>
            <a:off x="4612349" y="5537783"/>
            <a:ext cx="2839085" cy="558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0" name="文本框 44"/>
          <p:cNvSpPr txBox="1"/>
          <p:nvPr/>
        </p:nvSpPr>
        <p:spPr>
          <a:xfrm>
            <a:off x="5496560" y="5615321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Normal" panose="020B0400000000000000" charset="-122"/>
                <a:sym typeface="思源黑体 CN Medium" panose="020B0600000000000000" pitchFamily="34" charset="-122"/>
              </a:rPr>
              <a:t>标题文字</a:t>
            </a:r>
            <a:endParaRPr lang="zh-CN" altLang="en-US" sz="20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Normal" panose="020B04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矩形 20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1913664" y="3540248"/>
            <a:ext cx="1919541" cy="19975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066410" y="3174381"/>
            <a:ext cx="1447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3" name="矩形 22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4112351" y="3511122"/>
            <a:ext cx="1919541" cy="19975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265097" y="3145255"/>
            <a:ext cx="1447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5" name="矩形 24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6187188" y="3510735"/>
            <a:ext cx="1919541" cy="19975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339934" y="3144868"/>
            <a:ext cx="1447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7" name="矩形 26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8398905" y="3490611"/>
            <a:ext cx="1919541" cy="19975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551651" y="3124744"/>
            <a:ext cx="1447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任意多边形 13"/>
          <p:cNvSpPr/>
          <p:nvPr>
            <p:custDataLst>
              <p:tags r:id="rId1"/>
            </p:custDataLst>
          </p:nvPr>
        </p:nvSpPr>
        <p:spPr>
          <a:xfrm rot="20100000" flipH="1">
            <a:off x="3769705" y="2323713"/>
            <a:ext cx="1061085" cy="30162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78" h="5623">
                <a:moveTo>
                  <a:pt x="1978" y="0"/>
                </a:moveTo>
                <a:lnTo>
                  <a:pt x="1978" y="4700"/>
                </a:lnTo>
                <a:lnTo>
                  <a:pt x="0" y="5623"/>
                </a:lnTo>
                <a:lnTo>
                  <a:pt x="0" y="922"/>
                </a:lnTo>
                <a:lnTo>
                  <a:pt x="1978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任意多边形 14"/>
          <p:cNvSpPr/>
          <p:nvPr>
            <p:custDataLst>
              <p:tags r:id="rId2"/>
            </p:custDataLst>
          </p:nvPr>
        </p:nvSpPr>
        <p:spPr>
          <a:xfrm rot="1500000">
            <a:off x="2680680" y="2323713"/>
            <a:ext cx="1061085" cy="30162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78" h="5623">
                <a:moveTo>
                  <a:pt x="1978" y="0"/>
                </a:moveTo>
                <a:lnTo>
                  <a:pt x="1978" y="4700"/>
                </a:lnTo>
                <a:lnTo>
                  <a:pt x="0" y="5623"/>
                </a:lnTo>
                <a:lnTo>
                  <a:pt x="0" y="922"/>
                </a:lnTo>
                <a:lnTo>
                  <a:pt x="197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2780375" y="3427978"/>
            <a:ext cx="808355" cy="8083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" name="任意多边形 58"/>
          <p:cNvSpPr/>
          <p:nvPr>
            <p:custDataLst>
              <p:tags r:id="rId4"/>
            </p:custDataLst>
          </p:nvPr>
        </p:nvSpPr>
        <p:spPr>
          <a:xfrm rot="2700000">
            <a:off x="2865465" y="3636893"/>
            <a:ext cx="570230" cy="46609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205" h="9978">
                <a:moveTo>
                  <a:pt x="10682" y="3494"/>
                </a:moveTo>
                <a:lnTo>
                  <a:pt x="11833" y="3494"/>
                </a:lnTo>
                <a:cubicBezTo>
                  <a:pt x="12042" y="3487"/>
                  <a:pt x="12210" y="3678"/>
                  <a:pt x="12205" y="3865"/>
                </a:cubicBezTo>
                <a:cubicBezTo>
                  <a:pt x="12211" y="4074"/>
                  <a:pt x="12020" y="4242"/>
                  <a:pt x="11833" y="4237"/>
                </a:cubicBezTo>
                <a:lnTo>
                  <a:pt x="10678" y="4237"/>
                </a:lnTo>
                <a:cubicBezTo>
                  <a:pt x="10630" y="4624"/>
                  <a:pt x="10355" y="5107"/>
                  <a:pt x="10121" y="5308"/>
                </a:cubicBezTo>
                <a:cubicBezTo>
                  <a:pt x="9755" y="5731"/>
                  <a:pt x="9105" y="5914"/>
                  <a:pt x="8679" y="5899"/>
                </a:cubicBezTo>
                <a:cubicBezTo>
                  <a:pt x="8141" y="5916"/>
                  <a:pt x="7528" y="5626"/>
                  <a:pt x="7245" y="5308"/>
                </a:cubicBezTo>
                <a:cubicBezTo>
                  <a:pt x="6822" y="4942"/>
                  <a:pt x="6639" y="4292"/>
                  <a:pt x="6654" y="3866"/>
                </a:cubicBezTo>
                <a:cubicBezTo>
                  <a:pt x="6637" y="3327"/>
                  <a:pt x="6927" y="2714"/>
                  <a:pt x="7245" y="2432"/>
                </a:cubicBezTo>
                <a:cubicBezTo>
                  <a:pt x="7611" y="2008"/>
                  <a:pt x="8261" y="1825"/>
                  <a:pt x="8687" y="1840"/>
                </a:cubicBezTo>
                <a:cubicBezTo>
                  <a:pt x="9226" y="1823"/>
                  <a:pt x="9839" y="2113"/>
                  <a:pt x="10121" y="2432"/>
                </a:cubicBezTo>
                <a:cubicBezTo>
                  <a:pt x="10444" y="2697"/>
                  <a:pt x="10651" y="3241"/>
                  <a:pt x="10682" y="3494"/>
                </a:cubicBezTo>
                <a:close/>
                <a:moveTo>
                  <a:pt x="7772" y="4781"/>
                </a:moveTo>
                <a:cubicBezTo>
                  <a:pt x="7503" y="4549"/>
                  <a:pt x="7387" y="4137"/>
                  <a:pt x="7397" y="3867"/>
                </a:cubicBezTo>
                <a:cubicBezTo>
                  <a:pt x="7386" y="3526"/>
                  <a:pt x="7569" y="3137"/>
                  <a:pt x="7772" y="2958"/>
                </a:cubicBezTo>
                <a:cubicBezTo>
                  <a:pt x="8004" y="2689"/>
                  <a:pt x="8416" y="2573"/>
                  <a:pt x="8686" y="2583"/>
                </a:cubicBezTo>
                <a:cubicBezTo>
                  <a:pt x="9027" y="2572"/>
                  <a:pt x="9416" y="2756"/>
                  <a:pt x="9595" y="2958"/>
                </a:cubicBezTo>
                <a:cubicBezTo>
                  <a:pt x="9863" y="3190"/>
                  <a:pt x="9980" y="3602"/>
                  <a:pt x="9970" y="3872"/>
                </a:cubicBezTo>
                <a:cubicBezTo>
                  <a:pt x="9981" y="4213"/>
                  <a:pt x="9797" y="4602"/>
                  <a:pt x="9595" y="4781"/>
                </a:cubicBezTo>
                <a:cubicBezTo>
                  <a:pt x="9363" y="5050"/>
                  <a:pt x="8951" y="5166"/>
                  <a:pt x="8681" y="5156"/>
                </a:cubicBezTo>
                <a:cubicBezTo>
                  <a:pt x="8339" y="5167"/>
                  <a:pt x="7950" y="4983"/>
                  <a:pt x="7772" y="4781"/>
                </a:cubicBezTo>
                <a:close/>
                <a:moveTo>
                  <a:pt x="6785" y="22"/>
                </a:moveTo>
                <a:cubicBezTo>
                  <a:pt x="6853" y="28"/>
                  <a:pt x="6943" y="82"/>
                  <a:pt x="6979" y="121"/>
                </a:cubicBezTo>
                <a:lnTo>
                  <a:pt x="7869" y="1012"/>
                </a:lnTo>
                <a:cubicBezTo>
                  <a:pt x="7943" y="1075"/>
                  <a:pt x="7975" y="1189"/>
                  <a:pt x="7972" y="1263"/>
                </a:cubicBezTo>
                <a:cubicBezTo>
                  <a:pt x="7975" y="1357"/>
                  <a:pt x="7925" y="1464"/>
                  <a:pt x="7869" y="1514"/>
                </a:cubicBezTo>
                <a:cubicBezTo>
                  <a:pt x="7805" y="1587"/>
                  <a:pt x="7692" y="1619"/>
                  <a:pt x="7617" y="1617"/>
                </a:cubicBezTo>
                <a:cubicBezTo>
                  <a:pt x="7523" y="1620"/>
                  <a:pt x="7416" y="1569"/>
                  <a:pt x="7367" y="1514"/>
                </a:cubicBezTo>
                <a:lnTo>
                  <a:pt x="6540" y="686"/>
                </a:lnTo>
                <a:lnTo>
                  <a:pt x="3946" y="686"/>
                </a:lnTo>
                <a:lnTo>
                  <a:pt x="762" y="3870"/>
                </a:lnTo>
                <a:lnTo>
                  <a:pt x="6107" y="9215"/>
                </a:lnTo>
                <a:lnTo>
                  <a:pt x="8693" y="6630"/>
                </a:lnTo>
                <a:lnTo>
                  <a:pt x="9202" y="7139"/>
                </a:lnTo>
                <a:lnTo>
                  <a:pt x="6539" y="9802"/>
                </a:lnTo>
                <a:cubicBezTo>
                  <a:pt x="6436" y="9931"/>
                  <a:pt x="6245" y="9981"/>
                  <a:pt x="6118" y="9977"/>
                </a:cubicBezTo>
                <a:cubicBezTo>
                  <a:pt x="5947" y="9982"/>
                  <a:pt x="5762" y="9900"/>
                  <a:pt x="5695" y="9821"/>
                </a:cubicBezTo>
                <a:lnTo>
                  <a:pt x="5686" y="9812"/>
                </a:lnTo>
                <a:lnTo>
                  <a:pt x="5675" y="9802"/>
                </a:lnTo>
                <a:lnTo>
                  <a:pt x="176" y="4302"/>
                </a:lnTo>
                <a:cubicBezTo>
                  <a:pt x="46" y="4200"/>
                  <a:pt x="-4" y="4008"/>
                  <a:pt x="0" y="3881"/>
                </a:cubicBezTo>
                <a:cubicBezTo>
                  <a:pt x="-4" y="3711"/>
                  <a:pt x="78" y="3525"/>
                  <a:pt x="156" y="3458"/>
                </a:cubicBezTo>
                <a:lnTo>
                  <a:pt x="165" y="3449"/>
                </a:lnTo>
                <a:lnTo>
                  <a:pt x="176" y="3439"/>
                </a:lnTo>
                <a:lnTo>
                  <a:pt x="3426" y="188"/>
                </a:lnTo>
                <a:cubicBezTo>
                  <a:pt x="3451" y="160"/>
                  <a:pt x="3499" y="119"/>
                  <a:pt x="3506" y="116"/>
                </a:cubicBezTo>
                <a:lnTo>
                  <a:pt x="3506" y="116"/>
                </a:lnTo>
                <a:lnTo>
                  <a:pt x="3512" y="110"/>
                </a:lnTo>
                <a:lnTo>
                  <a:pt x="3517" y="104"/>
                </a:lnTo>
                <a:lnTo>
                  <a:pt x="3523" y="98"/>
                </a:lnTo>
                <a:cubicBezTo>
                  <a:pt x="3578" y="36"/>
                  <a:pt x="3688" y="-1"/>
                  <a:pt x="3756" y="0"/>
                </a:cubicBezTo>
                <a:lnTo>
                  <a:pt x="3759" y="0"/>
                </a:lnTo>
                <a:lnTo>
                  <a:pt x="3763" y="0"/>
                </a:lnTo>
                <a:lnTo>
                  <a:pt x="6665" y="0"/>
                </a:lnTo>
                <a:cubicBezTo>
                  <a:pt x="6668" y="0"/>
                  <a:pt x="6674" y="0"/>
                  <a:pt x="6675" y="0"/>
                </a:cubicBezTo>
                <a:cubicBezTo>
                  <a:pt x="6716" y="0"/>
                  <a:pt x="6780" y="19"/>
                  <a:pt x="6785" y="22"/>
                </a:cubicBezTo>
                <a:close/>
                <a:moveTo>
                  <a:pt x="2584" y="4398"/>
                </a:moveTo>
                <a:cubicBezTo>
                  <a:pt x="2513" y="4333"/>
                  <a:pt x="2478" y="4223"/>
                  <a:pt x="2479" y="4150"/>
                </a:cubicBezTo>
                <a:lnTo>
                  <a:pt x="2479" y="4141"/>
                </a:lnTo>
                <a:cubicBezTo>
                  <a:pt x="2476" y="4052"/>
                  <a:pt x="2526" y="3947"/>
                  <a:pt x="2584" y="3893"/>
                </a:cubicBezTo>
                <a:lnTo>
                  <a:pt x="4670" y="1807"/>
                </a:lnTo>
                <a:cubicBezTo>
                  <a:pt x="4738" y="1733"/>
                  <a:pt x="4851" y="1699"/>
                  <a:pt x="4927" y="1702"/>
                </a:cubicBezTo>
                <a:cubicBezTo>
                  <a:pt x="5112" y="1689"/>
                  <a:pt x="5293" y="1891"/>
                  <a:pt x="5280" y="2055"/>
                </a:cubicBezTo>
                <a:cubicBezTo>
                  <a:pt x="5286" y="2147"/>
                  <a:pt x="5236" y="2255"/>
                  <a:pt x="5176" y="2312"/>
                </a:cubicBezTo>
                <a:lnTo>
                  <a:pt x="3090" y="4398"/>
                </a:lnTo>
                <a:cubicBezTo>
                  <a:pt x="3024" y="4469"/>
                  <a:pt x="2914" y="4504"/>
                  <a:pt x="2841" y="4503"/>
                </a:cubicBezTo>
                <a:lnTo>
                  <a:pt x="2832" y="4503"/>
                </a:lnTo>
                <a:cubicBezTo>
                  <a:pt x="2744" y="4506"/>
                  <a:pt x="2639" y="4456"/>
                  <a:pt x="2584" y="4398"/>
                </a:cubicBezTo>
                <a:close/>
                <a:moveTo>
                  <a:pt x="3977" y="5791"/>
                </a:moveTo>
                <a:cubicBezTo>
                  <a:pt x="3906" y="5726"/>
                  <a:pt x="3871" y="5616"/>
                  <a:pt x="3872" y="5543"/>
                </a:cubicBezTo>
                <a:lnTo>
                  <a:pt x="3872" y="5534"/>
                </a:lnTo>
                <a:cubicBezTo>
                  <a:pt x="3869" y="5445"/>
                  <a:pt x="3919" y="5340"/>
                  <a:pt x="3977" y="5286"/>
                </a:cubicBezTo>
                <a:lnTo>
                  <a:pt x="5236" y="4026"/>
                </a:lnTo>
                <a:cubicBezTo>
                  <a:pt x="5302" y="3955"/>
                  <a:pt x="5412" y="3920"/>
                  <a:pt x="5485" y="3921"/>
                </a:cubicBezTo>
                <a:cubicBezTo>
                  <a:pt x="5673" y="3903"/>
                  <a:pt x="5859" y="4107"/>
                  <a:pt x="5847" y="4275"/>
                </a:cubicBezTo>
                <a:lnTo>
                  <a:pt x="5847" y="4283"/>
                </a:lnTo>
                <a:cubicBezTo>
                  <a:pt x="5850" y="4372"/>
                  <a:pt x="5800" y="4477"/>
                  <a:pt x="5742" y="4532"/>
                </a:cubicBezTo>
                <a:lnTo>
                  <a:pt x="4483" y="5791"/>
                </a:lnTo>
                <a:cubicBezTo>
                  <a:pt x="4417" y="5862"/>
                  <a:pt x="4307" y="5897"/>
                  <a:pt x="4234" y="5896"/>
                </a:cubicBezTo>
                <a:lnTo>
                  <a:pt x="4225" y="5896"/>
                </a:lnTo>
                <a:cubicBezTo>
                  <a:pt x="4137" y="5899"/>
                  <a:pt x="4032" y="5849"/>
                  <a:pt x="3977" y="5791"/>
                </a:cubicBezTo>
                <a:close/>
                <a:moveTo>
                  <a:pt x="5370" y="7184"/>
                </a:moveTo>
                <a:cubicBezTo>
                  <a:pt x="5299" y="7119"/>
                  <a:pt x="5264" y="7009"/>
                  <a:pt x="5265" y="6936"/>
                </a:cubicBezTo>
                <a:lnTo>
                  <a:pt x="5265" y="6927"/>
                </a:lnTo>
                <a:cubicBezTo>
                  <a:pt x="5262" y="6838"/>
                  <a:pt x="5312" y="6733"/>
                  <a:pt x="5370" y="6679"/>
                </a:cubicBezTo>
                <a:lnTo>
                  <a:pt x="5789" y="6260"/>
                </a:lnTo>
                <a:cubicBezTo>
                  <a:pt x="5854" y="6189"/>
                  <a:pt x="5964" y="6154"/>
                  <a:pt x="6037" y="6155"/>
                </a:cubicBezTo>
                <a:lnTo>
                  <a:pt x="6046" y="6155"/>
                </a:lnTo>
                <a:cubicBezTo>
                  <a:pt x="6231" y="6142"/>
                  <a:pt x="6411" y="6344"/>
                  <a:pt x="6399" y="6508"/>
                </a:cubicBezTo>
                <a:lnTo>
                  <a:pt x="6399" y="6517"/>
                </a:lnTo>
                <a:cubicBezTo>
                  <a:pt x="6402" y="6606"/>
                  <a:pt x="6352" y="6711"/>
                  <a:pt x="6294" y="6765"/>
                </a:cubicBezTo>
                <a:lnTo>
                  <a:pt x="5876" y="7184"/>
                </a:lnTo>
                <a:cubicBezTo>
                  <a:pt x="5808" y="7257"/>
                  <a:pt x="5694" y="7292"/>
                  <a:pt x="5618" y="7289"/>
                </a:cubicBezTo>
                <a:cubicBezTo>
                  <a:pt x="5530" y="7292"/>
                  <a:pt x="5425" y="7242"/>
                  <a:pt x="5370" y="71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任意多边形 10"/>
          <p:cNvSpPr/>
          <p:nvPr>
            <p:custDataLst>
              <p:tags r:id="rId5"/>
            </p:custDataLst>
          </p:nvPr>
        </p:nvSpPr>
        <p:spPr>
          <a:xfrm rot="20100000" flipH="1">
            <a:off x="5936325" y="2323713"/>
            <a:ext cx="1061085" cy="30162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78" h="5623">
                <a:moveTo>
                  <a:pt x="1978" y="0"/>
                </a:moveTo>
                <a:lnTo>
                  <a:pt x="1978" y="4700"/>
                </a:lnTo>
                <a:lnTo>
                  <a:pt x="0" y="5623"/>
                </a:lnTo>
                <a:lnTo>
                  <a:pt x="0" y="922"/>
                </a:lnTo>
                <a:lnTo>
                  <a:pt x="1978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任意多边形 11"/>
          <p:cNvSpPr/>
          <p:nvPr>
            <p:custDataLst>
              <p:tags r:id="rId6"/>
            </p:custDataLst>
          </p:nvPr>
        </p:nvSpPr>
        <p:spPr>
          <a:xfrm rot="1500000">
            <a:off x="4847935" y="2323713"/>
            <a:ext cx="1061085" cy="30162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78" h="5623">
                <a:moveTo>
                  <a:pt x="1978" y="0"/>
                </a:moveTo>
                <a:lnTo>
                  <a:pt x="1978" y="4700"/>
                </a:lnTo>
                <a:lnTo>
                  <a:pt x="0" y="5623"/>
                </a:lnTo>
                <a:lnTo>
                  <a:pt x="0" y="922"/>
                </a:lnTo>
                <a:lnTo>
                  <a:pt x="197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椭圆 7"/>
          <p:cNvSpPr/>
          <p:nvPr>
            <p:custDataLst>
              <p:tags r:id="rId7"/>
            </p:custDataLst>
          </p:nvPr>
        </p:nvSpPr>
        <p:spPr>
          <a:xfrm>
            <a:off x="4974300" y="3427978"/>
            <a:ext cx="808355" cy="8083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任意多边形 9"/>
          <p:cNvSpPr/>
          <p:nvPr>
            <p:custDataLst>
              <p:tags r:id="rId8"/>
            </p:custDataLst>
          </p:nvPr>
        </p:nvSpPr>
        <p:spPr>
          <a:xfrm rot="20100000" flipH="1">
            <a:off x="8086435" y="2323713"/>
            <a:ext cx="1061085" cy="30162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78" h="5623">
                <a:moveTo>
                  <a:pt x="1978" y="0"/>
                </a:moveTo>
                <a:lnTo>
                  <a:pt x="1978" y="4700"/>
                </a:lnTo>
                <a:lnTo>
                  <a:pt x="0" y="5623"/>
                </a:lnTo>
                <a:lnTo>
                  <a:pt x="0" y="922"/>
                </a:lnTo>
                <a:lnTo>
                  <a:pt x="1978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任意多边形 4"/>
          <p:cNvSpPr/>
          <p:nvPr>
            <p:custDataLst>
              <p:tags r:id="rId9"/>
            </p:custDataLst>
          </p:nvPr>
        </p:nvSpPr>
        <p:spPr>
          <a:xfrm rot="1500000">
            <a:off x="6997410" y="2323713"/>
            <a:ext cx="1061085" cy="30162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78" h="5623">
                <a:moveTo>
                  <a:pt x="1978" y="0"/>
                </a:moveTo>
                <a:lnTo>
                  <a:pt x="1978" y="4700"/>
                </a:lnTo>
                <a:lnTo>
                  <a:pt x="0" y="5623"/>
                </a:lnTo>
                <a:lnTo>
                  <a:pt x="0" y="922"/>
                </a:lnTo>
                <a:lnTo>
                  <a:pt x="197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任意多边形 16"/>
          <p:cNvSpPr/>
          <p:nvPr>
            <p:custDataLst>
              <p:tags r:id="rId10"/>
            </p:custDataLst>
          </p:nvPr>
        </p:nvSpPr>
        <p:spPr>
          <a:xfrm rot="1500000">
            <a:off x="9191970" y="2323713"/>
            <a:ext cx="1061085" cy="30162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78" h="5623">
                <a:moveTo>
                  <a:pt x="1978" y="0"/>
                </a:moveTo>
                <a:lnTo>
                  <a:pt x="1978" y="4700"/>
                </a:lnTo>
                <a:lnTo>
                  <a:pt x="0" y="5623"/>
                </a:lnTo>
                <a:lnTo>
                  <a:pt x="0" y="922"/>
                </a:lnTo>
                <a:lnTo>
                  <a:pt x="197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任意多边形 17"/>
          <p:cNvSpPr/>
          <p:nvPr/>
        </p:nvSpPr>
        <p:spPr>
          <a:xfrm rot="1500000">
            <a:off x="9773630" y="1636643"/>
            <a:ext cx="1061085" cy="18929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82" h="2466">
                <a:moveTo>
                  <a:pt x="1382" y="0"/>
                </a:moveTo>
                <a:lnTo>
                  <a:pt x="1382" y="1821"/>
                </a:lnTo>
                <a:lnTo>
                  <a:pt x="0" y="2466"/>
                </a:lnTo>
                <a:lnTo>
                  <a:pt x="0" y="644"/>
                </a:lnTo>
                <a:lnTo>
                  <a:pt x="13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任意多边形 66"/>
          <p:cNvSpPr/>
          <p:nvPr>
            <p:custDataLst>
              <p:tags r:id="rId11"/>
            </p:custDataLst>
          </p:nvPr>
        </p:nvSpPr>
        <p:spPr>
          <a:xfrm rot="10800000">
            <a:off x="5169880" y="3622923"/>
            <a:ext cx="419735" cy="3981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114" h="8636">
                <a:moveTo>
                  <a:pt x="1830" y="4403"/>
                </a:moveTo>
                <a:lnTo>
                  <a:pt x="2601" y="4403"/>
                </a:lnTo>
                <a:lnTo>
                  <a:pt x="2601" y="5339"/>
                </a:lnTo>
                <a:lnTo>
                  <a:pt x="4559" y="3381"/>
                </a:lnTo>
                <a:lnTo>
                  <a:pt x="4557" y="3379"/>
                </a:lnTo>
                <a:lnTo>
                  <a:pt x="5102" y="2834"/>
                </a:lnTo>
                <a:lnTo>
                  <a:pt x="6352" y="4084"/>
                </a:lnTo>
                <a:lnTo>
                  <a:pt x="8373" y="2063"/>
                </a:lnTo>
                <a:lnTo>
                  <a:pt x="8373" y="730"/>
                </a:lnTo>
                <a:lnTo>
                  <a:pt x="741" y="730"/>
                </a:lnTo>
                <a:lnTo>
                  <a:pt x="741" y="7906"/>
                </a:lnTo>
                <a:lnTo>
                  <a:pt x="8373" y="7906"/>
                </a:lnTo>
                <a:lnTo>
                  <a:pt x="8373" y="3153"/>
                </a:lnTo>
                <a:lnTo>
                  <a:pt x="6353" y="5174"/>
                </a:lnTo>
                <a:lnTo>
                  <a:pt x="6351" y="5172"/>
                </a:lnTo>
                <a:lnTo>
                  <a:pt x="6351" y="5173"/>
                </a:lnTo>
                <a:lnTo>
                  <a:pt x="5104" y="3926"/>
                </a:lnTo>
                <a:lnTo>
                  <a:pt x="2933" y="6097"/>
                </a:lnTo>
                <a:lnTo>
                  <a:pt x="4295" y="6097"/>
                </a:lnTo>
                <a:lnTo>
                  <a:pt x="4295" y="6868"/>
                </a:lnTo>
                <a:lnTo>
                  <a:pt x="1830" y="6868"/>
                </a:lnTo>
                <a:lnTo>
                  <a:pt x="1830" y="4403"/>
                </a:lnTo>
                <a:close/>
                <a:moveTo>
                  <a:pt x="9114" y="8005"/>
                </a:moveTo>
                <a:lnTo>
                  <a:pt x="9114" y="8022"/>
                </a:lnTo>
                <a:cubicBezTo>
                  <a:pt x="9124" y="8368"/>
                  <a:pt x="8775" y="8644"/>
                  <a:pt x="8498" y="8636"/>
                </a:cubicBezTo>
                <a:lnTo>
                  <a:pt x="8483" y="8636"/>
                </a:lnTo>
                <a:lnTo>
                  <a:pt x="631" y="8636"/>
                </a:lnTo>
                <a:lnTo>
                  <a:pt x="614" y="8636"/>
                </a:lnTo>
                <a:cubicBezTo>
                  <a:pt x="268" y="8646"/>
                  <a:pt x="-8" y="8297"/>
                  <a:pt x="0" y="8020"/>
                </a:cubicBezTo>
                <a:lnTo>
                  <a:pt x="0" y="8005"/>
                </a:lnTo>
                <a:lnTo>
                  <a:pt x="0" y="631"/>
                </a:lnTo>
                <a:lnTo>
                  <a:pt x="0" y="614"/>
                </a:lnTo>
                <a:cubicBezTo>
                  <a:pt x="-10" y="268"/>
                  <a:pt x="339" y="-8"/>
                  <a:pt x="616" y="0"/>
                </a:cubicBezTo>
                <a:lnTo>
                  <a:pt x="631" y="0"/>
                </a:lnTo>
                <a:lnTo>
                  <a:pt x="8483" y="0"/>
                </a:lnTo>
                <a:lnTo>
                  <a:pt x="8500" y="0"/>
                </a:lnTo>
                <a:cubicBezTo>
                  <a:pt x="8846" y="-10"/>
                  <a:pt x="9122" y="339"/>
                  <a:pt x="9114" y="616"/>
                </a:cubicBezTo>
                <a:lnTo>
                  <a:pt x="9114" y="631"/>
                </a:lnTo>
                <a:lnTo>
                  <a:pt x="9114" y="80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椭圆 13"/>
          <p:cNvSpPr/>
          <p:nvPr>
            <p:custDataLst>
              <p:tags r:id="rId12"/>
            </p:custDataLst>
          </p:nvPr>
        </p:nvSpPr>
        <p:spPr>
          <a:xfrm>
            <a:off x="7107265" y="3476238"/>
            <a:ext cx="808355" cy="8083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任意多边形 91"/>
          <p:cNvSpPr/>
          <p:nvPr>
            <p:custDataLst>
              <p:tags r:id="rId13"/>
            </p:custDataLst>
          </p:nvPr>
        </p:nvSpPr>
        <p:spPr>
          <a:xfrm rot="1800000" flipH="1">
            <a:off x="7216485" y="3571488"/>
            <a:ext cx="542290" cy="56261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33" h="2418">
                <a:moveTo>
                  <a:pt x="991" y="1775"/>
                </a:moveTo>
                <a:lnTo>
                  <a:pt x="991" y="1773"/>
                </a:lnTo>
                <a:lnTo>
                  <a:pt x="991" y="1771"/>
                </a:lnTo>
                <a:lnTo>
                  <a:pt x="991" y="1768"/>
                </a:lnTo>
                <a:lnTo>
                  <a:pt x="991" y="1766"/>
                </a:lnTo>
                <a:lnTo>
                  <a:pt x="881" y="1703"/>
                </a:lnTo>
                <a:lnTo>
                  <a:pt x="881" y="1702"/>
                </a:lnTo>
                <a:lnTo>
                  <a:pt x="881" y="1701"/>
                </a:lnTo>
                <a:lnTo>
                  <a:pt x="609" y="1544"/>
                </a:lnTo>
                <a:cubicBezTo>
                  <a:pt x="607" y="1546"/>
                  <a:pt x="593" y="1558"/>
                  <a:pt x="588" y="1560"/>
                </a:cubicBezTo>
                <a:lnTo>
                  <a:pt x="131" y="1824"/>
                </a:lnTo>
                <a:cubicBezTo>
                  <a:pt x="120" y="1832"/>
                  <a:pt x="101" y="1836"/>
                  <a:pt x="87" y="1836"/>
                </a:cubicBezTo>
                <a:cubicBezTo>
                  <a:pt x="73" y="1836"/>
                  <a:pt x="56" y="1832"/>
                  <a:pt x="47" y="1826"/>
                </a:cubicBezTo>
                <a:lnTo>
                  <a:pt x="45" y="1825"/>
                </a:lnTo>
                <a:lnTo>
                  <a:pt x="44" y="1825"/>
                </a:lnTo>
                <a:lnTo>
                  <a:pt x="42" y="1824"/>
                </a:lnTo>
                <a:lnTo>
                  <a:pt x="41" y="1823"/>
                </a:lnTo>
                <a:cubicBezTo>
                  <a:pt x="17" y="1812"/>
                  <a:pt x="-1" y="1772"/>
                  <a:pt x="0" y="1745"/>
                </a:cubicBezTo>
                <a:cubicBezTo>
                  <a:pt x="-1" y="1731"/>
                  <a:pt x="5" y="1714"/>
                  <a:pt x="12" y="1706"/>
                </a:cubicBezTo>
                <a:cubicBezTo>
                  <a:pt x="14" y="1699"/>
                  <a:pt x="32" y="1679"/>
                  <a:pt x="44" y="1674"/>
                </a:cubicBezTo>
                <a:lnTo>
                  <a:pt x="439" y="1446"/>
                </a:lnTo>
                <a:lnTo>
                  <a:pt x="188" y="1301"/>
                </a:lnTo>
                <a:cubicBezTo>
                  <a:pt x="185" y="1299"/>
                  <a:pt x="178" y="1294"/>
                  <a:pt x="181" y="1296"/>
                </a:cubicBezTo>
                <a:lnTo>
                  <a:pt x="180" y="1296"/>
                </a:lnTo>
                <a:lnTo>
                  <a:pt x="178" y="1295"/>
                </a:lnTo>
                <a:lnTo>
                  <a:pt x="176" y="1294"/>
                </a:lnTo>
                <a:lnTo>
                  <a:pt x="174" y="1293"/>
                </a:lnTo>
                <a:lnTo>
                  <a:pt x="172" y="1291"/>
                </a:lnTo>
                <a:cubicBezTo>
                  <a:pt x="148" y="1280"/>
                  <a:pt x="129" y="1243"/>
                  <a:pt x="130" y="1215"/>
                </a:cubicBezTo>
                <a:cubicBezTo>
                  <a:pt x="129" y="1201"/>
                  <a:pt x="135" y="1183"/>
                  <a:pt x="142" y="1174"/>
                </a:cubicBezTo>
                <a:lnTo>
                  <a:pt x="691" y="223"/>
                </a:lnTo>
                <a:lnTo>
                  <a:pt x="587" y="163"/>
                </a:lnTo>
                <a:lnTo>
                  <a:pt x="585" y="162"/>
                </a:lnTo>
                <a:lnTo>
                  <a:pt x="584" y="161"/>
                </a:lnTo>
                <a:cubicBezTo>
                  <a:pt x="560" y="149"/>
                  <a:pt x="543" y="112"/>
                  <a:pt x="543" y="86"/>
                </a:cubicBezTo>
                <a:cubicBezTo>
                  <a:pt x="542" y="71"/>
                  <a:pt x="549" y="53"/>
                  <a:pt x="555" y="44"/>
                </a:cubicBezTo>
                <a:lnTo>
                  <a:pt x="556" y="42"/>
                </a:lnTo>
                <a:cubicBezTo>
                  <a:pt x="568" y="18"/>
                  <a:pt x="605" y="-1"/>
                  <a:pt x="632" y="0"/>
                </a:cubicBezTo>
                <a:cubicBezTo>
                  <a:pt x="646" y="-1"/>
                  <a:pt x="665" y="5"/>
                  <a:pt x="674" y="12"/>
                </a:cubicBezTo>
                <a:lnTo>
                  <a:pt x="2289" y="944"/>
                </a:lnTo>
                <a:lnTo>
                  <a:pt x="2291" y="945"/>
                </a:lnTo>
                <a:lnTo>
                  <a:pt x="2293" y="946"/>
                </a:lnTo>
                <a:cubicBezTo>
                  <a:pt x="2316" y="958"/>
                  <a:pt x="2333" y="995"/>
                  <a:pt x="2333" y="1021"/>
                </a:cubicBezTo>
                <a:cubicBezTo>
                  <a:pt x="2334" y="1036"/>
                  <a:pt x="2327" y="1054"/>
                  <a:pt x="2321" y="1063"/>
                </a:cubicBezTo>
                <a:lnTo>
                  <a:pt x="2320" y="1065"/>
                </a:lnTo>
                <a:cubicBezTo>
                  <a:pt x="2308" y="1089"/>
                  <a:pt x="2271" y="1108"/>
                  <a:pt x="2244" y="1107"/>
                </a:cubicBezTo>
                <a:cubicBezTo>
                  <a:pt x="2230" y="1108"/>
                  <a:pt x="2211" y="1102"/>
                  <a:pt x="2202" y="1095"/>
                </a:cubicBezTo>
                <a:lnTo>
                  <a:pt x="2098" y="1035"/>
                </a:lnTo>
                <a:lnTo>
                  <a:pt x="1549" y="1986"/>
                </a:lnTo>
                <a:lnTo>
                  <a:pt x="1548" y="1988"/>
                </a:lnTo>
                <a:lnTo>
                  <a:pt x="1547" y="1990"/>
                </a:lnTo>
                <a:cubicBezTo>
                  <a:pt x="1535" y="2013"/>
                  <a:pt x="1499" y="2030"/>
                  <a:pt x="1472" y="2030"/>
                </a:cubicBezTo>
                <a:cubicBezTo>
                  <a:pt x="1458" y="2031"/>
                  <a:pt x="1439" y="2024"/>
                  <a:pt x="1430" y="2018"/>
                </a:cubicBezTo>
                <a:lnTo>
                  <a:pt x="1428" y="2017"/>
                </a:lnTo>
                <a:lnTo>
                  <a:pt x="1426" y="2016"/>
                </a:lnTo>
                <a:lnTo>
                  <a:pt x="1425" y="2014"/>
                </a:lnTo>
                <a:lnTo>
                  <a:pt x="1424" y="2014"/>
                </a:lnTo>
                <a:lnTo>
                  <a:pt x="1424" y="2014"/>
                </a:lnTo>
                <a:lnTo>
                  <a:pt x="1424" y="2014"/>
                </a:lnTo>
                <a:lnTo>
                  <a:pt x="1424" y="2014"/>
                </a:lnTo>
                <a:lnTo>
                  <a:pt x="1424" y="2014"/>
                </a:lnTo>
                <a:lnTo>
                  <a:pt x="1424" y="2014"/>
                </a:lnTo>
                <a:cubicBezTo>
                  <a:pt x="1425" y="2014"/>
                  <a:pt x="1415" y="2010"/>
                  <a:pt x="1416" y="2010"/>
                </a:cubicBezTo>
                <a:lnTo>
                  <a:pt x="1171" y="1868"/>
                </a:lnTo>
                <a:lnTo>
                  <a:pt x="1171" y="2327"/>
                </a:lnTo>
                <a:cubicBezTo>
                  <a:pt x="1172" y="2378"/>
                  <a:pt x="1126" y="2419"/>
                  <a:pt x="1081" y="2417"/>
                </a:cubicBezTo>
                <a:cubicBezTo>
                  <a:pt x="1030" y="2419"/>
                  <a:pt x="989" y="2373"/>
                  <a:pt x="991" y="2327"/>
                </a:cubicBezTo>
                <a:lnTo>
                  <a:pt x="991" y="1775"/>
                </a:lnTo>
                <a:close/>
                <a:moveTo>
                  <a:pt x="336" y="1185"/>
                </a:moveTo>
                <a:lnTo>
                  <a:pt x="842" y="310"/>
                </a:lnTo>
                <a:lnTo>
                  <a:pt x="1947" y="948"/>
                </a:lnTo>
                <a:lnTo>
                  <a:pt x="1442" y="1824"/>
                </a:lnTo>
                <a:lnTo>
                  <a:pt x="336" y="1185"/>
                </a:lnTo>
                <a:close/>
                <a:moveTo>
                  <a:pt x="1355" y="953"/>
                </a:moveTo>
                <a:lnTo>
                  <a:pt x="1356" y="951"/>
                </a:lnTo>
                <a:lnTo>
                  <a:pt x="1356" y="950"/>
                </a:lnTo>
                <a:lnTo>
                  <a:pt x="1356" y="948"/>
                </a:lnTo>
                <a:cubicBezTo>
                  <a:pt x="1357" y="914"/>
                  <a:pt x="1327" y="879"/>
                  <a:pt x="1308" y="869"/>
                </a:cubicBezTo>
                <a:lnTo>
                  <a:pt x="1307" y="869"/>
                </a:lnTo>
                <a:lnTo>
                  <a:pt x="1305" y="868"/>
                </a:lnTo>
                <a:lnTo>
                  <a:pt x="1305" y="867"/>
                </a:lnTo>
                <a:cubicBezTo>
                  <a:pt x="1292" y="859"/>
                  <a:pt x="1270" y="855"/>
                  <a:pt x="1261" y="855"/>
                </a:cubicBezTo>
                <a:lnTo>
                  <a:pt x="1260" y="855"/>
                </a:lnTo>
                <a:lnTo>
                  <a:pt x="1259" y="855"/>
                </a:lnTo>
                <a:lnTo>
                  <a:pt x="1259" y="855"/>
                </a:lnTo>
                <a:lnTo>
                  <a:pt x="1258" y="855"/>
                </a:lnTo>
                <a:lnTo>
                  <a:pt x="1057" y="855"/>
                </a:lnTo>
                <a:lnTo>
                  <a:pt x="1055" y="855"/>
                </a:lnTo>
                <a:lnTo>
                  <a:pt x="1054" y="855"/>
                </a:lnTo>
                <a:lnTo>
                  <a:pt x="1053" y="855"/>
                </a:lnTo>
                <a:cubicBezTo>
                  <a:pt x="1025" y="855"/>
                  <a:pt x="993" y="876"/>
                  <a:pt x="986" y="886"/>
                </a:cubicBezTo>
                <a:cubicBezTo>
                  <a:pt x="981" y="890"/>
                  <a:pt x="973" y="902"/>
                  <a:pt x="972" y="903"/>
                </a:cubicBezTo>
                <a:cubicBezTo>
                  <a:pt x="964" y="917"/>
                  <a:pt x="958" y="941"/>
                  <a:pt x="958" y="950"/>
                </a:cubicBezTo>
                <a:lnTo>
                  <a:pt x="958" y="951"/>
                </a:lnTo>
                <a:lnTo>
                  <a:pt x="958" y="952"/>
                </a:lnTo>
                <a:lnTo>
                  <a:pt x="958" y="952"/>
                </a:lnTo>
                <a:lnTo>
                  <a:pt x="958" y="953"/>
                </a:lnTo>
                <a:lnTo>
                  <a:pt x="958" y="954"/>
                </a:lnTo>
                <a:lnTo>
                  <a:pt x="958" y="954"/>
                </a:lnTo>
                <a:lnTo>
                  <a:pt x="958" y="955"/>
                </a:lnTo>
                <a:lnTo>
                  <a:pt x="958" y="957"/>
                </a:lnTo>
                <a:lnTo>
                  <a:pt x="958" y="958"/>
                </a:lnTo>
                <a:cubicBezTo>
                  <a:pt x="958" y="974"/>
                  <a:pt x="967" y="997"/>
                  <a:pt x="971" y="1003"/>
                </a:cubicBezTo>
                <a:lnTo>
                  <a:pt x="1072" y="1177"/>
                </a:lnTo>
                <a:cubicBezTo>
                  <a:pt x="1079" y="1193"/>
                  <a:pt x="1100" y="1209"/>
                  <a:pt x="1107" y="1212"/>
                </a:cubicBezTo>
                <a:cubicBezTo>
                  <a:pt x="1121" y="1222"/>
                  <a:pt x="1144" y="1226"/>
                  <a:pt x="1154" y="1226"/>
                </a:cubicBezTo>
                <a:lnTo>
                  <a:pt x="1154" y="1226"/>
                </a:lnTo>
                <a:lnTo>
                  <a:pt x="1155" y="1226"/>
                </a:lnTo>
                <a:lnTo>
                  <a:pt x="1156" y="1226"/>
                </a:lnTo>
                <a:lnTo>
                  <a:pt x="1157" y="1226"/>
                </a:lnTo>
                <a:lnTo>
                  <a:pt x="1159" y="1226"/>
                </a:lnTo>
                <a:lnTo>
                  <a:pt x="1160" y="1226"/>
                </a:lnTo>
                <a:lnTo>
                  <a:pt x="1162" y="1226"/>
                </a:lnTo>
                <a:cubicBezTo>
                  <a:pt x="1192" y="1226"/>
                  <a:pt x="1229" y="1199"/>
                  <a:pt x="1237" y="1183"/>
                </a:cubicBezTo>
                <a:cubicBezTo>
                  <a:pt x="1240" y="1180"/>
                  <a:pt x="1250" y="1166"/>
                  <a:pt x="1248" y="1168"/>
                </a:cubicBezTo>
                <a:lnTo>
                  <a:pt x="1337" y="1013"/>
                </a:lnTo>
                <a:cubicBezTo>
                  <a:pt x="1339" y="1010"/>
                  <a:pt x="1345" y="997"/>
                  <a:pt x="1344" y="998"/>
                </a:cubicBezTo>
                <a:lnTo>
                  <a:pt x="1344" y="998"/>
                </a:lnTo>
                <a:lnTo>
                  <a:pt x="1344" y="998"/>
                </a:lnTo>
                <a:lnTo>
                  <a:pt x="1344" y="998"/>
                </a:lnTo>
                <a:lnTo>
                  <a:pt x="1344" y="998"/>
                </a:lnTo>
                <a:lnTo>
                  <a:pt x="1344" y="998"/>
                </a:lnTo>
                <a:lnTo>
                  <a:pt x="1344" y="998"/>
                </a:lnTo>
                <a:lnTo>
                  <a:pt x="1344" y="998"/>
                </a:lnTo>
                <a:lnTo>
                  <a:pt x="1344" y="998"/>
                </a:lnTo>
                <a:cubicBezTo>
                  <a:pt x="1350" y="992"/>
                  <a:pt x="1356" y="963"/>
                  <a:pt x="1356" y="955"/>
                </a:cubicBezTo>
                <a:lnTo>
                  <a:pt x="1356" y="955"/>
                </a:lnTo>
                <a:lnTo>
                  <a:pt x="1356" y="954"/>
                </a:lnTo>
                <a:lnTo>
                  <a:pt x="1356" y="953"/>
                </a:lnTo>
                <a:lnTo>
                  <a:pt x="1355" y="9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椭圆 15"/>
          <p:cNvSpPr/>
          <p:nvPr>
            <p:custDataLst>
              <p:tags r:id="rId14"/>
            </p:custDataLst>
          </p:nvPr>
        </p:nvSpPr>
        <p:spPr>
          <a:xfrm>
            <a:off x="9268170" y="3476238"/>
            <a:ext cx="808355" cy="8083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任意多边形 75"/>
          <p:cNvSpPr/>
          <p:nvPr>
            <p:custDataLst>
              <p:tags r:id="rId15"/>
            </p:custDataLst>
          </p:nvPr>
        </p:nvSpPr>
        <p:spPr>
          <a:xfrm>
            <a:off x="9446605" y="3650228"/>
            <a:ext cx="448945" cy="43878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725" h="7545">
                <a:moveTo>
                  <a:pt x="2" y="3270"/>
                </a:moveTo>
                <a:lnTo>
                  <a:pt x="1" y="3183"/>
                </a:lnTo>
                <a:lnTo>
                  <a:pt x="0" y="3098"/>
                </a:lnTo>
                <a:cubicBezTo>
                  <a:pt x="-39" y="1343"/>
                  <a:pt x="1868" y="-39"/>
                  <a:pt x="3123" y="0"/>
                </a:cubicBezTo>
                <a:lnTo>
                  <a:pt x="3192" y="1"/>
                </a:lnTo>
                <a:lnTo>
                  <a:pt x="3270" y="2"/>
                </a:lnTo>
                <a:lnTo>
                  <a:pt x="3357" y="1"/>
                </a:lnTo>
                <a:lnTo>
                  <a:pt x="3442" y="0"/>
                </a:lnTo>
                <a:cubicBezTo>
                  <a:pt x="5197" y="-39"/>
                  <a:pt x="6579" y="1868"/>
                  <a:pt x="6540" y="3123"/>
                </a:cubicBezTo>
                <a:lnTo>
                  <a:pt x="6539" y="3192"/>
                </a:lnTo>
                <a:lnTo>
                  <a:pt x="6538" y="3270"/>
                </a:lnTo>
                <a:lnTo>
                  <a:pt x="6539" y="3357"/>
                </a:lnTo>
                <a:lnTo>
                  <a:pt x="6540" y="3442"/>
                </a:lnTo>
                <a:cubicBezTo>
                  <a:pt x="6593" y="4081"/>
                  <a:pt x="6134" y="4939"/>
                  <a:pt x="5904" y="5200"/>
                </a:cubicBezTo>
                <a:lnTo>
                  <a:pt x="7615" y="6911"/>
                </a:lnTo>
                <a:cubicBezTo>
                  <a:pt x="7688" y="6979"/>
                  <a:pt x="7725" y="7093"/>
                  <a:pt x="7723" y="7168"/>
                </a:cubicBezTo>
                <a:lnTo>
                  <a:pt x="7723" y="7177"/>
                </a:lnTo>
                <a:cubicBezTo>
                  <a:pt x="7737" y="7369"/>
                  <a:pt x="7528" y="7556"/>
                  <a:pt x="7357" y="7543"/>
                </a:cubicBezTo>
                <a:lnTo>
                  <a:pt x="7348" y="7543"/>
                </a:lnTo>
                <a:cubicBezTo>
                  <a:pt x="7256" y="7547"/>
                  <a:pt x="7147" y="7495"/>
                  <a:pt x="7091" y="7435"/>
                </a:cubicBezTo>
                <a:lnTo>
                  <a:pt x="5391" y="5735"/>
                </a:lnTo>
                <a:cubicBezTo>
                  <a:pt x="4871" y="6223"/>
                  <a:pt x="3932" y="6570"/>
                  <a:pt x="3417" y="6540"/>
                </a:cubicBezTo>
                <a:lnTo>
                  <a:pt x="3348" y="6539"/>
                </a:lnTo>
                <a:lnTo>
                  <a:pt x="3270" y="6538"/>
                </a:lnTo>
                <a:lnTo>
                  <a:pt x="3183" y="6539"/>
                </a:lnTo>
                <a:lnTo>
                  <a:pt x="3098" y="6540"/>
                </a:lnTo>
                <a:cubicBezTo>
                  <a:pt x="1343" y="6580"/>
                  <a:pt x="-39" y="4673"/>
                  <a:pt x="0" y="3417"/>
                </a:cubicBezTo>
                <a:lnTo>
                  <a:pt x="1" y="3348"/>
                </a:lnTo>
                <a:lnTo>
                  <a:pt x="2" y="3270"/>
                </a:lnTo>
                <a:close/>
                <a:moveTo>
                  <a:pt x="742" y="3271"/>
                </a:moveTo>
                <a:lnTo>
                  <a:pt x="741" y="3204"/>
                </a:lnTo>
                <a:cubicBezTo>
                  <a:pt x="701" y="1815"/>
                  <a:pt x="2098" y="709"/>
                  <a:pt x="3211" y="741"/>
                </a:cubicBezTo>
                <a:lnTo>
                  <a:pt x="3271" y="742"/>
                </a:lnTo>
                <a:lnTo>
                  <a:pt x="3339" y="741"/>
                </a:lnTo>
                <a:cubicBezTo>
                  <a:pt x="4727" y="701"/>
                  <a:pt x="5834" y="2098"/>
                  <a:pt x="5801" y="3211"/>
                </a:cubicBezTo>
                <a:lnTo>
                  <a:pt x="5800" y="3271"/>
                </a:lnTo>
                <a:lnTo>
                  <a:pt x="5801" y="3339"/>
                </a:lnTo>
                <a:cubicBezTo>
                  <a:pt x="5843" y="4727"/>
                  <a:pt x="4445" y="5834"/>
                  <a:pt x="3332" y="5801"/>
                </a:cubicBezTo>
                <a:lnTo>
                  <a:pt x="3271" y="5800"/>
                </a:lnTo>
                <a:lnTo>
                  <a:pt x="3204" y="5801"/>
                </a:lnTo>
                <a:cubicBezTo>
                  <a:pt x="1815" y="5843"/>
                  <a:pt x="709" y="4445"/>
                  <a:pt x="741" y="3332"/>
                </a:cubicBezTo>
                <a:lnTo>
                  <a:pt x="742" y="3271"/>
                </a:lnTo>
                <a:close/>
                <a:moveTo>
                  <a:pt x="3400" y="4559"/>
                </a:moveTo>
                <a:lnTo>
                  <a:pt x="3292" y="4450"/>
                </a:lnTo>
                <a:lnTo>
                  <a:pt x="3291" y="4452"/>
                </a:lnTo>
                <a:lnTo>
                  <a:pt x="2526" y="3687"/>
                </a:lnTo>
                <a:lnTo>
                  <a:pt x="1760" y="4452"/>
                </a:lnTo>
                <a:lnTo>
                  <a:pt x="1218" y="3909"/>
                </a:lnTo>
                <a:lnTo>
                  <a:pt x="2520" y="2607"/>
                </a:lnTo>
                <a:lnTo>
                  <a:pt x="2525" y="2612"/>
                </a:lnTo>
                <a:lnTo>
                  <a:pt x="2530" y="2607"/>
                </a:lnTo>
                <a:lnTo>
                  <a:pt x="3399" y="3475"/>
                </a:lnTo>
                <a:lnTo>
                  <a:pt x="4783" y="2091"/>
                </a:lnTo>
                <a:lnTo>
                  <a:pt x="5325" y="2634"/>
                </a:lnTo>
                <a:lnTo>
                  <a:pt x="3400" y="455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9" name="矩形 18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6"/>
            </p:custDataLst>
          </p:nvPr>
        </p:nvSpPr>
        <p:spPr>
          <a:xfrm>
            <a:off x="2207236" y="1585924"/>
            <a:ext cx="3690155" cy="70487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</a:t>
            </a:r>
            <a:r>
              <a:rPr lang="en-US" altLang="zh-CN" sz="140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文字是您思想的提炼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17"/>
            </p:custDataLst>
          </p:nvPr>
        </p:nvSpPr>
        <p:spPr>
          <a:xfrm>
            <a:off x="2165672" y="1217368"/>
            <a:ext cx="1447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矩形 20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8"/>
            </p:custDataLst>
          </p:nvPr>
        </p:nvSpPr>
        <p:spPr>
          <a:xfrm>
            <a:off x="6724227" y="1499522"/>
            <a:ext cx="3690155" cy="70487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</a:t>
            </a:r>
            <a:r>
              <a:rPr lang="en-US" altLang="zh-CN" sz="140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文字是您思想的提炼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22" name="矩形 21"/>
          <p:cNvSpPr/>
          <p:nvPr>
            <p:custDataLst>
              <p:tags r:id="rId19"/>
            </p:custDataLst>
          </p:nvPr>
        </p:nvSpPr>
        <p:spPr>
          <a:xfrm>
            <a:off x="6682663" y="1130966"/>
            <a:ext cx="1447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3" name="矩形 22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20"/>
            </p:custDataLst>
          </p:nvPr>
        </p:nvSpPr>
        <p:spPr>
          <a:xfrm>
            <a:off x="1897954" y="5475970"/>
            <a:ext cx="3690155" cy="70487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</a:t>
            </a:r>
            <a:r>
              <a:rPr lang="en-US" altLang="zh-CN" sz="140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文字是您思想的提炼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24" name="矩形 23"/>
          <p:cNvSpPr/>
          <p:nvPr>
            <p:custDataLst>
              <p:tags r:id="rId21"/>
            </p:custDataLst>
          </p:nvPr>
        </p:nvSpPr>
        <p:spPr>
          <a:xfrm>
            <a:off x="1856390" y="5097254"/>
            <a:ext cx="1447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5" name="矩形 24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22"/>
            </p:custDataLst>
          </p:nvPr>
        </p:nvSpPr>
        <p:spPr>
          <a:xfrm>
            <a:off x="6414945" y="5389568"/>
            <a:ext cx="3690155" cy="70487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单击此处输入你的正文，</a:t>
            </a:r>
            <a:r>
              <a:rPr lang="en-US" altLang="zh-CN" sz="1400" err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文字是您思想的提炼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，请尽量言简意赅的阐述观点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>
            <p:custDataLst>
              <p:tags r:id="rId23"/>
            </p:custDataLst>
          </p:nvPr>
        </p:nvSpPr>
        <p:spPr>
          <a:xfrm>
            <a:off x="6373381" y="5010852"/>
            <a:ext cx="1447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5199921" y="1840933"/>
            <a:ext cx="1792158" cy="17697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1500" b="1" dirty="0">
                <a:solidFill>
                  <a:schemeClr val="accent1"/>
                </a:solidFill>
                <a:latin typeface="+mj-ea"/>
                <a:ea typeface="+mj-ea"/>
                <a:cs typeface="Alibaba PuHuiTi B" pitchFamily="18" charset="-122"/>
              </a:rPr>
              <a:t>05</a:t>
            </a:r>
            <a:endParaRPr kumimoji="1" lang="zh-CN" altLang="en-US" sz="11500" b="1" dirty="0">
              <a:solidFill>
                <a:schemeClr val="accent1"/>
              </a:solidFill>
              <a:latin typeface="+mj-ea"/>
              <a:ea typeface="+mj-ea"/>
              <a:cs typeface="Alibaba PuHuiTi B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998054" y="3555218"/>
            <a:ext cx="4231928" cy="10156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zh-CN" altLang="en-US" sz="6600" dirty="0">
                <a:solidFill>
                  <a:schemeClr val="accent1"/>
                </a:solidFill>
                <a:latin typeface="+mj-ea"/>
                <a:ea typeface="+mj-ea"/>
              </a:rPr>
              <a:t>过渡页标题</a:t>
            </a:r>
            <a:endParaRPr kumimoji="1" lang="zh-CN" altLang="en-US" sz="6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026494" y="4570881"/>
            <a:ext cx="4139011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dist"/>
            <a:r>
              <a:rPr kumimoji="1" lang="en-US" altLang="zh-CN" dirty="0">
                <a:solidFill>
                  <a:schemeClr val="accent1"/>
                </a:solidFill>
              </a:rPr>
              <a:t>Transition Page Title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任意多边形 17"/>
          <p:cNvSpPr/>
          <p:nvPr/>
        </p:nvSpPr>
        <p:spPr>
          <a:xfrm>
            <a:off x="3824831" y="2329730"/>
            <a:ext cx="1780910" cy="0"/>
          </a:xfrm>
          <a:custGeom>
            <a:avLst/>
            <a:gdLst>
              <a:gd name="connsiteX0" fmla="*/ 2423160 w 2423160"/>
              <a:gd name="connsiteY0" fmla="*/ 0 h 0"/>
              <a:gd name="connsiteX1" fmla="*/ 0 w 2423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23160">
                <a:moveTo>
                  <a:pt x="242316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2F70"/>
            </a:solidFill>
            <a:prstDash val="dash"/>
            <a:headEnd type="oval" w="med" len="med"/>
            <a:tailEnd type="oval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975">
              <a:cs typeface="+mn-ea"/>
              <a:sym typeface="+mn-lt"/>
            </a:endParaRPr>
          </a:p>
        </p:txBody>
      </p:sp>
      <p:sp>
        <p:nvSpPr>
          <p:cNvPr id="3" name="任意多边形 18"/>
          <p:cNvSpPr/>
          <p:nvPr/>
        </p:nvSpPr>
        <p:spPr>
          <a:xfrm>
            <a:off x="3858433" y="3245386"/>
            <a:ext cx="764447" cy="126008"/>
          </a:xfrm>
          <a:custGeom>
            <a:avLst/>
            <a:gdLst>
              <a:gd name="connsiteX0" fmla="*/ 1040130 w 1040130"/>
              <a:gd name="connsiteY0" fmla="*/ 0 h 171450"/>
              <a:gd name="connsiteX1" fmla="*/ 1040130 w 1040130"/>
              <a:gd name="connsiteY1" fmla="*/ 171450 h 171450"/>
              <a:gd name="connsiteX2" fmla="*/ 0 w 1040130"/>
              <a:gd name="connsiteY2" fmla="*/ 17145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0130" h="171450">
                <a:moveTo>
                  <a:pt x="1040130" y="0"/>
                </a:moveTo>
                <a:lnTo>
                  <a:pt x="1040130" y="171450"/>
                </a:lnTo>
                <a:lnTo>
                  <a:pt x="0" y="171450"/>
                </a:lnTo>
              </a:path>
            </a:pathLst>
          </a:custGeom>
          <a:noFill/>
          <a:ln w="12700">
            <a:solidFill>
              <a:srgbClr val="112F70"/>
            </a:solidFill>
            <a:prstDash val="dash"/>
            <a:headEnd type="oval" w="med" len="med"/>
            <a:tailEnd type="oval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975">
              <a:cs typeface="+mn-ea"/>
              <a:sym typeface="+mn-lt"/>
            </a:endParaRPr>
          </a:p>
        </p:txBody>
      </p:sp>
      <p:sp>
        <p:nvSpPr>
          <p:cNvPr id="4" name="任意多边形 19"/>
          <p:cNvSpPr/>
          <p:nvPr/>
        </p:nvSpPr>
        <p:spPr>
          <a:xfrm>
            <a:off x="3908837" y="4480263"/>
            <a:ext cx="537633" cy="0"/>
          </a:xfrm>
          <a:custGeom>
            <a:avLst/>
            <a:gdLst>
              <a:gd name="connsiteX0" fmla="*/ 731520 w 731520"/>
              <a:gd name="connsiteY0" fmla="*/ 0 h 0"/>
              <a:gd name="connsiteX1" fmla="*/ 0 w 73152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31520">
                <a:moveTo>
                  <a:pt x="73152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112F70"/>
            </a:solidFill>
            <a:prstDash val="dash"/>
            <a:headEnd type="oval" w="med" len="med"/>
            <a:tailEnd type="oval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975">
              <a:cs typeface="+mn-ea"/>
              <a:sym typeface="+mn-lt"/>
            </a:endParaRPr>
          </a:p>
        </p:txBody>
      </p:sp>
      <p:sp>
        <p:nvSpPr>
          <p:cNvPr id="5" name="任意多边形 20"/>
          <p:cNvSpPr/>
          <p:nvPr/>
        </p:nvSpPr>
        <p:spPr>
          <a:xfrm>
            <a:off x="6731411" y="5286713"/>
            <a:ext cx="1629701" cy="0"/>
          </a:xfrm>
          <a:custGeom>
            <a:avLst/>
            <a:gdLst>
              <a:gd name="connsiteX0" fmla="*/ 0 w 2217420"/>
              <a:gd name="connsiteY0" fmla="*/ 0 h 0"/>
              <a:gd name="connsiteX1" fmla="*/ 2217420 w 221742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17420">
                <a:moveTo>
                  <a:pt x="0" y="0"/>
                </a:moveTo>
                <a:lnTo>
                  <a:pt x="2217420" y="0"/>
                </a:lnTo>
              </a:path>
            </a:pathLst>
          </a:custGeom>
          <a:noFill/>
          <a:ln w="12700">
            <a:solidFill>
              <a:srgbClr val="112F70"/>
            </a:solidFill>
            <a:prstDash val="dash"/>
            <a:headEnd type="oval" w="med" len="med"/>
            <a:tailEnd type="oval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975">
              <a:cs typeface="+mn-ea"/>
              <a:sym typeface="+mn-lt"/>
            </a:endParaRPr>
          </a:p>
        </p:txBody>
      </p:sp>
      <p:sp>
        <p:nvSpPr>
          <p:cNvPr id="6" name="任意多边形 21"/>
          <p:cNvSpPr/>
          <p:nvPr/>
        </p:nvSpPr>
        <p:spPr>
          <a:xfrm>
            <a:off x="7521061" y="4337455"/>
            <a:ext cx="957659" cy="184811"/>
          </a:xfrm>
          <a:custGeom>
            <a:avLst/>
            <a:gdLst>
              <a:gd name="connsiteX0" fmla="*/ 0 w 1303020"/>
              <a:gd name="connsiteY0" fmla="*/ 251460 h 251460"/>
              <a:gd name="connsiteX1" fmla="*/ 0 w 1303020"/>
              <a:gd name="connsiteY1" fmla="*/ 0 h 251460"/>
              <a:gd name="connsiteX2" fmla="*/ 1303020 w 1303020"/>
              <a:gd name="connsiteY2" fmla="*/ 0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3020" h="251460">
                <a:moveTo>
                  <a:pt x="0" y="251460"/>
                </a:moveTo>
                <a:lnTo>
                  <a:pt x="0" y="0"/>
                </a:lnTo>
                <a:lnTo>
                  <a:pt x="1303020" y="0"/>
                </a:lnTo>
              </a:path>
            </a:pathLst>
          </a:custGeom>
          <a:noFill/>
          <a:ln w="12700">
            <a:solidFill>
              <a:srgbClr val="112F70"/>
            </a:solidFill>
            <a:prstDash val="dash"/>
            <a:headEnd type="oval" w="med" len="med"/>
            <a:tailEnd type="oval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975">
              <a:cs typeface="+mn-ea"/>
              <a:sym typeface="+mn-lt"/>
            </a:endParaRPr>
          </a:p>
        </p:txBody>
      </p:sp>
      <p:sp>
        <p:nvSpPr>
          <p:cNvPr id="7" name="任意多边形 22"/>
          <p:cNvSpPr/>
          <p:nvPr/>
        </p:nvSpPr>
        <p:spPr>
          <a:xfrm>
            <a:off x="7453856" y="2909366"/>
            <a:ext cx="1058466" cy="0"/>
          </a:xfrm>
          <a:custGeom>
            <a:avLst/>
            <a:gdLst>
              <a:gd name="connsiteX0" fmla="*/ 0 w 1440180"/>
              <a:gd name="connsiteY0" fmla="*/ 0 h 0"/>
              <a:gd name="connsiteX1" fmla="*/ 1440180 w 144018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40180">
                <a:moveTo>
                  <a:pt x="0" y="0"/>
                </a:moveTo>
                <a:lnTo>
                  <a:pt x="1440180" y="0"/>
                </a:lnTo>
              </a:path>
            </a:pathLst>
          </a:custGeom>
          <a:noFill/>
          <a:ln w="12700">
            <a:solidFill>
              <a:srgbClr val="112F70"/>
            </a:solidFill>
            <a:prstDash val="dash"/>
            <a:headEnd type="oval" w="med" len="med"/>
            <a:tailEnd type="oval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975"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101467" y="4831414"/>
            <a:ext cx="779382" cy="602037"/>
            <a:chOff x="6016285" y="5216439"/>
            <a:chExt cx="1060450" cy="819150"/>
          </a:xfrm>
        </p:grpSpPr>
        <p:sp>
          <p:nvSpPr>
            <p:cNvPr id="9" name="Freeform 6"/>
            <p:cNvSpPr/>
            <p:nvPr/>
          </p:nvSpPr>
          <p:spPr bwMode="auto">
            <a:xfrm rot="20700000">
              <a:off x="6016285" y="5216439"/>
              <a:ext cx="1060450" cy="819150"/>
            </a:xfrm>
            <a:custGeom>
              <a:avLst/>
              <a:gdLst>
                <a:gd name="T0" fmla="*/ 24 w 392"/>
                <a:gd name="T1" fmla="*/ 38 h 303"/>
                <a:gd name="T2" fmla="*/ 1 w 392"/>
                <a:gd name="T3" fmla="*/ 274 h 303"/>
                <a:gd name="T4" fmla="*/ 18 w 392"/>
                <a:gd name="T5" fmla="*/ 290 h 303"/>
                <a:gd name="T6" fmla="*/ 378 w 392"/>
                <a:gd name="T7" fmla="*/ 253 h 303"/>
                <a:gd name="T8" fmla="*/ 387 w 392"/>
                <a:gd name="T9" fmla="*/ 235 h 303"/>
                <a:gd name="T10" fmla="*/ 305 w 392"/>
                <a:gd name="T11" fmla="*/ 8 h 303"/>
                <a:gd name="T12" fmla="*/ 292 w 392"/>
                <a:gd name="T13" fmla="*/ 2 h 303"/>
                <a:gd name="T14" fmla="*/ 41 w 392"/>
                <a:gd name="T15" fmla="*/ 25 h 303"/>
                <a:gd name="T16" fmla="*/ 24 w 392"/>
                <a:gd name="T17" fmla="*/ 3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2" h="303">
                  <a:moveTo>
                    <a:pt x="24" y="38"/>
                  </a:moveTo>
                  <a:cubicBezTo>
                    <a:pt x="1" y="274"/>
                    <a:pt x="1" y="274"/>
                    <a:pt x="1" y="274"/>
                  </a:cubicBezTo>
                  <a:cubicBezTo>
                    <a:pt x="0" y="289"/>
                    <a:pt x="8" y="289"/>
                    <a:pt x="18" y="290"/>
                  </a:cubicBezTo>
                  <a:cubicBezTo>
                    <a:pt x="86" y="296"/>
                    <a:pt x="227" y="303"/>
                    <a:pt x="378" y="253"/>
                  </a:cubicBezTo>
                  <a:cubicBezTo>
                    <a:pt x="392" y="248"/>
                    <a:pt x="387" y="235"/>
                    <a:pt x="387" y="235"/>
                  </a:cubicBezTo>
                  <a:cubicBezTo>
                    <a:pt x="305" y="8"/>
                    <a:pt x="305" y="8"/>
                    <a:pt x="305" y="8"/>
                  </a:cubicBezTo>
                  <a:cubicBezTo>
                    <a:pt x="304" y="4"/>
                    <a:pt x="301" y="0"/>
                    <a:pt x="292" y="2"/>
                  </a:cubicBezTo>
                  <a:cubicBezTo>
                    <a:pt x="195" y="28"/>
                    <a:pt x="97" y="28"/>
                    <a:pt x="41" y="25"/>
                  </a:cubicBezTo>
                  <a:cubicBezTo>
                    <a:pt x="27" y="24"/>
                    <a:pt x="25" y="28"/>
                    <a:pt x="24" y="38"/>
                  </a:cubicBezTo>
                  <a:close/>
                </a:path>
              </a:pathLst>
            </a:custGeom>
            <a:solidFill>
              <a:srgbClr val="112F7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975"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051460" y="5430693"/>
              <a:ext cx="890516" cy="556529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60" dirty="0">
                  <a:solidFill>
                    <a:srgbClr val="F2F2F2"/>
                  </a:solidFill>
                  <a:cs typeface="+mn-ea"/>
                  <a:sym typeface="+mn-lt"/>
                </a:rPr>
                <a:t>01</a:t>
              </a:r>
              <a:endParaRPr lang="zh-CN" altLang="en-US" sz="2060" dirty="0">
                <a:solidFill>
                  <a:srgbClr val="F2F2F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782135" y="4297677"/>
            <a:ext cx="796883" cy="743212"/>
            <a:chOff x="6942422" y="4490220"/>
            <a:chExt cx="1084263" cy="1011237"/>
          </a:xfrm>
        </p:grpSpPr>
        <p:sp>
          <p:nvSpPr>
            <p:cNvPr id="12" name="Freeform 7"/>
            <p:cNvSpPr/>
            <p:nvPr/>
          </p:nvSpPr>
          <p:spPr bwMode="auto">
            <a:xfrm rot="20700000">
              <a:off x="6942422" y="4490220"/>
              <a:ext cx="1084263" cy="1011237"/>
            </a:xfrm>
            <a:custGeom>
              <a:avLst/>
              <a:gdLst>
                <a:gd name="T0" fmla="*/ 387 w 401"/>
                <a:gd name="T1" fmla="*/ 147 h 374"/>
                <a:gd name="T2" fmla="*/ 206 w 401"/>
                <a:gd name="T3" fmla="*/ 8 h 374"/>
                <a:gd name="T4" fmla="*/ 184 w 401"/>
                <a:gd name="T5" fmla="*/ 10 h 374"/>
                <a:gd name="T6" fmla="*/ 14 w 401"/>
                <a:gd name="T7" fmla="*/ 132 h 374"/>
                <a:gd name="T8" fmla="*/ 5 w 401"/>
                <a:gd name="T9" fmla="*/ 157 h 374"/>
                <a:gd name="T10" fmla="*/ 107 w 401"/>
                <a:gd name="T11" fmla="*/ 364 h 374"/>
                <a:gd name="T12" fmla="*/ 134 w 401"/>
                <a:gd name="T13" fmla="*/ 369 h 374"/>
                <a:gd name="T14" fmla="*/ 368 w 401"/>
                <a:gd name="T15" fmla="*/ 202 h 374"/>
                <a:gd name="T16" fmla="*/ 391 w 401"/>
                <a:gd name="T17" fmla="*/ 178 h 374"/>
                <a:gd name="T18" fmla="*/ 387 w 401"/>
                <a:gd name="T19" fmla="*/ 147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1" h="374">
                  <a:moveTo>
                    <a:pt x="387" y="147"/>
                  </a:moveTo>
                  <a:cubicBezTo>
                    <a:pt x="206" y="8"/>
                    <a:pt x="206" y="8"/>
                    <a:pt x="206" y="8"/>
                  </a:cubicBezTo>
                  <a:cubicBezTo>
                    <a:pt x="200" y="4"/>
                    <a:pt x="193" y="0"/>
                    <a:pt x="184" y="10"/>
                  </a:cubicBezTo>
                  <a:cubicBezTo>
                    <a:pt x="130" y="66"/>
                    <a:pt x="74" y="102"/>
                    <a:pt x="14" y="132"/>
                  </a:cubicBezTo>
                  <a:cubicBezTo>
                    <a:pt x="0" y="140"/>
                    <a:pt x="0" y="145"/>
                    <a:pt x="5" y="157"/>
                  </a:cubicBezTo>
                  <a:cubicBezTo>
                    <a:pt x="107" y="364"/>
                    <a:pt x="107" y="364"/>
                    <a:pt x="107" y="364"/>
                  </a:cubicBezTo>
                  <a:cubicBezTo>
                    <a:pt x="110" y="371"/>
                    <a:pt x="120" y="374"/>
                    <a:pt x="134" y="369"/>
                  </a:cubicBezTo>
                  <a:cubicBezTo>
                    <a:pt x="224" y="330"/>
                    <a:pt x="301" y="270"/>
                    <a:pt x="368" y="202"/>
                  </a:cubicBezTo>
                  <a:cubicBezTo>
                    <a:pt x="376" y="194"/>
                    <a:pt x="383" y="186"/>
                    <a:pt x="391" y="178"/>
                  </a:cubicBezTo>
                  <a:cubicBezTo>
                    <a:pt x="401" y="166"/>
                    <a:pt x="398" y="156"/>
                    <a:pt x="387" y="147"/>
                  </a:cubicBezTo>
                  <a:close/>
                </a:path>
              </a:pathLst>
            </a:custGeom>
            <a:solidFill>
              <a:srgbClr val="112F7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975"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011013" y="4773007"/>
              <a:ext cx="890516" cy="556529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60" dirty="0">
                  <a:solidFill>
                    <a:srgbClr val="F2F2F2"/>
                  </a:solidFill>
                  <a:cs typeface="+mn-ea"/>
                  <a:sym typeface="+mn-lt"/>
                </a:rPr>
                <a:t>02</a:t>
              </a:r>
              <a:endParaRPr lang="zh-CN" altLang="en-US" sz="2060" dirty="0">
                <a:solidFill>
                  <a:srgbClr val="F2F2F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928970" y="2828381"/>
            <a:ext cx="1009230" cy="1477092"/>
            <a:chOff x="7142211" y="2491052"/>
            <a:chExt cx="1373188" cy="2009775"/>
          </a:xfrm>
        </p:grpSpPr>
        <p:sp>
          <p:nvSpPr>
            <p:cNvPr id="15" name="Freeform 5"/>
            <p:cNvSpPr/>
            <p:nvPr/>
          </p:nvSpPr>
          <p:spPr bwMode="auto">
            <a:xfrm rot="20700000">
              <a:off x="7142211" y="2491052"/>
              <a:ext cx="1373188" cy="2009775"/>
            </a:xfrm>
            <a:custGeom>
              <a:avLst/>
              <a:gdLst>
                <a:gd name="T0" fmla="*/ 400 w 508"/>
                <a:gd name="T1" fmla="*/ 472 h 743"/>
                <a:gd name="T2" fmla="*/ 489 w 508"/>
                <a:gd name="T3" fmla="*/ 491 h 743"/>
                <a:gd name="T4" fmla="*/ 503 w 508"/>
                <a:gd name="T5" fmla="*/ 477 h 743"/>
                <a:gd name="T6" fmla="*/ 430 w 508"/>
                <a:gd name="T7" fmla="*/ 246 h 743"/>
                <a:gd name="T8" fmla="*/ 359 w 508"/>
                <a:gd name="T9" fmla="*/ 23 h 743"/>
                <a:gd name="T10" fmla="*/ 330 w 508"/>
                <a:gd name="T11" fmla="*/ 19 h 743"/>
                <a:gd name="T12" fmla="*/ 174 w 508"/>
                <a:gd name="T13" fmla="*/ 190 h 743"/>
                <a:gd name="T14" fmla="*/ 13 w 508"/>
                <a:gd name="T15" fmla="*/ 365 h 743"/>
                <a:gd name="T16" fmla="*/ 16 w 508"/>
                <a:gd name="T17" fmla="*/ 387 h 743"/>
                <a:gd name="T18" fmla="*/ 125 w 508"/>
                <a:gd name="T19" fmla="*/ 411 h 743"/>
                <a:gd name="T20" fmla="*/ 55 w 508"/>
                <a:gd name="T21" fmla="*/ 607 h 743"/>
                <a:gd name="T22" fmla="*/ 62 w 508"/>
                <a:gd name="T23" fmla="*/ 630 h 743"/>
                <a:gd name="T24" fmla="*/ 266 w 508"/>
                <a:gd name="T25" fmla="*/ 734 h 743"/>
                <a:gd name="T26" fmla="*/ 294 w 508"/>
                <a:gd name="T27" fmla="*/ 726 h 743"/>
                <a:gd name="T28" fmla="*/ 382 w 508"/>
                <a:gd name="T29" fmla="*/ 483 h 743"/>
                <a:gd name="T30" fmla="*/ 385 w 508"/>
                <a:gd name="T31" fmla="*/ 469 h 743"/>
                <a:gd name="T32" fmla="*/ 400 w 508"/>
                <a:gd name="T33" fmla="*/ 472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8" h="743">
                  <a:moveTo>
                    <a:pt x="400" y="472"/>
                  </a:moveTo>
                  <a:cubicBezTo>
                    <a:pt x="489" y="491"/>
                    <a:pt x="489" y="491"/>
                    <a:pt x="489" y="491"/>
                  </a:cubicBezTo>
                  <a:cubicBezTo>
                    <a:pt x="506" y="496"/>
                    <a:pt x="508" y="494"/>
                    <a:pt x="503" y="477"/>
                  </a:cubicBezTo>
                  <a:cubicBezTo>
                    <a:pt x="430" y="246"/>
                    <a:pt x="430" y="246"/>
                    <a:pt x="430" y="246"/>
                  </a:cubicBezTo>
                  <a:cubicBezTo>
                    <a:pt x="359" y="23"/>
                    <a:pt x="359" y="23"/>
                    <a:pt x="359" y="23"/>
                  </a:cubicBezTo>
                  <a:cubicBezTo>
                    <a:pt x="352" y="0"/>
                    <a:pt x="338" y="9"/>
                    <a:pt x="330" y="19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3" y="365"/>
                    <a:pt x="13" y="365"/>
                    <a:pt x="13" y="365"/>
                  </a:cubicBezTo>
                  <a:cubicBezTo>
                    <a:pt x="0" y="378"/>
                    <a:pt x="2" y="385"/>
                    <a:pt x="16" y="387"/>
                  </a:cubicBezTo>
                  <a:cubicBezTo>
                    <a:pt x="125" y="411"/>
                    <a:pt x="125" y="411"/>
                    <a:pt x="125" y="411"/>
                  </a:cubicBezTo>
                  <a:cubicBezTo>
                    <a:pt x="109" y="485"/>
                    <a:pt x="84" y="553"/>
                    <a:pt x="55" y="607"/>
                  </a:cubicBezTo>
                  <a:cubicBezTo>
                    <a:pt x="50" y="618"/>
                    <a:pt x="53" y="623"/>
                    <a:pt x="62" y="630"/>
                  </a:cubicBezTo>
                  <a:cubicBezTo>
                    <a:pt x="266" y="734"/>
                    <a:pt x="266" y="734"/>
                    <a:pt x="266" y="734"/>
                  </a:cubicBezTo>
                  <a:cubicBezTo>
                    <a:pt x="282" y="741"/>
                    <a:pt x="285" y="743"/>
                    <a:pt x="294" y="726"/>
                  </a:cubicBezTo>
                  <a:cubicBezTo>
                    <a:pt x="333" y="650"/>
                    <a:pt x="362" y="573"/>
                    <a:pt x="382" y="483"/>
                  </a:cubicBezTo>
                  <a:cubicBezTo>
                    <a:pt x="385" y="469"/>
                    <a:pt x="385" y="469"/>
                    <a:pt x="385" y="469"/>
                  </a:cubicBezTo>
                  <a:lnTo>
                    <a:pt x="400" y="472"/>
                  </a:lnTo>
                  <a:close/>
                </a:path>
              </a:pathLst>
            </a:custGeom>
            <a:solidFill>
              <a:srgbClr val="112F7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975">
                <a:cs typeface="+mn-ea"/>
                <a:sym typeface="+mn-lt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7456271" y="3320767"/>
              <a:ext cx="890516" cy="556529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60" dirty="0">
                  <a:solidFill>
                    <a:srgbClr val="F2F2F2"/>
                  </a:solidFill>
                  <a:cs typeface="+mn-ea"/>
                  <a:sym typeface="+mn-lt"/>
                </a:rPr>
                <a:t>03</a:t>
              </a:r>
              <a:endParaRPr lang="zh-CN" altLang="en-US" sz="2060" dirty="0">
                <a:solidFill>
                  <a:srgbClr val="F2F2F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138841" y="2265640"/>
            <a:ext cx="777048" cy="604371"/>
            <a:chOff x="4706507" y="1725370"/>
            <a:chExt cx="1057275" cy="822325"/>
          </a:xfrm>
        </p:grpSpPr>
        <p:sp>
          <p:nvSpPr>
            <p:cNvPr id="19" name="Freeform 9"/>
            <p:cNvSpPr/>
            <p:nvPr/>
          </p:nvSpPr>
          <p:spPr bwMode="auto">
            <a:xfrm rot="20700000">
              <a:off x="4706507" y="1725370"/>
              <a:ext cx="1057275" cy="822325"/>
            </a:xfrm>
            <a:custGeom>
              <a:avLst/>
              <a:gdLst>
                <a:gd name="T0" fmla="*/ 373 w 391"/>
                <a:gd name="T1" fmla="*/ 260 h 304"/>
                <a:gd name="T2" fmla="*/ 390 w 391"/>
                <a:gd name="T3" fmla="*/ 24 h 304"/>
                <a:gd name="T4" fmla="*/ 373 w 391"/>
                <a:gd name="T5" fmla="*/ 8 h 304"/>
                <a:gd name="T6" fmla="*/ 14 w 391"/>
                <a:gd name="T7" fmla="*/ 53 h 304"/>
                <a:gd name="T8" fmla="*/ 6 w 391"/>
                <a:gd name="T9" fmla="*/ 71 h 304"/>
                <a:gd name="T10" fmla="*/ 92 w 391"/>
                <a:gd name="T11" fmla="*/ 297 h 304"/>
                <a:gd name="T12" fmla="*/ 105 w 391"/>
                <a:gd name="T13" fmla="*/ 302 h 304"/>
                <a:gd name="T14" fmla="*/ 357 w 391"/>
                <a:gd name="T15" fmla="*/ 273 h 304"/>
                <a:gd name="T16" fmla="*/ 373 w 391"/>
                <a:gd name="T17" fmla="*/ 26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1" h="304">
                  <a:moveTo>
                    <a:pt x="373" y="260"/>
                  </a:moveTo>
                  <a:cubicBezTo>
                    <a:pt x="390" y="24"/>
                    <a:pt x="390" y="24"/>
                    <a:pt x="390" y="24"/>
                  </a:cubicBezTo>
                  <a:cubicBezTo>
                    <a:pt x="391" y="9"/>
                    <a:pt x="384" y="9"/>
                    <a:pt x="373" y="8"/>
                  </a:cubicBezTo>
                  <a:cubicBezTo>
                    <a:pt x="305" y="3"/>
                    <a:pt x="164" y="0"/>
                    <a:pt x="14" y="53"/>
                  </a:cubicBezTo>
                  <a:cubicBezTo>
                    <a:pt x="0" y="58"/>
                    <a:pt x="6" y="71"/>
                    <a:pt x="6" y="71"/>
                  </a:cubicBezTo>
                  <a:cubicBezTo>
                    <a:pt x="92" y="297"/>
                    <a:pt x="92" y="297"/>
                    <a:pt x="92" y="297"/>
                  </a:cubicBezTo>
                  <a:cubicBezTo>
                    <a:pt x="94" y="301"/>
                    <a:pt x="97" y="304"/>
                    <a:pt x="105" y="302"/>
                  </a:cubicBezTo>
                  <a:cubicBezTo>
                    <a:pt x="203" y="274"/>
                    <a:pt x="300" y="271"/>
                    <a:pt x="357" y="273"/>
                  </a:cubicBezTo>
                  <a:cubicBezTo>
                    <a:pt x="370" y="274"/>
                    <a:pt x="372" y="270"/>
                    <a:pt x="373" y="260"/>
                  </a:cubicBezTo>
                  <a:close/>
                </a:path>
              </a:pathLst>
            </a:custGeom>
            <a:solidFill>
              <a:srgbClr val="112F7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975" dirty="0">
                <a:cs typeface="+mn-ea"/>
                <a:sym typeface="+mn-lt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844593" y="1878759"/>
              <a:ext cx="890516" cy="556529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60" dirty="0">
                  <a:solidFill>
                    <a:srgbClr val="F2F2F2"/>
                  </a:solidFill>
                  <a:cs typeface="+mn-ea"/>
                  <a:sym typeface="+mn-lt"/>
                </a:rPr>
                <a:t>04</a:t>
              </a:r>
              <a:endParaRPr lang="zh-CN" altLang="en-US" sz="2060" dirty="0">
                <a:solidFill>
                  <a:srgbClr val="F2F2F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455335" y="2666954"/>
            <a:ext cx="799217" cy="746713"/>
            <a:chOff x="3776508" y="2271410"/>
            <a:chExt cx="1087438" cy="1016000"/>
          </a:xfrm>
        </p:grpSpPr>
        <p:sp>
          <p:nvSpPr>
            <p:cNvPr id="22" name="Freeform 10"/>
            <p:cNvSpPr/>
            <p:nvPr/>
          </p:nvSpPr>
          <p:spPr bwMode="auto">
            <a:xfrm rot="20700000">
              <a:off x="3776508" y="2271410"/>
              <a:ext cx="1087438" cy="1016000"/>
            </a:xfrm>
            <a:custGeom>
              <a:avLst/>
              <a:gdLst>
                <a:gd name="T0" fmla="*/ 14 w 402"/>
                <a:gd name="T1" fmla="*/ 233 h 376"/>
                <a:gd name="T2" fmla="*/ 198 w 402"/>
                <a:gd name="T3" fmla="*/ 367 h 376"/>
                <a:gd name="T4" fmla="*/ 221 w 402"/>
                <a:gd name="T5" fmla="*/ 366 h 376"/>
                <a:gd name="T6" fmla="*/ 387 w 402"/>
                <a:gd name="T7" fmla="*/ 239 h 376"/>
                <a:gd name="T8" fmla="*/ 396 w 402"/>
                <a:gd name="T9" fmla="*/ 214 h 376"/>
                <a:gd name="T10" fmla="*/ 290 w 402"/>
                <a:gd name="T11" fmla="*/ 10 h 376"/>
                <a:gd name="T12" fmla="*/ 263 w 402"/>
                <a:gd name="T13" fmla="*/ 6 h 376"/>
                <a:gd name="T14" fmla="*/ 32 w 402"/>
                <a:gd name="T15" fmla="*/ 178 h 376"/>
                <a:gd name="T16" fmla="*/ 10 w 402"/>
                <a:gd name="T17" fmla="*/ 202 h 376"/>
                <a:gd name="T18" fmla="*/ 14 w 402"/>
                <a:gd name="T19" fmla="*/ 23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2" h="376">
                  <a:moveTo>
                    <a:pt x="14" y="233"/>
                  </a:moveTo>
                  <a:cubicBezTo>
                    <a:pt x="198" y="367"/>
                    <a:pt x="198" y="367"/>
                    <a:pt x="198" y="367"/>
                  </a:cubicBezTo>
                  <a:cubicBezTo>
                    <a:pt x="204" y="372"/>
                    <a:pt x="212" y="376"/>
                    <a:pt x="221" y="366"/>
                  </a:cubicBezTo>
                  <a:cubicBezTo>
                    <a:pt x="273" y="309"/>
                    <a:pt x="329" y="271"/>
                    <a:pt x="387" y="239"/>
                  </a:cubicBezTo>
                  <a:cubicBezTo>
                    <a:pt x="401" y="232"/>
                    <a:pt x="402" y="226"/>
                    <a:pt x="396" y="214"/>
                  </a:cubicBezTo>
                  <a:cubicBezTo>
                    <a:pt x="290" y="10"/>
                    <a:pt x="290" y="10"/>
                    <a:pt x="290" y="10"/>
                  </a:cubicBezTo>
                  <a:cubicBezTo>
                    <a:pt x="286" y="3"/>
                    <a:pt x="276" y="0"/>
                    <a:pt x="263" y="6"/>
                  </a:cubicBezTo>
                  <a:cubicBezTo>
                    <a:pt x="174" y="47"/>
                    <a:pt x="98" y="108"/>
                    <a:pt x="32" y="178"/>
                  </a:cubicBezTo>
                  <a:cubicBezTo>
                    <a:pt x="25" y="186"/>
                    <a:pt x="17" y="194"/>
                    <a:pt x="10" y="202"/>
                  </a:cubicBezTo>
                  <a:cubicBezTo>
                    <a:pt x="0" y="214"/>
                    <a:pt x="3" y="225"/>
                    <a:pt x="14" y="233"/>
                  </a:cubicBezTo>
                  <a:close/>
                </a:path>
              </a:pathLst>
            </a:custGeom>
            <a:solidFill>
              <a:srgbClr val="112F7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975" dirty="0"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893245" y="2579028"/>
              <a:ext cx="890515" cy="556529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60" dirty="0">
                  <a:solidFill>
                    <a:srgbClr val="F2F2F2"/>
                  </a:solidFill>
                  <a:cs typeface="+mn-ea"/>
                  <a:sym typeface="+mn-lt"/>
                </a:rPr>
                <a:t>05</a:t>
              </a:r>
              <a:endParaRPr lang="zh-CN" altLang="en-US" sz="2060" dirty="0">
                <a:solidFill>
                  <a:srgbClr val="F2F2F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182101" y="3429000"/>
            <a:ext cx="1019730" cy="1481759"/>
            <a:chOff x="3404738" y="3308273"/>
            <a:chExt cx="1387475" cy="2016125"/>
          </a:xfrm>
        </p:grpSpPr>
        <p:sp>
          <p:nvSpPr>
            <p:cNvPr id="25" name="Freeform 11"/>
            <p:cNvSpPr/>
            <p:nvPr/>
          </p:nvSpPr>
          <p:spPr bwMode="auto">
            <a:xfrm rot="20700000">
              <a:off x="3404738" y="3308273"/>
              <a:ext cx="1387475" cy="2016125"/>
            </a:xfrm>
            <a:custGeom>
              <a:avLst/>
              <a:gdLst>
                <a:gd name="T0" fmla="*/ 109 w 513"/>
                <a:gd name="T1" fmla="*/ 277 h 745"/>
                <a:gd name="T2" fmla="*/ 19 w 513"/>
                <a:gd name="T3" fmla="*/ 262 h 745"/>
                <a:gd name="T4" fmla="*/ 5 w 513"/>
                <a:gd name="T5" fmla="*/ 277 h 745"/>
                <a:gd name="T6" fmla="*/ 92 w 513"/>
                <a:gd name="T7" fmla="*/ 504 h 745"/>
                <a:gd name="T8" fmla="*/ 175 w 513"/>
                <a:gd name="T9" fmla="*/ 722 h 745"/>
                <a:gd name="T10" fmla="*/ 204 w 513"/>
                <a:gd name="T11" fmla="*/ 725 h 745"/>
                <a:gd name="T12" fmla="*/ 351 w 513"/>
                <a:gd name="T13" fmla="*/ 546 h 745"/>
                <a:gd name="T14" fmla="*/ 500 w 513"/>
                <a:gd name="T15" fmla="*/ 362 h 745"/>
                <a:gd name="T16" fmla="*/ 497 w 513"/>
                <a:gd name="T17" fmla="*/ 339 h 745"/>
                <a:gd name="T18" fmla="*/ 387 w 513"/>
                <a:gd name="T19" fmla="*/ 321 h 745"/>
                <a:gd name="T20" fmla="*/ 445 w 513"/>
                <a:gd name="T21" fmla="*/ 122 h 745"/>
                <a:gd name="T22" fmla="*/ 437 w 513"/>
                <a:gd name="T23" fmla="*/ 100 h 745"/>
                <a:gd name="T24" fmla="*/ 227 w 513"/>
                <a:gd name="T25" fmla="*/ 8 h 745"/>
                <a:gd name="T26" fmla="*/ 200 w 513"/>
                <a:gd name="T27" fmla="*/ 17 h 745"/>
                <a:gd name="T28" fmla="*/ 126 w 513"/>
                <a:gd name="T29" fmla="*/ 264 h 745"/>
                <a:gd name="T30" fmla="*/ 124 w 513"/>
                <a:gd name="T31" fmla="*/ 279 h 745"/>
                <a:gd name="T32" fmla="*/ 109 w 513"/>
                <a:gd name="T33" fmla="*/ 277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3" h="745">
                  <a:moveTo>
                    <a:pt x="109" y="277"/>
                  </a:moveTo>
                  <a:cubicBezTo>
                    <a:pt x="19" y="262"/>
                    <a:pt x="19" y="262"/>
                    <a:pt x="19" y="262"/>
                  </a:cubicBezTo>
                  <a:cubicBezTo>
                    <a:pt x="1" y="259"/>
                    <a:pt x="0" y="261"/>
                    <a:pt x="5" y="277"/>
                  </a:cubicBezTo>
                  <a:cubicBezTo>
                    <a:pt x="92" y="504"/>
                    <a:pt x="92" y="504"/>
                    <a:pt x="92" y="504"/>
                  </a:cubicBezTo>
                  <a:cubicBezTo>
                    <a:pt x="175" y="722"/>
                    <a:pt x="175" y="722"/>
                    <a:pt x="175" y="722"/>
                  </a:cubicBezTo>
                  <a:cubicBezTo>
                    <a:pt x="184" y="745"/>
                    <a:pt x="197" y="735"/>
                    <a:pt x="204" y="725"/>
                  </a:cubicBezTo>
                  <a:cubicBezTo>
                    <a:pt x="351" y="546"/>
                    <a:pt x="351" y="546"/>
                    <a:pt x="351" y="546"/>
                  </a:cubicBezTo>
                  <a:cubicBezTo>
                    <a:pt x="500" y="362"/>
                    <a:pt x="500" y="362"/>
                    <a:pt x="500" y="362"/>
                  </a:cubicBezTo>
                  <a:cubicBezTo>
                    <a:pt x="513" y="347"/>
                    <a:pt x="511" y="341"/>
                    <a:pt x="497" y="339"/>
                  </a:cubicBezTo>
                  <a:cubicBezTo>
                    <a:pt x="387" y="321"/>
                    <a:pt x="387" y="321"/>
                    <a:pt x="387" y="321"/>
                  </a:cubicBezTo>
                  <a:cubicBezTo>
                    <a:pt x="398" y="247"/>
                    <a:pt x="420" y="178"/>
                    <a:pt x="445" y="122"/>
                  </a:cubicBezTo>
                  <a:cubicBezTo>
                    <a:pt x="450" y="111"/>
                    <a:pt x="447" y="106"/>
                    <a:pt x="437" y="100"/>
                  </a:cubicBezTo>
                  <a:cubicBezTo>
                    <a:pt x="227" y="8"/>
                    <a:pt x="227" y="8"/>
                    <a:pt x="227" y="8"/>
                  </a:cubicBezTo>
                  <a:cubicBezTo>
                    <a:pt x="211" y="1"/>
                    <a:pt x="208" y="0"/>
                    <a:pt x="200" y="17"/>
                  </a:cubicBezTo>
                  <a:cubicBezTo>
                    <a:pt x="165" y="95"/>
                    <a:pt x="141" y="174"/>
                    <a:pt x="126" y="264"/>
                  </a:cubicBezTo>
                  <a:cubicBezTo>
                    <a:pt x="124" y="279"/>
                    <a:pt x="124" y="279"/>
                    <a:pt x="124" y="279"/>
                  </a:cubicBezTo>
                  <a:lnTo>
                    <a:pt x="109" y="277"/>
                  </a:lnTo>
                  <a:close/>
                </a:path>
              </a:pathLst>
            </a:custGeom>
            <a:solidFill>
              <a:srgbClr val="112F7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975">
                <a:cs typeface="+mn-ea"/>
                <a:sym typeface="+mn-lt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604706" y="4140341"/>
              <a:ext cx="890516" cy="556529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60" dirty="0">
                  <a:solidFill>
                    <a:srgbClr val="F2F2F2"/>
                  </a:solidFill>
                  <a:cs typeface="+mn-ea"/>
                  <a:sym typeface="+mn-lt"/>
                </a:rPr>
                <a:t>06</a:t>
              </a:r>
              <a:endParaRPr lang="zh-CN" altLang="en-US" sz="2060" dirty="0">
                <a:solidFill>
                  <a:srgbClr val="F2F2F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388350" y="3178984"/>
            <a:ext cx="1317249" cy="1317248"/>
            <a:chOff x="5045997" y="3342168"/>
            <a:chExt cx="1792288" cy="1792287"/>
          </a:xfrm>
        </p:grpSpPr>
        <p:sp>
          <p:nvSpPr>
            <p:cNvPr id="28" name="Oval 8"/>
            <p:cNvSpPr>
              <a:spLocks noChangeArrowheads="1"/>
            </p:cNvSpPr>
            <p:nvPr/>
          </p:nvSpPr>
          <p:spPr bwMode="auto">
            <a:xfrm rot="20700000">
              <a:off x="5045997" y="3342168"/>
              <a:ext cx="1792288" cy="1792287"/>
            </a:xfrm>
            <a:prstGeom prst="ellipse">
              <a:avLst/>
            </a:prstGeom>
            <a:solidFill>
              <a:srgbClr val="112F70"/>
            </a:solidFill>
            <a:ln w="508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975">
                <a:cs typeface="+mn-ea"/>
                <a:sym typeface="+mn-lt"/>
              </a:endParaRPr>
            </a:p>
          </p:txBody>
        </p:sp>
        <p:sp>
          <p:nvSpPr>
            <p:cNvPr id="29" name="Freeform 22"/>
            <p:cNvSpPr>
              <a:spLocks noEditPoints="1"/>
            </p:cNvSpPr>
            <p:nvPr/>
          </p:nvSpPr>
          <p:spPr bwMode="auto">
            <a:xfrm>
              <a:off x="5642001" y="3835084"/>
              <a:ext cx="608790" cy="714928"/>
            </a:xfrm>
            <a:custGeom>
              <a:avLst/>
              <a:gdLst>
                <a:gd name="T0" fmla="*/ 90 w 641"/>
                <a:gd name="T1" fmla="*/ 424 h 748"/>
                <a:gd name="T2" fmla="*/ 158 w 641"/>
                <a:gd name="T3" fmla="*/ 424 h 748"/>
                <a:gd name="T4" fmla="*/ 205 w 641"/>
                <a:gd name="T5" fmla="*/ 408 h 748"/>
                <a:gd name="T6" fmla="*/ 291 w 641"/>
                <a:gd name="T7" fmla="*/ 588 h 748"/>
                <a:gd name="T8" fmla="*/ 312 w 641"/>
                <a:gd name="T9" fmla="*/ 475 h 748"/>
                <a:gd name="T10" fmla="*/ 297 w 641"/>
                <a:gd name="T11" fmla="*/ 468 h 748"/>
                <a:gd name="T12" fmla="*/ 298 w 641"/>
                <a:gd name="T13" fmla="*/ 452 h 748"/>
                <a:gd name="T14" fmla="*/ 360 w 641"/>
                <a:gd name="T15" fmla="*/ 452 h 748"/>
                <a:gd name="T16" fmla="*/ 360 w 641"/>
                <a:gd name="T17" fmla="*/ 468 h 748"/>
                <a:gd name="T18" fmla="*/ 346 w 641"/>
                <a:gd name="T19" fmla="*/ 475 h 748"/>
                <a:gd name="T20" fmla="*/ 365 w 641"/>
                <a:gd name="T21" fmla="*/ 583 h 748"/>
                <a:gd name="T22" fmla="*/ 439 w 641"/>
                <a:gd name="T23" fmla="*/ 415 h 748"/>
                <a:gd name="T24" fmla="*/ 482 w 641"/>
                <a:gd name="T25" fmla="*/ 420 h 748"/>
                <a:gd name="T26" fmla="*/ 545 w 641"/>
                <a:gd name="T27" fmla="*/ 420 h 748"/>
                <a:gd name="T28" fmla="*/ 632 w 641"/>
                <a:gd name="T29" fmla="*/ 691 h 748"/>
                <a:gd name="T30" fmla="*/ 544 w 641"/>
                <a:gd name="T31" fmla="*/ 722 h 748"/>
                <a:gd name="T32" fmla="*/ 532 w 641"/>
                <a:gd name="T33" fmla="*/ 681 h 748"/>
                <a:gd name="T34" fmla="*/ 504 w 641"/>
                <a:gd name="T35" fmla="*/ 729 h 748"/>
                <a:gd name="T36" fmla="*/ 123 w 641"/>
                <a:gd name="T37" fmla="*/ 731 h 748"/>
                <a:gd name="T38" fmla="*/ 94 w 641"/>
                <a:gd name="T39" fmla="*/ 681 h 748"/>
                <a:gd name="T40" fmla="*/ 81 w 641"/>
                <a:gd name="T41" fmla="*/ 724 h 748"/>
                <a:gd name="T42" fmla="*/ 0 w 641"/>
                <a:gd name="T43" fmla="*/ 691 h 748"/>
                <a:gd name="T44" fmla="*/ 90 w 641"/>
                <a:gd name="T45" fmla="*/ 424 h 748"/>
                <a:gd name="T46" fmla="*/ 185 w 641"/>
                <a:gd name="T47" fmla="*/ 289 h 748"/>
                <a:gd name="T48" fmla="*/ 185 w 641"/>
                <a:gd name="T49" fmla="*/ 289 h 748"/>
                <a:gd name="T50" fmla="*/ 163 w 641"/>
                <a:gd name="T51" fmla="*/ 264 h 748"/>
                <a:gd name="T52" fmla="*/ 155 w 641"/>
                <a:gd name="T53" fmla="*/ 214 h 748"/>
                <a:gd name="T54" fmla="*/ 155 w 641"/>
                <a:gd name="T55" fmla="*/ 207 h 748"/>
                <a:gd name="T56" fmla="*/ 160 w 641"/>
                <a:gd name="T57" fmla="*/ 204 h 748"/>
                <a:gd name="T58" fmla="*/ 164 w 641"/>
                <a:gd name="T59" fmla="*/ 202 h 748"/>
                <a:gd name="T60" fmla="*/ 199 w 641"/>
                <a:gd name="T61" fmla="*/ 47 h 748"/>
                <a:gd name="T62" fmla="*/ 423 w 641"/>
                <a:gd name="T63" fmla="*/ 43 h 748"/>
                <a:gd name="T64" fmla="*/ 466 w 641"/>
                <a:gd name="T65" fmla="*/ 200 h 748"/>
                <a:gd name="T66" fmla="*/ 472 w 641"/>
                <a:gd name="T67" fmla="*/ 204 h 748"/>
                <a:gd name="T68" fmla="*/ 478 w 641"/>
                <a:gd name="T69" fmla="*/ 207 h 748"/>
                <a:gd name="T70" fmla="*/ 478 w 641"/>
                <a:gd name="T71" fmla="*/ 214 h 748"/>
                <a:gd name="T72" fmla="*/ 471 w 641"/>
                <a:gd name="T73" fmla="*/ 263 h 748"/>
                <a:gd name="T74" fmla="*/ 449 w 641"/>
                <a:gd name="T75" fmla="*/ 288 h 748"/>
                <a:gd name="T76" fmla="*/ 328 w 641"/>
                <a:gd name="T77" fmla="*/ 397 h 748"/>
                <a:gd name="T78" fmla="*/ 299 w 641"/>
                <a:gd name="T79" fmla="*/ 395 h 748"/>
                <a:gd name="T80" fmla="*/ 185 w 641"/>
                <a:gd name="T81" fmla="*/ 289 h 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41" h="748">
                  <a:moveTo>
                    <a:pt x="90" y="424"/>
                  </a:moveTo>
                  <a:cubicBezTo>
                    <a:pt x="114" y="424"/>
                    <a:pt x="137" y="424"/>
                    <a:pt x="158" y="424"/>
                  </a:cubicBezTo>
                  <a:cubicBezTo>
                    <a:pt x="178" y="425"/>
                    <a:pt x="194" y="421"/>
                    <a:pt x="205" y="408"/>
                  </a:cubicBezTo>
                  <a:lnTo>
                    <a:pt x="291" y="588"/>
                  </a:lnTo>
                  <a:lnTo>
                    <a:pt x="312" y="475"/>
                  </a:lnTo>
                  <a:lnTo>
                    <a:pt x="297" y="468"/>
                  </a:lnTo>
                  <a:lnTo>
                    <a:pt x="298" y="452"/>
                  </a:lnTo>
                  <a:lnTo>
                    <a:pt x="360" y="452"/>
                  </a:lnTo>
                  <a:lnTo>
                    <a:pt x="360" y="468"/>
                  </a:lnTo>
                  <a:lnTo>
                    <a:pt x="346" y="475"/>
                  </a:lnTo>
                  <a:lnTo>
                    <a:pt x="365" y="583"/>
                  </a:lnTo>
                  <a:lnTo>
                    <a:pt x="439" y="415"/>
                  </a:lnTo>
                  <a:cubicBezTo>
                    <a:pt x="450" y="420"/>
                    <a:pt x="464" y="422"/>
                    <a:pt x="482" y="420"/>
                  </a:cubicBezTo>
                  <a:cubicBezTo>
                    <a:pt x="502" y="420"/>
                    <a:pt x="523" y="420"/>
                    <a:pt x="545" y="420"/>
                  </a:cubicBezTo>
                  <a:cubicBezTo>
                    <a:pt x="604" y="475"/>
                    <a:pt x="641" y="606"/>
                    <a:pt x="632" y="691"/>
                  </a:cubicBezTo>
                  <a:cubicBezTo>
                    <a:pt x="614" y="704"/>
                    <a:pt x="583" y="714"/>
                    <a:pt x="544" y="722"/>
                  </a:cubicBezTo>
                  <a:lnTo>
                    <a:pt x="532" y="681"/>
                  </a:lnTo>
                  <a:lnTo>
                    <a:pt x="504" y="729"/>
                  </a:lnTo>
                  <a:cubicBezTo>
                    <a:pt x="390" y="746"/>
                    <a:pt x="233" y="748"/>
                    <a:pt x="123" y="731"/>
                  </a:cubicBezTo>
                  <a:lnTo>
                    <a:pt x="94" y="681"/>
                  </a:lnTo>
                  <a:lnTo>
                    <a:pt x="81" y="724"/>
                  </a:lnTo>
                  <a:cubicBezTo>
                    <a:pt x="43" y="716"/>
                    <a:pt x="14" y="705"/>
                    <a:pt x="0" y="691"/>
                  </a:cubicBezTo>
                  <a:cubicBezTo>
                    <a:pt x="1" y="616"/>
                    <a:pt x="15" y="489"/>
                    <a:pt x="90" y="424"/>
                  </a:cubicBezTo>
                  <a:close/>
                  <a:moveTo>
                    <a:pt x="185" y="289"/>
                  </a:moveTo>
                  <a:lnTo>
                    <a:pt x="185" y="289"/>
                  </a:lnTo>
                  <a:cubicBezTo>
                    <a:pt x="175" y="284"/>
                    <a:pt x="168" y="275"/>
                    <a:pt x="163" y="264"/>
                  </a:cubicBezTo>
                  <a:cubicBezTo>
                    <a:pt x="157" y="251"/>
                    <a:pt x="155" y="234"/>
                    <a:pt x="155" y="214"/>
                  </a:cubicBezTo>
                  <a:lnTo>
                    <a:pt x="155" y="207"/>
                  </a:lnTo>
                  <a:lnTo>
                    <a:pt x="160" y="204"/>
                  </a:lnTo>
                  <a:cubicBezTo>
                    <a:pt x="162" y="203"/>
                    <a:pt x="163" y="202"/>
                    <a:pt x="164" y="202"/>
                  </a:cubicBezTo>
                  <a:cubicBezTo>
                    <a:pt x="152" y="117"/>
                    <a:pt x="162" y="78"/>
                    <a:pt x="199" y="47"/>
                  </a:cubicBezTo>
                  <a:cubicBezTo>
                    <a:pt x="256" y="0"/>
                    <a:pt x="365" y="0"/>
                    <a:pt x="423" y="43"/>
                  </a:cubicBezTo>
                  <a:cubicBezTo>
                    <a:pt x="463" y="72"/>
                    <a:pt x="477" y="123"/>
                    <a:pt x="466" y="200"/>
                  </a:cubicBezTo>
                  <a:cubicBezTo>
                    <a:pt x="468" y="201"/>
                    <a:pt x="470" y="202"/>
                    <a:pt x="472" y="204"/>
                  </a:cubicBezTo>
                  <a:lnTo>
                    <a:pt x="478" y="207"/>
                  </a:lnTo>
                  <a:lnTo>
                    <a:pt x="478" y="214"/>
                  </a:lnTo>
                  <a:cubicBezTo>
                    <a:pt x="478" y="233"/>
                    <a:pt x="476" y="250"/>
                    <a:pt x="471" y="263"/>
                  </a:cubicBezTo>
                  <a:cubicBezTo>
                    <a:pt x="466" y="275"/>
                    <a:pt x="459" y="283"/>
                    <a:pt x="449" y="288"/>
                  </a:cubicBezTo>
                  <a:cubicBezTo>
                    <a:pt x="434" y="338"/>
                    <a:pt x="381" y="392"/>
                    <a:pt x="328" y="397"/>
                  </a:cubicBezTo>
                  <a:cubicBezTo>
                    <a:pt x="319" y="398"/>
                    <a:pt x="308" y="398"/>
                    <a:pt x="299" y="395"/>
                  </a:cubicBezTo>
                  <a:cubicBezTo>
                    <a:pt x="241" y="374"/>
                    <a:pt x="203" y="350"/>
                    <a:pt x="185" y="289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vert="horz" wrap="square" lIns="67204" tIns="33602" rIns="67204" bIns="33602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975"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114271" y="1633014"/>
            <a:ext cx="2432315" cy="1260025"/>
            <a:chOff x="544923" y="2418093"/>
            <a:chExt cx="3243086" cy="1680034"/>
          </a:xfrm>
        </p:grpSpPr>
        <p:sp>
          <p:nvSpPr>
            <p:cNvPr id="31" name="矩形 30"/>
            <p:cNvSpPr/>
            <p:nvPr/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accent1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2" name="文本框 26"/>
            <p:cNvSpPr txBox="1"/>
            <p:nvPr/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084823" y="2960272"/>
            <a:ext cx="2432315" cy="1260025"/>
            <a:chOff x="544923" y="2418093"/>
            <a:chExt cx="3243086" cy="1680034"/>
          </a:xfrm>
        </p:grpSpPr>
        <p:sp>
          <p:nvSpPr>
            <p:cNvPr id="34" name="矩形 33"/>
            <p:cNvSpPr/>
            <p:nvPr/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accent1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5" name="文本框 26"/>
            <p:cNvSpPr txBox="1"/>
            <p:nvPr/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055375" y="4287530"/>
            <a:ext cx="2432315" cy="1260025"/>
            <a:chOff x="544923" y="2418093"/>
            <a:chExt cx="3243086" cy="1680034"/>
          </a:xfrm>
        </p:grpSpPr>
        <p:sp>
          <p:nvSpPr>
            <p:cNvPr id="37" name="矩形 36"/>
            <p:cNvSpPr/>
            <p:nvPr/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accent1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8" name="文本框 26"/>
            <p:cNvSpPr txBox="1"/>
            <p:nvPr/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8877933" y="3804094"/>
            <a:ext cx="2432315" cy="1260025"/>
            <a:chOff x="544923" y="2418093"/>
            <a:chExt cx="3243086" cy="1680034"/>
          </a:xfrm>
        </p:grpSpPr>
        <p:sp>
          <p:nvSpPr>
            <p:cNvPr id="40" name="矩形 39"/>
            <p:cNvSpPr/>
            <p:nvPr/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accent1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1" name="文本框 26"/>
            <p:cNvSpPr txBox="1"/>
            <p:nvPr/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8848485" y="5131352"/>
            <a:ext cx="2432315" cy="1260025"/>
            <a:chOff x="544923" y="2418093"/>
            <a:chExt cx="3243086" cy="1680034"/>
          </a:xfrm>
        </p:grpSpPr>
        <p:sp>
          <p:nvSpPr>
            <p:cNvPr id="43" name="矩形 42"/>
            <p:cNvSpPr/>
            <p:nvPr/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accent1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4" name="文本框 26"/>
            <p:cNvSpPr txBox="1"/>
            <p:nvPr/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8886308" y="2329730"/>
            <a:ext cx="2432315" cy="1260025"/>
            <a:chOff x="544923" y="2418093"/>
            <a:chExt cx="3243086" cy="1680034"/>
          </a:xfrm>
        </p:grpSpPr>
        <p:sp>
          <p:nvSpPr>
            <p:cNvPr id="46" name="矩形 45"/>
            <p:cNvSpPr/>
            <p:nvPr/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accent1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7" name="文本框 26"/>
            <p:cNvSpPr txBox="1"/>
            <p:nvPr/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5922393" y="2030201"/>
            <a:ext cx="13822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6504332" y="1862581"/>
            <a:ext cx="335239" cy="335239"/>
          </a:xfrm>
          <a:prstGeom prst="ellipse">
            <a:avLst/>
          </a:prstGeom>
          <a:solidFill>
            <a:schemeClr val="accent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545215" y="1903465"/>
            <a:ext cx="253473" cy="253473"/>
          </a:xfrm>
          <a:prstGeom prst="ellipse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580646" y="1938168"/>
            <a:ext cx="182609" cy="18260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5107569" y="1556320"/>
            <a:ext cx="855684" cy="946299"/>
            <a:chOff x="4531617" y="1297475"/>
            <a:chExt cx="855684" cy="946299"/>
          </a:xfrm>
        </p:grpSpPr>
        <p:sp>
          <p:nvSpPr>
            <p:cNvPr id="26" name="任意多边形: 形状 25"/>
            <p:cNvSpPr/>
            <p:nvPr/>
          </p:nvSpPr>
          <p:spPr>
            <a:xfrm flipH="1">
              <a:off x="4531617" y="1297475"/>
              <a:ext cx="473149" cy="946299"/>
            </a:xfrm>
            <a:custGeom>
              <a:avLst/>
              <a:gdLst>
                <a:gd name="connsiteX0" fmla="*/ 0 w 2658140"/>
                <a:gd name="connsiteY0" fmla="*/ 0 h 5316280"/>
                <a:gd name="connsiteX1" fmla="*/ 2658140 w 2658140"/>
                <a:gd name="connsiteY1" fmla="*/ 2658140 h 5316280"/>
                <a:gd name="connsiteX2" fmla="*/ 0 w 2658140"/>
                <a:gd name="connsiteY2" fmla="*/ 5316280 h 5316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58140" h="5316280">
                  <a:moveTo>
                    <a:pt x="0" y="0"/>
                  </a:moveTo>
                  <a:cubicBezTo>
                    <a:pt x="1468050" y="0"/>
                    <a:pt x="2658140" y="1190090"/>
                    <a:pt x="2658140" y="2658140"/>
                  </a:cubicBezTo>
                  <a:cubicBezTo>
                    <a:pt x="2658140" y="4126190"/>
                    <a:pt x="1468050" y="5316280"/>
                    <a:pt x="0" y="5316280"/>
                  </a:cubicBezTo>
                  <a:close/>
                </a:path>
              </a:pathLst>
            </a:custGeom>
            <a:gradFill flip="none" rotWithShape="1">
              <a:gsLst>
                <a:gs pos="50000">
                  <a:srgbClr val="6299DA"/>
                </a:gs>
                <a:gs pos="100000">
                  <a:schemeClr val="accent1"/>
                </a:gs>
                <a:gs pos="0">
                  <a:schemeClr val="accent1"/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114300" dist="127000" dir="2700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 flipH="1">
              <a:off x="4637943" y="1405053"/>
              <a:ext cx="731141" cy="7311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14300" dist="127000" dir="19800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" name="文本框 18"/>
            <p:cNvSpPr txBox="1"/>
            <p:nvPr/>
          </p:nvSpPr>
          <p:spPr>
            <a:xfrm>
              <a:off x="4619724" y="1512734"/>
              <a:ext cx="7675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A7FD0"/>
                  </a:solidFill>
                  <a:effectLst/>
                  <a:uLnTx/>
                  <a:uFillTx/>
                  <a:cs typeface="+mn-ea"/>
                  <a:sym typeface="+mn-lt"/>
                </a:rPr>
                <a:t>01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A7FD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9" name="任意多边形: 形状 28"/>
          <p:cNvSpPr/>
          <p:nvPr/>
        </p:nvSpPr>
        <p:spPr>
          <a:xfrm>
            <a:off x="7645610" y="1556320"/>
            <a:ext cx="473149" cy="946299"/>
          </a:xfrm>
          <a:custGeom>
            <a:avLst/>
            <a:gdLst>
              <a:gd name="connsiteX0" fmla="*/ 0 w 2658140"/>
              <a:gd name="connsiteY0" fmla="*/ 0 h 5316280"/>
              <a:gd name="connsiteX1" fmla="*/ 2658140 w 2658140"/>
              <a:gd name="connsiteY1" fmla="*/ 2658140 h 5316280"/>
              <a:gd name="connsiteX2" fmla="*/ 0 w 2658140"/>
              <a:gd name="connsiteY2" fmla="*/ 5316280 h 5316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8140" h="5316280">
                <a:moveTo>
                  <a:pt x="0" y="0"/>
                </a:moveTo>
                <a:cubicBezTo>
                  <a:pt x="1468050" y="0"/>
                  <a:pt x="2658140" y="1190090"/>
                  <a:pt x="2658140" y="2658140"/>
                </a:cubicBezTo>
                <a:cubicBezTo>
                  <a:pt x="2658140" y="4126190"/>
                  <a:pt x="1468050" y="5316280"/>
                  <a:pt x="0" y="5316280"/>
                </a:cubicBezTo>
                <a:close/>
              </a:path>
            </a:pathLst>
          </a:custGeom>
          <a:gradFill flip="none" rotWithShape="1">
            <a:gsLst>
              <a:gs pos="50000">
                <a:srgbClr val="6299DA"/>
              </a:gs>
              <a:gs pos="100000">
                <a:schemeClr val="accent1"/>
              </a:gs>
              <a:gs pos="0">
                <a:schemeClr val="accent1"/>
              </a:gs>
            </a:gsLst>
            <a:lin ang="13500000" scaled="1"/>
            <a:tileRect/>
          </a:gradFill>
          <a:ln>
            <a:noFill/>
          </a:ln>
          <a:effectLst>
            <a:outerShdw blurRad="114300" dist="127000" dir="27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7281292" y="1663898"/>
            <a:ext cx="731141" cy="73114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14300" dist="127000" dir="111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1" name="文本框 15"/>
          <p:cNvSpPr txBox="1"/>
          <p:nvPr/>
        </p:nvSpPr>
        <p:spPr>
          <a:xfrm flipH="1">
            <a:off x="7263075" y="1771579"/>
            <a:ext cx="767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A7FD0"/>
                </a:solidFill>
                <a:effectLst/>
                <a:uLnTx/>
                <a:uFillTx/>
                <a:cs typeface="+mn-ea"/>
                <a:sym typeface="+mn-lt"/>
              </a:rPr>
              <a:t>02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A7FD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5922393" y="3873801"/>
            <a:ext cx="13822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6504332" y="3706181"/>
            <a:ext cx="335239" cy="335239"/>
          </a:xfrm>
          <a:prstGeom prst="ellipse">
            <a:avLst/>
          </a:prstGeom>
          <a:solidFill>
            <a:schemeClr val="accent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6545215" y="3747065"/>
            <a:ext cx="253473" cy="253473"/>
          </a:xfrm>
          <a:prstGeom prst="ellipse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6580646" y="3781768"/>
            <a:ext cx="182609" cy="18260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6" name="任意多边形: 形状 35"/>
          <p:cNvSpPr/>
          <p:nvPr/>
        </p:nvSpPr>
        <p:spPr>
          <a:xfrm flipH="1">
            <a:off x="5107569" y="3399920"/>
            <a:ext cx="473149" cy="946299"/>
          </a:xfrm>
          <a:custGeom>
            <a:avLst/>
            <a:gdLst>
              <a:gd name="connsiteX0" fmla="*/ 0 w 2658140"/>
              <a:gd name="connsiteY0" fmla="*/ 0 h 5316280"/>
              <a:gd name="connsiteX1" fmla="*/ 2658140 w 2658140"/>
              <a:gd name="connsiteY1" fmla="*/ 2658140 h 5316280"/>
              <a:gd name="connsiteX2" fmla="*/ 0 w 2658140"/>
              <a:gd name="connsiteY2" fmla="*/ 5316280 h 5316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8140" h="5316280">
                <a:moveTo>
                  <a:pt x="0" y="0"/>
                </a:moveTo>
                <a:cubicBezTo>
                  <a:pt x="1468050" y="0"/>
                  <a:pt x="2658140" y="1190090"/>
                  <a:pt x="2658140" y="2658140"/>
                </a:cubicBezTo>
                <a:cubicBezTo>
                  <a:pt x="2658140" y="4126190"/>
                  <a:pt x="1468050" y="5316280"/>
                  <a:pt x="0" y="5316280"/>
                </a:cubicBezTo>
                <a:close/>
              </a:path>
            </a:pathLst>
          </a:custGeom>
          <a:gradFill flip="none" rotWithShape="1">
            <a:gsLst>
              <a:gs pos="50000">
                <a:srgbClr val="6299DA"/>
              </a:gs>
              <a:gs pos="100000">
                <a:schemeClr val="accent1"/>
              </a:gs>
              <a:gs pos="0">
                <a:schemeClr val="accent1"/>
              </a:gs>
            </a:gsLst>
            <a:lin ang="13500000" scaled="1"/>
            <a:tileRect/>
          </a:gradFill>
          <a:ln>
            <a:noFill/>
          </a:ln>
          <a:effectLst>
            <a:outerShdw blurRad="114300" dist="127000" dir="27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7" name="椭圆 36"/>
          <p:cNvSpPr/>
          <p:nvPr/>
        </p:nvSpPr>
        <p:spPr>
          <a:xfrm flipH="1">
            <a:off x="5213895" y="3507498"/>
            <a:ext cx="731141" cy="73114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14300" dist="127000" dir="198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8" name="文本框 35"/>
          <p:cNvSpPr txBox="1"/>
          <p:nvPr/>
        </p:nvSpPr>
        <p:spPr>
          <a:xfrm>
            <a:off x="5195676" y="3615179"/>
            <a:ext cx="767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A7FD0"/>
                </a:solidFill>
                <a:effectLst/>
                <a:uLnTx/>
                <a:uFillTx/>
                <a:cs typeface="+mn-ea"/>
                <a:sym typeface="+mn-lt"/>
              </a:rPr>
              <a:t>03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A7FD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9" name="任意多边形: 形状 38"/>
          <p:cNvSpPr/>
          <p:nvPr/>
        </p:nvSpPr>
        <p:spPr>
          <a:xfrm>
            <a:off x="7645610" y="3399920"/>
            <a:ext cx="473149" cy="946299"/>
          </a:xfrm>
          <a:custGeom>
            <a:avLst/>
            <a:gdLst>
              <a:gd name="connsiteX0" fmla="*/ 0 w 2658140"/>
              <a:gd name="connsiteY0" fmla="*/ 0 h 5316280"/>
              <a:gd name="connsiteX1" fmla="*/ 2658140 w 2658140"/>
              <a:gd name="connsiteY1" fmla="*/ 2658140 h 5316280"/>
              <a:gd name="connsiteX2" fmla="*/ 0 w 2658140"/>
              <a:gd name="connsiteY2" fmla="*/ 5316280 h 5316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8140" h="5316280">
                <a:moveTo>
                  <a:pt x="0" y="0"/>
                </a:moveTo>
                <a:cubicBezTo>
                  <a:pt x="1468050" y="0"/>
                  <a:pt x="2658140" y="1190090"/>
                  <a:pt x="2658140" y="2658140"/>
                </a:cubicBezTo>
                <a:cubicBezTo>
                  <a:pt x="2658140" y="4126190"/>
                  <a:pt x="1468050" y="5316280"/>
                  <a:pt x="0" y="5316280"/>
                </a:cubicBezTo>
                <a:close/>
              </a:path>
            </a:pathLst>
          </a:custGeom>
          <a:gradFill flip="none" rotWithShape="1">
            <a:gsLst>
              <a:gs pos="50000">
                <a:srgbClr val="6299DA"/>
              </a:gs>
              <a:gs pos="100000">
                <a:schemeClr val="accent1"/>
              </a:gs>
              <a:gs pos="0">
                <a:schemeClr val="accent1"/>
              </a:gs>
            </a:gsLst>
            <a:lin ang="13500000" scaled="1"/>
            <a:tileRect/>
          </a:gradFill>
          <a:ln>
            <a:noFill/>
          </a:ln>
          <a:effectLst>
            <a:outerShdw blurRad="114300" dist="127000" dir="27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7281292" y="3507498"/>
            <a:ext cx="731141" cy="73114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14300" dist="127000" dir="111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1" name="文本框 32"/>
          <p:cNvSpPr txBox="1"/>
          <p:nvPr/>
        </p:nvSpPr>
        <p:spPr>
          <a:xfrm flipH="1">
            <a:off x="7263075" y="3615179"/>
            <a:ext cx="767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A7FD0"/>
                </a:solidFill>
                <a:effectLst/>
                <a:uLnTx/>
                <a:uFillTx/>
                <a:cs typeface="+mn-ea"/>
                <a:sym typeface="+mn-lt"/>
              </a:rPr>
              <a:t>04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A7FD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5922393" y="5717401"/>
            <a:ext cx="13822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/>
          <p:cNvSpPr/>
          <p:nvPr/>
        </p:nvSpPr>
        <p:spPr>
          <a:xfrm>
            <a:off x="6504332" y="5549781"/>
            <a:ext cx="335239" cy="335239"/>
          </a:xfrm>
          <a:prstGeom prst="ellipse">
            <a:avLst/>
          </a:prstGeom>
          <a:solidFill>
            <a:schemeClr val="accent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6545215" y="5590665"/>
            <a:ext cx="253473" cy="253473"/>
          </a:xfrm>
          <a:prstGeom prst="ellipse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6580646" y="5625368"/>
            <a:ext cx="182609" cy="18260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6" name="任意多边形: 形状 45"/>
          <p:cNvSpPr/>
          <p:nvPr/>
        </p:nvSpPr>
        <p:spPr>
          <a:xfrm flipH="1">
            <a:off x="5107569" y="5243520"/>
            <a:ext cx="473149" cy="946299"/>
          </a:xfrm>
          <a:custGeom>
            <a:avLst/>
            <a:gdLst>
              <a:gd name="connsiteX0" fmla="*/ 0 w 2658140"/>
              <a:gd name="connsiteY0" fmla="*/ 0 h 5316280"/>
              <a:gd name="connsiteX1" fmla="*/ 2658140 w 2658140"/>
              <a:gd name="connsiteY1" fmla="*/ 2658140 h 5316280"/>
              <a:gd name="connsiteX2" fmla="*/ 0 w 2658140"/>
              <a:gd name="connsiteY2" fmla="*/ 5316280 h 5316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8140" h="5316280">
                <a:moveTo>
                  <a:pt x="0" y="0"/>
                </a:moveTo>
                <a:cubicBezTo>
                  <a:pt x="1468050" y="0"/>
                  <a:pt x="2658140" y="1190090"/>
                  <a:pt x="2658140" y="2658140"/>
                </a:cubicBezTo>
                <a:cubicBezTo>
                  <a:pt x="2658140" y="4126190"/>
                  <a:pt x="1468050" y="5316280"/>
                  <a:pt x="0" y="5316280"/>
                </a:cubicBezTo>
                <a:close/>
              </a:path>
            </a:pathLst>
          </a:custGeom>
          <a:gradFill flip="none" rotWithShape="1">
            <a:gsLst>
              <a:gs pos="50000">
                <a:srgbClr val="6299DA"/>
              </a:gs>
              <a:gs pos="100000">
                <a:schemeClr val="accent1"/>
              </a:gs>
              <a:gs pos="0">
                <a:schemeClr val="accent1"/>
              </a:gs>
            </a:gsLst>
            <a:lin ang="13500000" scaled="1"/>
            <a:tileRect/>
          </a:gradFill>
          <a:ln>
            <a:noFill/>
          </a:ln>
          <a:effectLst>
            <a:outerShdw blurRad="114300" dist="127000" dir="27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7" name="椭圆 46"/>
          <p:cNvSpPr/>
          <p:nvPr/>
        </p:nvSpPr>
        <p:spPr>
          <a:xfrm flipH="1">
            <a:off x="5213895" y="5351098"/>
            <a:ext cx="731141" cy="73114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14300" dist="127000" dir="198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8" name="文本框 52"/>
          <p:cNvSpPr txBox="1"/>
          <p:nvPr/>
        </p:nvSpPr>
        <p:spPr>
          <a:xfrm>
            <a:off x="5195676" y="5458779"/>
            <a:ext cx="767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A7FD0"/>
                </a:solidFill>
                <a:effectLst/>
                <a:uLnTx/>
                <a:uFillTx/>
                <a:cs typeface="+mn-ea"/>
                <a:sym typeface="+mn-lt"/>
              </a:rPr>
              <a:t>05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A7FD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9" name="任意多边形: 形状 48"/>
          <p:cNvSpPr/>
          <p:nvPr/>
        </p:nvSpPr>
        <p:spPr>
          <a:xfrm>
            <a:off x="7645610" y="5243520"/>
            <a:ext cx="473149" cy="946299"/>
          </a:xfrm>
          <a:custGeom>
            <a:avLst/>
            <a:gdLst>
              <a:gd name="connsiteX0" fmla="*/ 0 w 2658140"/>
              <a:gd name="connsiteY0" fmla="*/ 0 h 5316280"/>
              <a:gd name="connsiteX1" fmla="*/ 2658140 w 2658140"/>
              <a:gd name="connsiteY1" fmla="*/ 2658140 h 5316280"/>
              <a:gd name="connsiteX2" fmla="*/ 0 w 2658140"/>
              <a:gd name="connsiteY2" fmla="*/ 5316280 h 5316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8140" h="5316280">
                <a:moveTo>
                  <a:pt x="0" y="0"/>
                </a:moveTo>
                <a:cubicBezTo>
                  <a:pt x="1468050" y="0"/>
                  <a:pt x="2658140" y="1190090"/>
                  <a:pt x="2658140" y="2658140"/>
                </a:cubicBezTo>
                <a:cubicBezTo>
                  <a:pt x="2658140" y="4126190"/>
                  <a:pt x="1468050" y="5316280"/>
                  <a:pt x="0" y="5316280"/>
                </a:cubicBezTo>
                <a:close/>
              </a:path>
            </a:pathLst>
          </a:custGeom>
          <a:gradFill flip="none" rotWithShape="1">
            <a:gsLst>
              <a:gs pos="50000">
                <a:srgbClr val="6299DA"/>
              </a:gs>
              <a:gs pos="100000">
                <a:schemeClr val="accent1"/>
              </a:gs>
              <a:gs pos="0">
                <a:schemeClr val="accent1"/>
              </a:gs>
            </a:gsLst>
            <a:lin ang="13500000" scaled="1"/>
            <a:tileRect/>
          </a:gradFill>
          <a:ln>
            <a:noFill/>
          </a:ln>
          <a:effectLst>
            <a:outerShdw blurRad="114300" dist="127000" dir="27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7281292" y="5351098"/>
            <a:ext cx="731141" cy="73114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14300" dist="127000" dir="111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1" name="文本框 49"/>
          <p:cNvSpPr txBox="1"/>
          <p:nvPr/>
        </p:nvSpPr>
        <p:spPr>
          <a:xfrm flipH="1">
            <a:off x="7263075" y="5458779"/>
            <a:ext cx="767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A7FD0"/>
                </a:solidFill>
                <a:effectLst/>
                <a:uLnTx/>
                <a:uFillTx/>
                <a:cs typeface="+mn-ea"/>
                <a:sym typeface="+mn-lt"/>
              </a:rPr>
              <a:t>06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A7FD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1864297" y="1399455"/>
            <a:ext cx="2432315" cy="1260025"/>
            <a:chOff x="544923" y="2418093"/>
            <a:chExt cx="3243086" cy="1680034"/>
          </a:xfrm>
        </p:grpSpPr>
        <p:sp>
          <p:nvSpPr>
            <p:cNvPr id="53" name="矩形 52"/>
            <p:cNvSpPr/>
            <p:nvPr/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4" name="文本框 26"/>
            <p:cNvSpPr txBox="1"/>
            <p:nvPr/>
          </p:nvSpPr>
          <p:spPr>
            <a:xfrm>
              <a:off x="544923" y="2418093"/>
              <a:ext cx="209288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rgbClr val="112F70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rgbClr val="112F7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1621530" y="3226847"/>
            <a:ext cx="2432315" cy="1260025"/>
            <a:chOff x="544923" y="2418093"/>
            <a:chExt cx="3243086" cy="1680034"/>
          </a:xfrm>
        </p:grpSpPr>
        <p:sp>
          <p:nvSpPr>
            <p:cNvPr id="56" name="矩形 55"/>
            <p:cNvSpPr/>
            <p:nvPr/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7" name="文本框 26"/>
            <p:cNvSpPr txBox="1"/>
            <p:nvPr/>
          </p:nvSpPr>
          <p:spPr>
            <a:xfrm>
              <a:off x="544923" y="2418093"/>
              <a:ext cx="209288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rgbClr val="112F70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rgbClr val="112F7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864297" y="4919768"/>
            <a:ext cx="2432315" cy="1260025"/>
            <a:chOff x="544923" y="2418093"/>
            <a:chExt cx="3243086" cy="1680034"/>
          </a:xfrm>
        </p:grpSpPr>
        <p:sp>
          <p:nvSpPr>
            <p:cNvPr id="59" name="矩形 58"/>
            <p:cNvSpPr/>
            <p:nvPr/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0" name="文本框 26"/>
            <p:cNvSpPr txBox="1"/>
            <p:nvPr/>
          </p:nvSpPr>
          <p:spPr>
            <a:xfrm>
              <a:off x="544923" y="2418093"/>
              <a:ext cx="209288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rgbClr val="112F70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rgbClr val="112F7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9070764" y="1399455"/>
            <a:ext cx="2432315" cy="1260025"/>
            <a:chOff x="544923" y="2418093"/>
            <a:chExt cx="3243086" cy="1680034"/>
          </a:xfrm>
        </p:grpSpPr>
        <p:sp>
          <p:nvSpPr>
            <p:cNvPr id="62" name="矩形 61"/>
            <p:cNvSpPr/>
            <p:nvPr/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3" name="文本框 26"/>
            <p:cNvSpPr txBox="1"/>
            <p:nvPr/>
          </p:nvSpPr>
          <p:spPr>
            <a:xfrm>
              <a:off x="544923" y="2418093"/>
              <a:ext cx="209288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rgbClr val="112F70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rgbClr val="112F7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8827997" y="3226847"/>
            <a:ext cx="2432315" cy="1260025"/>
            <a:chOff x="544923" y="2418093"/>
            <a:chExt cx="3243086" cy="1680034"/>
          </a:xfrm>
        </p:grpSpPr>
        <p:sp>
          <p:nvSpPr>
            <p:cNvPr id="65" name="矩形 64"/>
            <p:cNvSpPr/>
            <p:nvPr/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6" name="文本框 26"/>
            <p:cNvSpPr txBox="1"/>
            <p:nvPr/>
          </p:nvSpPr>
          <p:spPr>
            <a:xfrm>
              <a:off x="544923" y="2418093"/>
              <a:ext cx="209288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rgbClr val="112F70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rgbClr val="112F7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9070764" y="4919768"/>
            <a:ext cx="2432315" cy="1260025"/>
            <a:chOff x="544923" y="2418093"/>
            <a:chExt cx="3243086" cy="1680034"/>
          </a:xfrm>
        </p:grpSpPr>
        <p:sp>
          <p:nvSpPr>
            <p:cNvPr id="68" name="矩形 67"/>
            <p:cNvSpPr/>
            <p:nvPr/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9" name="文本框 26"/>
            <p:cNvSpPr txBox="1"/>
            <p:nvPr/>
          </p:nvSpPr>
          <p:spPr>
            <a:xfrm>
              <a:off x="544923" y="2418093"/>
              <a:ext cx="209288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rgbClr val="112F70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rgbClr val="112F70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6968982" y="3296920"/>
            <a:ext cx="1948825" cy="938673"/>
            <a:chOff x="7672242" y="3676722"/>
            <a:chExt cx="2651629" cy="1277186"/>
          </a:xfrm>
        </p:grpSpPr>
        <p:sp>
          <p:nvSpPr>
            <p:cNvPr id="3" name="Right Arrow 8"/>
            <p:cNvSpPr/>
            <p:nvPr>
              <p:custDataLst>
                <p:tags r:id="rId2"/>
              </p:custDataLst>
            </p:nvPr>
          </p:nvSpPr>
          <p:spPr>
            <a:xfrm>
              <a:off x="7672242" y="3676722"/>
              <a:ext cx="2651629" cy="1277186"/>
            </a:xfrm>
            <a:custGeom>
              <a:avLst/>
              <a:gdLst>
                <a:gd name="connsiteX0" fmla="*/ 0 w 2232436"/>
                <a:gd name="connsiteY0" fmla="*/ 227029 h 1105786"/>
                <a:gd name="connsiteX1" fmla="*/ 1531279 w 2232436"/>
                <a:gd name="connsiteY1" fmla="*/ 227029 h 1105786"/>
                <a:gd name="connsiteX2" fmla="*/ 1531279 w 2232436"/>
                <a:gd name="connsiteY2" fmla="*/ 0 h 1105786"/>
                <a:gd name="connsiteX3" fmla="*/ 2232436 w 2232436"/>
                <a:gd name="connsiteY3" fmla="*/ 552893 h 1105786"/>
                <a:gd name="connsiteX4" fmla="*/ 1531279 w 2232436"/>
                <a:gd name="connsiteY4" fmla="*/ 1105786 h 1105786"/>
                <a:gd name="connsiteX5" fmla="*/ 1531279 w 2232436"/>
                <a:gd name="connsiteY5" fmla="*/ 878757 h 1105786"/>
                <a:gd name="connsiteX6" fmla="*/ 0 w 2232436"/>
                <a:gd name="connsiteY6" fmla="*/ 878757 h 1105786"/>
                <a:gd name="connsiteX7" fmla="*/ 0 w 2232436"/>
                <a:gd name="connsiteY7" fmla="*/ 227029 h 1105786"/>
                <a:gd name="connsiteX0-1" fmla="*/ 0 w 2232436"/>
                <a:gd name="connsiteY0-2" fmla="*/ 227029 h 1105786"/>
                <a:gd name="connsiteX1-3" fmla="*/ 1531279 w 2232436"/>
                <a:gd name="connsiteY1-4" fmla="*/ 227029 h 1105786"/>
                <a:gd name="connsiteX2-5" fmla="*/ 1531279 w 2232436"/>
                <a:gd name="connsiteY2-6" fmla="*/ 0 h 1105786"/>
                <a:gd name="connsiteX3-7" fmla="*/ 2232436 w 2232436"/>
                <a:gd name="connsiteY3-8" fmla="*/ 552893 h 1105786"/>
                <a:gd name="connsiteX4-9" fmla="*/ 1531279 w 2232436"/>
                <a:gd name="connsiteY4-10" fmla="*/ 1105786 h 1105786"/>
                <a:gd name="connsiteX5-11" fmla="*/ 1531279 w 2232436"/>
                <a:gd name="connsiteY5-12" fmla="*/ 878757 h 1105786"/>
                <a:gd name="connsiteX6-13" fmla="*/ 0 w 2232436"/>
                <a:gd name="connsiteY6-14" fmla="*/ 878757 h 1105786"/>
                <a:gd name="connsiteX7-15" fmla="*/ 0 w 2232436"/>
                <a:gd name="connsiteY7-16" fmla="*/ 227029 h 1105786"/>
                <a:gd name="connsiteX0-17" fmla="*/ 0 w 2232436"/>
                <a:gd name="connsiteY0-18" fmla="*/ 227029 h 1105786"/>
                <a:gd name="connsiteX1-19" fmla="*/ 1531279 w 2232436"/>
                <a:gd name="connsiteY1-20" fmla="*/ 227029 h 1105786"/>
                <a:gd name="connsiteX2-21" fmla="*/ 1531279 w 2232436"/>
                <a:gd name="connsiteY2-22" fmla="*/ 0 h 1105786"/>
                <a:gd name="connsiteX3-23" fmla="*/ 2232436 w 2232436"/>
                <a:gd name="connsiteY3-24" fmla="*/ 552893 h 1105786"/>
                <a:gd name="connsiteX4-25" fmla="*/ 1531279 w 2232436"/>
                <a:gd name="connsiteY4-26" fmla="*/ 1105786 h 1105786"/>
                <a:gd name="connsiteX5-27" fmla="*/ 1531279 w 2232436"/>
                <a:gd name="connsiteY5-28" fmla="*/ 878757 h 1105786"/>
                <a:gd name="connsiteX6-29" fmla="*/ 0 w 2232436"/>
                <a:gd name="connsiteY6-30" fmla="*/ 878757 h 1105786"/>
                <a:gd name="connsiteX7-31" fmla="*/ 0 w 2232436"/>
                <a:gd name="connsiteY7-32" fmla="*/ 227029 h 1105786"/>
                <a:gd name="connsiteX0-33" fmla="*/ 0 w 2232436"/>
                <a:gd name="connsiteY0-34" fmla="*/ 227029 h 1105786"/>
                <a:gd name="connsiteX1-35" fmla="*/ 1531279 w 2232436"/>
                <a:gd name="connsiteY1-36" fmla="*/ 227029 h 1105786"/>
                <a:gd name="connsiteX2-37" fmla="*/ 1531279 w 2232436"/>
                <a:gd name="connsiteY2-38" fmla="*/ 0 h 1105786"/>
                <a:gd name="connsiteX3-39" fmla="*/ 2232436 w 2232436"/>
                <a:gd name="connsiteY3-40" fmla="*/ 552893 h 1105786"/>
                <a:gd name="connsiteX4-41" fmla="*/ 1531279 w 2232436"/>
                <a:gd name="connsiteY4-42" fmla="*/ 1105786 h 1105786"/>
                <a:gd name="connsiteX5-43" fmla="*/ 1531279 w 2232436"/>
                <a:gd name="connsiteY5-44" fmla="*/ 878757 h 1105786"/>
                <a:gd name="connsiteX6-45" fmla="*/ 0 w 2232436"/>
                <a:gd name="connsiteY6-46" fmla="*/ 878757 h 1105786"/>
                <a:gd name="connsiteX7-47" fmla="*/ 0 w 2232436"/>
                <a:gd name="connsiteY7-48" fmla="*/ 227029 h 1105786"/>
                <a:gd name="connsiteX0-49" fmla="*/ 0 w 2232436"/>
                <a:gd name="connsiteY0-50" fmla="*/ 227029 h 1105786"/>
                <a:gd name="connsiteX1-51" fmla="*/ 1531279 w 2232436"/>
                <a:gd name="connsiteY1-52" fmla="*/ 227029 h 1105786"/>
                <a:gd name="connsiteX2-53" fmla="*/ 1531279 w 2232436"/>
                <a:gd name="connsiteY2-54" fmla="*/ 0 h 1105786"/>
                <a:gd name="connsiteX3-55" fmla="*/ 2232436 w 2232436"/>
                <a:gd name="connsiteY3-56" fmla="*/ 552893 h 1105786"/>
                <a:gd name="connsiteX4-57" fmla="*/ 1531279 w 2232436"/>
                <a:gd name="connsiteY4-58" fmla="*/ 1105786 h 1105786"/>
                <a:gd name="connsiteX5-59" fmla="*/ 1531279 w 2232436"/>
                <a:gd name="connsiteY5-60" fmla="*/ 878757 h 1105786"/>
                <a:gd name="connsiteX6-61" fmla="*/ 0 w 2232436"/>
                <a:gd name="connsiteY6-62" fmla="*/ 878757 h 1105786"/>
                <a:gd name="connsiteX7-63" fmla="*/ 0 w 2232436"/>
                <a:gd name="connsiteY7-64" fmla="*/ 227029 h 1105786"/>
                <a:gd name="connsiteX0-65" fmla="*/ 42530 w 2274966"/>
                <a:gd name="connsiteY0-66" fmla="*/ 227029 h 1105786"/>
                <a:gd name="connsiteX1-67" fmla="*/ 1573809 w 2274966"/>
                <a:gd name="connsiteY1-68" fmla="*/ 227029 h 1105786"/>
                <a:gd name="connsiteX2-69" fmla="*/ 1573809 w 2274966"/>
                <a:gd name="connsiteY2-70" fmla="*/ 0 h 1105786"/>
                <a:gd name="connsiteX3-71" fmla="*/ 2274966 w 2274966"/>
                <a:gd name="connsiteY3-72" fmla="*/ 552893 h 1105786"/>
                <a:gd name="connsiteX4-73" fmla="*/ 1573809 w 2274966"/>
                <a:gd name="connsiteY4-74" fmla="*/ 1105786 h 1105786"/>
                <a:gd name="connsiteX5-75" fmla="*/ 1573809 w 2274966"/>
                <a:gd name="connsiteY5-76" fmla="*/ 878757 h 1105786"/>
                <a:gd name="connsiteX6-77" fmla="*/ 42530 w 2274966"/>
                <a:gd name="connsiteY6-78" fmla="*/ 878757 h 1105786"/>
                <a:gd name="connsiteX7-79" fmla="*/ 42530 w 2274966"/>
                <a:gd name="connsiteY7-80" fmla="*/ 227029 h 1105786"/>
                <a:gd name="connsiteX0-81" fmla="*/ 60394 w 2292830"/>
                <a:gd name="connsiteY0-82" fmla="*/ 227029 h 1105786"/>
                <a:gd name="connsiteX1-83" fmla="*/ 1591673 w 2292830"/>
                <a:gd name="connsiteY1-84" fmla="*/ 227029 h 1105786"/>
                <a:gd name="connsiteX2-85" fmla="*/ 1591673 w 2292830"/>
                <a:gd name="connsiteY2-86" fmla="*/ 0 h 1105786"/>
                <a:gd name="connsiteX3-87" fmla="*/ 2292830 w 2292830"/>
                <a:gd name="connsiteY3-88" fmla="*/ 552893 h 1105786"/>
                <a:gd name="connsiteX4-89" fmla="*/ 1591673 w 2292830"/>
                <a:gd name="connsiteY4-90" fmla="*/ 1105786 h 1105786"/>
                <a:gd name="connsiteX5-91" fmla="*/ 1591673 w 2292830"/>
                <a:gd name="connsiteY5-92" fmla="*/ 878757 h 1105786"/>
                <a:gd name="connsiteX6-93" fmla="*/ 60394 w 2292830"/>
                <a:gd name="connsiteY6-94" fmla="*/ 878757 h 1105786"/>
                <a:gd name="connsiteX7-95" fmla="*/ 60394 w 2292830"/>
                <a:gd name="connsiteY7-96" fmla="*/ 227029 h 1105786"/>
                <a:gd name="connsiteX0-97" fmla="*/ 60394 w 2292830"/>
                <a:gd name="connsiteY0-98" fmla="*/ 227029 h 1105786"/>
                <a:gd name="connsiteX1-99" fmla="*/ 1591673 w 2292830"/>
                <a:gd name="connsiteY1-100" fmla="*/ 227029 h 1105786"/>
                <a:gd name="connsiteX2-101" fmla="*/ 1591673 w 2292830"/>
                <a:gd name="connsiteY2-102" fmla="*/ 0 h 1105786"/>
                <a:gd name="connsiteX3-103" fmla="*/ 2292830 w 2292830"/>
                <a:gd name="connsiteY3-104" fmla="*/ 552893 h 1105786"/>
                <a:gd name="connsiteX4-105" fmla="*/ 1591673 w 2292830"/>
                <a:gd name="connsiteY4-106" fmla="*/ 1105786 h 1105786"/>
                <a:gd name="connsiteX5-107" fmla="*/ 1591673 w 2292830"/>
                <a:gd name="connsiteY5-108" fmla="*/ 878757 h 1105786"/>
                <a:gd name="connsiteX6-109" fmla="*/ 60394 w 2292830"/>
                <a:gd name="connsiteY6-110" fmla="*/ 878757 h 1105786"/>
                <a:gd name="connsiteX7-111" fmla="*/ 60394 w 2292830"/>
                <a:gd name="connsiteY7-112" fmla="*/ 227029 h 1105786"/>
                <a:gd name="connsiteX0-113" fmla="*/ 60394 w 2292830"/>
                <a:gd name="connsiteY0-114" fmla="*/ 227029 h 1105786"/>
                <a:gd name="connsiteX1-115" fmla="*/ 1591673 w 2292830"/>
                <a:gd name="connsiteY1-116" fmla="*/ 227029 h 1105786"/>
                <a:gd name="connsiteX2-117" fmla="*/ 1591673 w 2292830"/>
                <a:gd name="connsiteY2-118" fmla="*/ 0 h 1105786"/>
                <a:gd name="connsiteX3-119" fmla="*/ 2292830 w 2292830"/>
                <a:gd name="connsiteY3-120" fmla="*/ 552893 h 1105786"/>
                <a:gd name="connsiteX4-121" fmla="*/ 1591673 w 2292830"/>
                <a:gd name="connsiteY4-122" fmla="*/ 1105786 h 1105786"/>
                <a:gd name="connsiteX5-123" fmla="*/ 1591673 w 2292830"/>
                <a:gd name="connsiteY5-124" fmla="*/ 878757 h 1105786"/>
                <a:gd name="connsiteX6-125" fmla="*/ 60394 w 2292830"/>
                <a:gd name="connsiteY6-126" fmla="*/ 878757 h 1105786"/>
                <a:gd name="connsiteX7-127" fmla="*/ 60394 w 2292830"/>
                <a:gd name="connsiteY7-128" fmla="*/ 227029 h 11057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292830" h="1105786">
                  <a:moveTo>
                    <a:pt x="60394" y="227029"/>
                  </a:moveTo>
                  <a:cubicBezTo>
                    <a:pt x="592085" y="88806"/>
                    <a:pt x="1006819" y="407782"/>
                    <a:pt x="1591673" y="227029"/>
                  </a:cubicBezTo>
                  <a:lnTo>
                    <a:pt x="1591673" y="0"/>
                  </a:lnTo>
                  <a:cubicBezTo>
                    <a:pt x="1867922" y="354419"/>
                    <a:pt x="2059111" y="368595"/>
                    <a:pt x="2292830" y="552893"/>
                  </a:cubicBezTo>
                  <a:cubicBezTo>
                    <a:pt x="2059111" y="737191"/>
                    <a:pt x="1761597" y="878958"/>
                    <a:pt x="1591673" y="1105786"/>
                  </a:cubicBezTo>
                  <a:lnTo>
                    <a:pt x="1591673" y="878757"/>
                  </a:lnTo>
                  <a:cubicBezTo>
                    <a:pt x="1113145" y="666106"/>
                    <a:pt x="538922" y="1038246"/>
                    <a:pt x="60394" y="878757"/>
                  </a:cubicBezTo>
                  <a:cubicBezTo>
                    <a:pt x="-35299" y="640249"/>
                    <a:pt x="-3402" y="444272"/>
                    <a:pt x="60394" y="227029"/>
                  </a:cubicBezTo>
                  <a:close/>
                </a:path>
              </a:pathLst>
            </a:custGeom>
            <a:solidFill>
              <a:srgbClr val="112F70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 sz="975" dirty="0"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9076660" y="4117264"/>
              <a:ext cx="347131" cy="333833"/>
              <a:chOff x="2607983" y="4241292"/>
              <a:chExt cx="490600" cy="471805"/>
            </a:xfrm>
            <a:solidFill>
              <a:srgbClr val="D82229"/>
            </a:solidFill>
            <a:effectLst/>
          </p:grpSpPr>
          <p:sp>
            <p:nvSpPr>
              <p:cNvPr id="5" name="Oval 131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2742898" y="4241292"/>
                <a:ext cx="220770" cy="223595"/>
              </a:xfrm>
              <a:prstGeom prst="ellipse">
                <a:avLst/>
              </a:prstGeom>
              <a:solidFill>
                <a:srgbClr val="F9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7204" tIns="33602" rIns="67204" bIns="33602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975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" name="Freeform 134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2607983" y="4499759"/>
                <a:ext cx="490600" cy="213338"/>
              </a:xfrm>
              <a:custGeom>
                <a:avLst/>
                <a:gdLst>
                  <a:gd name="T0" fmla="*/ 35 w 200"/>
                  <a:gd name="T1" fmla="*/ 87 h 87"/>
                  <a:gd name="T2" fmla="*/ 35 w 200"/>
                  <a:gd name="T3" fmla="*/ 72 h 87"/>
                  <a:gd name="T4" fmla="*/ 46 w 200"/>
                  <a:gd name="T5" fmla="*/ 72 h 87"/>
                  <a:gd name="T6" fmla="*/ 46 w 200"/>
                  <a:gd name="T7" fmla="*/ 87 h 87"/>
                  <a:gd name="T8" fmla="*/ 155 w 200"/>
                  <a:gd name="T9" fmla="*/ 87 h 87"/>
                  <a:gd name="T10" fmla="*/ 155 w 200"/>
                  <a:gd name="T11" fmla="*/ 72 h 87"/>
                  <a:gd name="T12" fmla="*/ 166 w 200"/>
                  <a:gd name="T13" fmla="*/ 72 h 87"/>
                  <a:gd name="T14" fmla="*/ 166 w 200"/>
                  <a:gd name="T15" fmla="*/ 87 h 87"/>
                  <a:gd name="T16" fmla="*/ 199 w 200"/>
                  <a:gd name="T17" fmla="*/ 87 h 87"/>
                  <a:gd name="T18" fmla="*/ 200 w 200"/>
                  <a:gd name="T19" fmla="*/ 43 h 87"/>
                  <a:gd name="T20" fmla="*/ 156 w 200"/>
                  <a:gd name="T21" fmla="*/ 0 h 87"/>
                  <a:gd name="T22" fmla="*/ 156 w 200"/>
                  <a:gd name="T23" fmla="*/ 0 h 87"/>
                  <a:gd name="T24" fmla="*/ 156 w 200"/>
                  <a:gd name="T25" fmla="*/ 0 h 87"/>
                  <a:gd name="T26" fmla="*/ 140 w 200"/>
                  <a:gd name="T27" fmla="*/ 0 h 87"/>
                  <a:gd name="T28" fmla="*/ 100 w 200"/>
                  <a:gd name="T29" fmla="*/ 80 h 87"/>
                  <a:gd name="T30" fmla="*/ 60 w 200"/>
                  <a:gd name="T31" fmla="*/ 0 h 87"/>
                  <a:gd name="T32" fmla="*/ 45 w 200"/>
                  <a:gd name="T33" fmla="*/ 0 h 87"/>
                  <a:gd name="T34" fmla="*/ 45 w 200"/>
                  <a:gd name="T35" fmla="*/ 0 h 87"/>
                  <a:gd name="T36" fmla="*/ 44 w 200"/>
                  <a:gd name="T37" fmla="*/ 0 h 87"/>
                  <a:gd name="T38" fmla="*/ 1 w 200"/>
                  <a:gd name="T39" fmla="*/ 43 h 87"/>
                  <a:gd name="T40" fmla="*/ 0 w 200"/>
                  <a:gd name="T41" fmla="*/ 87 h 87"/>
                  <a:gd name="T42" fmla="*/ 35 w 200"/>
                  <a:gd name="T43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00" h="87">
                    <a:moveTo>
                      <a:pt x="35" y="87"/>
                    </a:moveTo>
                    <a:cubicBezTo>
                      <a:pt x="35" y="72"/>
                      <a:pt x="35" y="72"/>
                      <a:pt x="35" y="72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6" y="87"/>
                      <a:pt x="46" y="87"/>
                      <a:pt x="46" y="87"/>
                    </a:cubicBezTo>
                    <a:cubicBezTo>
                      <a:pt x="155" y="87"/>
                      <a:pt x="155" y="87"/>
                      <a:pt x="155" y="87"/>
                    </a:cubicBezTo>
                    <a:cubicBezTo>
                      <a:pt x="155" y="72"/>
                      <a:pt x="155" y="72"/>
                      <a:pt x="155" y="72"/>
                    </a:cubicBezTo>
                    <a:cubicBezTo>
                      <a:pt x="166" y="72"/>
                      <a:pt x="166" y="72"/>
                      <a:pt x="166" y="72"/>
                    </a:cubicBezTo>
                    <a:cubicBezTo>
                      <a:pt x="166" y="87"/>
                      <a:pt x="166" y="87"/>
                      <a:pt x="166" y="87"/>
                    </a:cubicBezTo>
                    <a:cubicBezTo>
                      <a:pt x="199" y="87"/>
                      <a:pt x="199" y="87"/>
                      <a:pt x="199" y="87"/>
                    </a:cubicBezTo>
                    <a:cubicBezTo>
                      <a:pt x="199" y="47"/>
                      <a:pt x="200" y="43"/>
                      <a:pt x="200" y="43"/>
                    </a:cubicBezTo>
                    <a:cubicBezTo>
                      <a:pt x="200" y="19"/>
                      <a:pt x="180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0" y="0"/>
                      <a:pt x="140" y="0"/>
                      <a:pt x="140" y="0"/>
                    </a:cubicBezTo>
                    <a:cubicBezTo>
                      <a:pt x="100" y="80"/>
                      <a:pt x="100" y="80"/>
                      <a:pt x="100" y="8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4" y="0"/>
                      <a:pt x="44" y="0"/>
                    </a:cubicBezTo>
                    <a:cubicBezTo>
                      <a:pt x="20" y="0"/>
                      <a:pt x="1" y="19"/>
                      <a:pt x="1" y="43"/>
                    </a:cubicBezTo>
                    <a:cubicBezTo>
                      <a:pt x="1" y="43"/>
                      <a:pt x="0" y="47"/>
                      <a:pt x="0" y="87"/>
                    </a:cubicBezTo>
                    <a:lnTo>
                      <a:pt x="35" y="87"/>
                    </a:ln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7204" tIns="33602" rIns="67204" bIns="33602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975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" name="组合 6"/>
          <p:cNvGrpSpPr/>
          <p:nvPr>
            <p:custDataLst>
              <p:tags r:id="rId5"/>
            </p:custDataLst>
          </p:nvPr>
        </p:nvGrpSpPr>
        <p:grpSpPr>
          <a:xfrm>
            <a:off x="5647289" y="3296920"/>
            <a:ext cx="1947475" cy="938673"/>
            <a:chOff x="5873906" y="3676722"/>
            <a:chExt cx="2649793" cy="1277186"/>
          </a:xfrm>
        </p:grpSpPr>
        <p:sp>
          <p:nvSpPr>
            <p:cNvPr id="8" name="Right Arrow 8"/>
            <p:cNvSpPr/>
            <p:nvPr>
              <p:custDataLst>
                <p:tags r:id="rId6"/>
              </p:custDataLst>
            </p:nvPr>
          </p:nvSpPr>
          <p:spPr>
            <a:xfrm>
              <a:off x="5873906" y="3676722"/>
              <a:ext cx="2649793" cy="1277186"/>
            </a:xfrm>
            <a:custGeom>
              <a:avLst/>
              <a:gdLst>
                <a:gd name="connsiteX0" fmla="*/ 0 w 2232436"/>
                <a:gd name="connsiteY0" fmla="*/ 227029 h 1105786"/>
                <a:gd name="connsiteX1" fmla="*/ 1531279 w 2232436"/>
                <a:gd name="connsiteY1" fmla="*/ 227029 h 1105786"/>
                <a:gd name="connsiteX2" fmla="*/ 1531279 w 2232436"/>
                <a:gd name="connsiteY2" fmla="*/ 0 h 1105786"/>
                <a:gd name="connsiteX3" fmla="*/ 2232436 w 2232436"/>
                <a:gd name="connsiteY3" fmla="*/ 552893 h 1105786"/>
                <a:gd name="connsiteX4" fmla="*/ 1531279 w 2232436"/>
                <a:gd name="connsiteY4" fmla="*/ 1105786 h 1105786"/>
                <a:gd name="connsiteX5" fmla="*/ 1531279 w 2232436"/>
                <a:gd name="connsiteY5" fmla="*/ 878757 h 1105786"/>
                <a:gd name="connsiteX6" fmla="*/ 0 w 2232436"/>
                <a:gd name="connsiteY6" fmla="*/ 878757 h 1105786"/>
                <a:gd name="connsiteX7" fmla="*/ 0 w 2232436"/>
                <a:gd name="connsiteY7" fmla="*/ 227029 h 1105786"/>
                <a:gd name="connsiteX0-1" fmla="*/ 0 w 2232436"/>
                <a:gd name="connsiteY0-2" fmla="*/ 227029 h 1105786"/>
                <a:gd name="connsiteX1-3" fmla="*/ 1531279 w 2232436"/>
                <a:gd name="connsiteY1-4" fmla="*/ 227029 h 1105786"/>
                <a:gd name="connsiteX2-5" fmla="*/ 1531279 w 2232436"/>
                <a:gd name="connsiteY2-6" fmla="*/ 0 h 1105786"/>
                <a:gd name="connsiteX3-7" fmla="*/ 2232436 w 2232436"/>
                <a:gd name="connsiteY3-8" fmla="*/ 552893 h 1105786"/>
                <a:gd name="connsiteX4-9" fmla="*/ 1531279 w 2232436"/>
                <a:gd name="connsiteY4-10" fmla="*/ 1105786 h 1105786"/>
                <a:gd name="connsiteX5-11" fmla="*/ 1531279 w 2232436"/>
                <a:gd name="connsiteY5-12" fmla="*/ 878757 h 1105786"/>
                <a:gd name="connsiteX6-13" fmla="*/ 0 w 2232436"/>
                <a:gd name="connsiteY6-14" fmla="*/ 878757 h 1105786"/>
                <a:gd name="connsiteX7-15" fmla="*/ 0 w 2232436"/>
                <a:gd name="connsiteY7-16" fmla="*/ 227029 h 1105786"/>
                <a:gd name="connsiteX0-17" fmla="*/ 0 w 2232436"/>
                <a:gd name="connsiteY0-18" fmla="*/ 227029 h 1105786"/>
                <a:gd name="connsiteX1-19" fmla="*/ 1531279 w 2232436"/>
                <a:gd name="connsiteY1-20" fmla="*/ 227029 h 1105786"/>
                <a:gd name="connsiteX2-21" fmla="*/ 1531279 w 2232436"/>
                <a:gd name="connsiteY2-22" fmla="*/ 0 h 1105786"/>
                <a:gd name="connsiteX3-23" fmla="*/ 2232436 w 2232436"/>
                <a:gd name="connsiteY3-24" fmla="*/ 552893 h 1105786"/>
                <a:gd name="connsiteX4-25" fmla="*/ 1531279 w 2232436"/>
                <a:gd name="connsiteY4-26" fmla="*/ 1105786 h 1105786"/>
                <a:gd name="connsiteX5-27" fmla="*/ 1531279 w 2232436"/>
                <a:gd name="connsiteY5-28" fmla="*/ 878757 h 1105786"/>
                <a:gd name="connsiteX6-29" fmla="*/ 0 w 2232436"/>
                <a:gd name="connsiteY6-30" fmla="*/ 878757 h 1105786"/>
                <a:gd name="connsiteX7-31" fmla="*/ 0 w 2232436"/>
                <a:gd name="connsiteY7-32" fmla="*/ 227029 h 1105786"/>
                <a:gd name="connsiteX0-33" fmla="*/ 0 w 2232436"/>
                <a:gd name="connsiteY0-34" fmla="*/ 227029 h 1105786"/>
                <a:gd name="connsiteX1-35" fmla="*/ 1531279 w 2232436"/>
                <a:gd name="connsiteY1-36" fmla="*/ 227029 h 1105786"/>
                <a:gd name="connsiteX2-37" fmla="*/ 1531279 w 2232436"/>
                <a:gd name="connsiteY2-38" fmla="*/ 0 h 1105786"/>
                <a:gd name="connsiteX3-39" fmla="*/ 2232436 w 2232436"/>
                <a:gd name="connsiteY3-40" fmla="*/ 552893 h 1105786"/>
                <a:gd name="connsiteX4-41" fmla="*/ 1531279 w 2232436"/>
                <a:gd name="connsiteY4-42" fmla="*/ 1105786 h 1105786"/>
                <a:gd name="connsiteX5-43" fmla="*/ 1531279 w 2232436"/>
                <a:gd name="connsiteY5-44" fmla="*/ 878757 h 1105786"/>
                <a:gd name="connsiteX6-45" fmla="*/ 0 w 2232436"/>
                <a:gd name="connsiteY6-46" fmla="*/ 878757 h 1105786"/>
                <a:gd name="connsiteX7-47" fmla="*/ 0 w 2232436"/>
                <a:gd name="connsiteY7-48" fmla="*/ 227029 h 1105786"/>
                <a:gd name="connsiteX0-49" fmla="*/ 0 w 2232436"/>
                <a:gd name="connsiteY0-50" fmla="*/ 227029 h 1105786"/>
                <a:gd name="connsiteX1-51" fmla="*/ 1531279 w 2232436"/>
                <a:gd name="connsiteY1-52" fmla="*/ 227029 h 1105786"/>
                <a:gd name="connsiteX2-53" fmla="*/ 1531279 w 2232436"/>
                <a:gd name="connsiteY2-54" fmla="*/ 0 h 1105786"/>
                <a:gd name="connsiteX3-55" fmla="*/ 2232436 w 2232436"/>
                <a:gd name="connsiteY3-56" fmla="*/ 552893 h 1105786"/>
                <a:gd name="connsiteX4-57" fmla="*/ 1531279 w 2232436"/>
                <a:gd name="connsiteY4-58" fmla="*/ 1105786 h 1105786"/>
                <a:gd name="connsiteX5-59" fmla="*/ 1531279 w 2232436"/>
                <a:gd name="connsiteY5-60" fmla="*/ 878757 h 1105786"/>
                <a:gd name="connsiteX6-61" fmla="*/ 0 w 2232436"/>
                <a:gd name="connsiteY6-62" fmla="*/ 878757 h 1105786"/>
                <a:gd name="connsiteX7-63" fmla="*/ 0 w 2232436"/>
                <a:gd name="connsiteY7-64" fmla="*/ 227029 h 1105786"/>
                <a:gd name="connsiteX0-65" fmla="*/ 42530 w 2274966"/>
                <a:gd name="connsiteY0-66" fmla="*/ 227029 h 1105786"/>
                <a:gd name="connsiteX1-67" fmla="*/ 1573809 w 2274966"/>
                <a:gd name="connsiteY1-68" fmla="*/ 227029 h 1105786"/>
                <a:gd name="connsiteX2-69" fmla="*/ 1573809 w 2274966"/>
                <a:gd name="connsiteY2-70" fmla="*/ 0 h 1105786"/>
                <a:gd name="connsiteX3-71" fmla="*/ 2274966 w 2274966"/>
                <a:gd name="connsiteY3-72" fmla="*/ 552893 h 1105786"/>
                <a:gd name="connsiteX4-73" fmla="*/ 1573809 w 2274966"/>
                <a:gd name="connsiteY4-74" fmla="*/ 1105786 h 1105786"/>
                <a:gd name="connsiteX5-75" fmla="*/ 1573809 w 2274966"/>
                <a:gd name="connsiteY5-76" fmla="*/ 878757 h 1105786"/>
                <a:gd name="connsiteX6-77" fmla="*/ 42530 w 2274966"/>
                <a:gd name="connsiteY6-78" fmla="*/ 878757 h 1105786"/>
                <a:gd name="connsiteX7-79" fmla="*/ 42530 w 2274966"/>
                <a:gd name="connsiteY7-80" fmla="*/ 227029 h 1105786"/>
                <a:gd name="connsiteX0-81" fmla="*/ 60394 w 2292830"/>
                <a:gd name="connsiteY0-82" fmla="*/ 227029 h 1105786"/>
                <a:gd name="connsiteX1-83" fmla="*/ 1591673 w 2292830"/>
                <a:gd name="connsiteY1-84" fmla="*/ 227029 h 1105786"/>
                <a:gd name="connsiteX2-85" fmla="*/ 1591673 w 2292830"/>
                <a:gd name="connsiteY2-86" fmla="*/ 0 h 1105786"/>
                <a:gd name="connsiteX3-87" fmla="*/ 2292830 w 2292830"/>
                <a:gd name="connsiteY3-88" fmla="*/ 552893 h 1105786"/>
                <a:gd name="connsiteX4-89" fmla="*/ 1591673 w 2292830"/>
                <a:gd name="connsiteY4-90" fmla="*/ 1105786 h 1105786"/>
                <a:gd name="connsiteX5-91" fmla="*/ 1591673 w 2292830"/>
                <a:gd name="connsiteY5-92" fmla="*/ 878757 h 1105786"/>
                <a:gd name="connsiteX6-93" fmla="*/ 60394 w 2292830"/>
                <a:gd name="connsiteY6-94" fmla="*/ 878757 h 1105786"/>
                <a:gd name="connsiteX7-95" fmla="*/ 60394 w 2292830"/>
                <a:gd name="connsiteY7-96" fmla="*/ 227029 h 1105786"/>
                <a:gd name="connsiteX0-97" fmla="*/ 60394 w 2292830"/>
                <a:gd name="connsiteY0-98" fmla="*/ 227029 h 1105786"/>
                <a:gd name="connsiteX1-99" fmla="*/ 1591673 w 2292830"/>
                <a:gd name="connsiteY1-100" fmla="*/ 227029 h 1105786"/>
                <a:gd name="connsiteX2-101" fmla="*/ 1591673 w 2292830"/>
                <a:gd name="connsiteY2-102" fmla="*/ 0 h 1105786"/>
                <a:gd name="connsiteX3-103" fmla="*/ 2292830 w 2292830"/>
                <a:gd name="connsiteY3-104" fmla="*/ 552893 h 1105786"/>
                <a:gd name="connsiteX4-105" fmla="*/ 1591673 w 2292830"/>
                <a:gd name="connsiteY4-106" fmla="*/ 1105786 h 1105786"/>
                <a:gd name="connsiteX5-107" fmla="*/ 1591673 w 2292830"/>
                <a:gd name="connsiteY5-108" fmla="*/ 878757 h 1105786"/>
                <a:gd name="connsiteX6-109" fmla="*/ 60394 w 2292830"/>
                <a:gd name="connsiteY6-110" fmla="*/ 878757 h 1105786"/>
                <a:gd name="connsiteX7-111" fmla="*/ 60394 w 2292830"/>
                <a:gd name="connsiteY7-112" fmla="*/ 227029 h 1105786"/>
                <a:gd name="connsiteX0-113" fmla="*/ 60394 w 2292830"/>
                <a:gd name="connsiteY0-114" fmla="*/ 227029 h 1105786"/>
                <a:gd name="connsiteX1-115" fmla="*/ 1591673 w 2292830"/>
                <a:gd name="connsiteY1-116" fmla="*/ 227029 h 1105786"/>
                <a:gd name="connsiteX2-117" fmla="*/ 1591673 w 2292830"/>
                <a:gd name="connsiteY2-118" fmla="*/ 0 h 1105786"/>
                <a:gd name="connsiteX3-119" fmla="*/ 2292830 w 2292830"/>
                <a:gd name="connsiteY3-120" fmla="*/ 552893 h 1105786"/>
                <a:gd name="connsiteX4-121" fmla="*/ 1591673 w 2292830"/>
                <a:gd name="connsiteY4-122" fmla="*/ 1105786 h 1105786"/>
                <a:gd name="connsiteX5-123" fmla="*/ 1591673 w 2292830"/>
                <a:gd name="connsiteY5-124" fmla="*/ 878757 h 1105786"/>
                <a:gd name="connsiteX6-125" fmla="*/ 60394 w 2292830"/>
                <a:gd name="connsiteY6-126" fmla="*/ 878757 h 1105786"/>
                <a:gd name="connsiteX7-127" fmla="*/ 60394 w 2292830"/>
                <a:gd name="connsiteY7-128" fmla="*/ 227029 h 11057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292830" h="1105786">
                  <a:moveTo>
                    <a:pt x="60394" y="227029"/>
                  </a:moveTo>
                  <a:cubicBezTo>
                    <a:pt x="592085" y="88806"/>
                    <a:pt x="1006819" y="407782"/>
                    <a:pt x="1591673" y="227029"/>
                  </a:cubicBezTo>
                  <a:lnTo>
                    <a:pt x="1591673" y="0"/>
                  </a:lnTo>
                  <a:cubicBezTo>
                    <a:pt x="1867922" y="354419"/>
                    <a:pt x="2059111" y="368595"/>
                    <a:pt x="2292830" y="552893"/>
                  </a:cubicBezTo>
                  <a:cubicBezTo>
                    <a:pt x="2059111" y="737191"/>
                    <a:pt x="1761597" y="878958"/>
                    <a:pt x="1591673" y="1105786"/>
                  </a:cubicBezTo>
                  <a:lnTo>
                    <a:pt x="1591673" y="878757"/>
                  </a:lnTo>
                  <a:cubicBezTo>
                    <a:pt x="1113145" y="666106"/>
                    <a:pt x="538922" y="1038246"/>
                    <a:pt x="60394" y="878757"/>
                  </a:cubicBezTo>
                  <a:cubicBezTo>
                    <a:pt x="-35299" y="640249"/>
                    <a:pt x="-3402" y="444272"/>
                    <a:pt x="60394" y="227029"/>
                  </a:cubicBezTo>
                  <a:close/>
                </a:path>
              </a:pathLst>
            </a:custGeom>
            <a:solidFill>
              <a:srgbClr val="112F70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 sz="975" dirty="0">
                <a:cs typeface="+mn-ea"/>
                <a:sym typeface="+mn-lt"/>
              </a:endParaRPr>
            </a:p>
          </p:txBody>
        </p:sp>
        <p:grpSp>
          <p:nvGrpSpPr>
            <p:cNvPr id="9" name="组合 8"/>
            <p:cNvGrpSpPr>
              <a:grpSpLocks noChangeAspect="1"/>
            </p:cNvGrpSpPr>
            <p:nvPr/>
          </p:nvGrpSpPr>
          <p:grpSpPr>
            <a:xfrm>
              <a:off x="7138216" y="4099906"/>
              <a:ext cx="326364" cy="351224"/>
              <a:chOff x="7005429" y="4859473"/>
              <a:chExt cx="466184" cy="501686"/>
            </a:xfrm>
            <a:solidFill>
              <a:srgbClr val="FFFFFF"/>
            </a:solidFill>
            <a:effectLst/>
          </p:grpSpPr>
          <p:sp>
            <p:nvSpPr>
              <p:cNvPr id="10" name="Freeform 154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7146499" y="5285485"/>
                <a:ext cx="50449" cy="46712"/>
              </a:xfrm>
              <a:custGeom>
                <a:avLst/>
                <a:gdLst>
                  <a:gd name="T0" fmla="*/ 16 w 23"/>
                  <a:gd name="T1" fmla="*/ 0 h 21"/>
                  <a:gd name="T2" fmla="*/ 16 w 23"/>
                  <a:gd name="T3" fmla="*/ 4 h 21"/>
                  <a:gd name="T4" fmla="*/ 19 w 23"/>
                  <a:gd name="T5" fmla="*/ 11 h 21"/>
                  <a:gd name="T6" fmla="*/ 10 w 23"/>
                  <a:gd name="T7" fmla="*/ 17 h 21"/>
                  <a:gd name="T8" fmla="*/ 4 w 23"/>
                  <a:gd name="T9" fmla="*/ 9 h 21"/>
                  <a:gd name="T10" fmla="*/ 6 w 23"/>
                  <a:gd name="T11" fmla="*/ 5 h 21"/>
                  <a:gd name="T12" fmla="*/ 6 w 23"/>
                  <a:gd name="T13" fmla="*/ 0 h 21"/>
                  <a:gd name="T14" fmla="*/ 0 w 23"/>
                  <a:gd name="T15" fmla="*/ 10 h 21"/>
                  <a:gd name="T16" fmla="*/ 11 w 23"/>
                  <a:gd name="T17" fmla="*/ 21 h 21"/>
                  <a:gd name="T18" fmla="*/ 23 w 23"/>
                  <a:gd name="T19" fmla="*/ 10 h 21"/>
                  <a:gd name="T20" fmla="*/ 16 w 23"/>
                  <a:gd name="T21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" h="21">
                    <a:moveTo>
                      <a:pt x="16" y="0"/>
                    </a:moveTo>
                    <a:cubicBezTo>
                      <a:pt x="16" y="4"/>
                      <a:pt x="16" y="4"/>
                      <a:pt x="16" y="4"/>
                    </a:cubicBezTo>
                    <a:cubicBezTo>
                      <a:pt x="18" y="5"/>
                      <a:pt x="19" y="8"/>
                      <a:pt x="19" y="11"/>
                    </a:cubicBezTo>
                    <a:cubicBezTo>
                      <a:pt x="18" y="15"/>
                      <a:pt x="15" y="18"/>
                      <a:pt x="10" y="17"/>
                    </a:cubicBezTo>
                    <a:cubicBezTo>
                      <a:pt x="6" y="17"/>
                      <a:pt x="3" y="13"/>
                      <a:pt x="4" y="9"/>
                    </a:cubicBezTo>
                    <a:cubicBezTo>
                      <a:pt x="4" y="7"/>
                      <a:pt x="5" y="6"/>
                      <a:pt x="6" y="5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2"/>
                      <a:pt x="0" y="6"/>
                      <a:pt x="0" y="10"/>
                    </a:cubicBezTo>
                    <a:cubicBezTo>
                      <a:pt x="0" y="16"/>
                      <a:pt x="5" y="21"/>
                      <a:pt x="11" y="21"/>
                    </a:cubicBezTo>
                    <a:cubicBezTo>
                      <a:pt x="18" y="21"/>
                      <a:pt x="23" y="16"/>
                      <a:pt x="23" y="10"/>
                    </a:cubicBezTo>
                    <a:cubicBezTo>
                      <a:pt x="23" y="5"/>
                      <a:pt x="20" y="1"/>
                      <a:pt x="1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7204" tIns="33602" rIns="67204" bIns="33602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975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Rectangle 155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7166118" y="5278945"/>
                <a:ext cx="9342" cy="3269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7204" tIns="33602" rIns="67204" bIns="33602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975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Freeform 156"/>
              <p:cNvSpPr>
                <a:spLocks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044667" y="4940751"/>
                <a:ext cx="260652" cy="260652"/>
              </a:xfrm>
              <a:custGeom>
                <a:avLst/>
                <a:gdLst>
                  <a:gd name="T0" fmla="*/ 24 w 118"/>
                  <a:gd name="T1" fmla="*/ 19 h 118"/>
                  <a:gd name="T2" fmla="*/ 19 w 118"/>
                  <a:gd name="T3" fmla="*/ 94 h 118"/>
                  <a:gd name="T4" fmla="*/ 94 w 118"/>
                  <a:gd name="T5" fmla="*/ 99 h 118"/>
                  <a:gd name="T6" fmla="*/ 99 w 118"/>
                  <a:gd name="T7" fmla="*/ 24 h 118"/>
                  <a:gd name="T8" fmla="*/ 24 w 118"/>
                  <a:gd name="T9" fmla="*/ 19 h 118"/>
                  <a:gd name="T10" fmla="*/ 64 w 118"/>
                  <a:gd name="T11" fmla="*/ 84 h 118"/>
                  <a:gd name="T12" fmla="*/ 64 w 118"/>
                  <a:gd name="T13" fmla="*/ 93 h 118"/>
                  <a:gd name="T14" fmla="*/ 56 w 118"/>
                  <a:gd name="T15" fmla="*/ 93 h 118"/>
                  <a:gd name="T16" fmla="*/ 56 w 118"/>
                  <a:gd name="T17" fmla="*/ 85 h 118"/>
                  <a:gd name="T18" fmla="*/ 41 w 118"/>
                  <a:gd name="T19" fmla="*/ 81 h 118"/>
                  <a:gd name="T20" fmla="*/ 43 w 118"/>
                  <a:gd name="T21" fmla="*/ 71 h 118"/>
                  <a:gd name="T22" fmla="*/ 58 w 118"/>
                  <a:gd name="T23" fmla="*/ 75 h 118"/>
                  <a:gd name="T24" fmla="*/ 66 w 118"/>
                  <a:gd name="T25" fmla="*/ 70 h 118"/>
                  <a:gd name="T26" fmla="*/ 57 w 118"/>
                  <a:gd name="T27" fmla="*/ 62 h 118"/>
                  <a:gd name="T28" fmla="*/ 41 w 118"/>
                  <a:gd name="T29" fmla="*/ 46 h 118"/>
                  <a:gd name="T30" fmla="*/ 56 w 118"/>
                  <a:gd name="T31" fmla="*/ 31 h 118"/>
                  <a:gd name="T32" fmla="*/ 56 w 118"/>
                  <a:gd name="T33" fmla="*/ 23 h 118"/>
                  <a:gd name="T34" fmla="*/ 64 w 118"/>
                  <a:gd name="T35" fmla="*/ 23 h 118"/>
                  <a:gd name="T36" fmla="*/ 64 w 118"/>
                  <a:gd name="T37" fmla="*/ 30 h 118"/>
                  <a:gd name="T38" fmla="*/ 77 w 118"/>
                  <a:gd name="T39" fmla="*/ 33 h 118"/>
                  <a:gd name="T40" fmla="*/ 74 w 118"/>
                  <a:gd name="T41" fmla="*/ 43 h 118"/>
                  <a:gd name="T42" fmla="*/ 62 w 118"/>
                  <a:gd name="T43" fmla="*/ 40 h 118"/>
                  <a:gd name="T44" fmla="*/ 55 w 118"/>
                  <a:gd name="T45" fmla="*/ 45 h 118"/>
                  <a:gd name="T46" fmla="*/ 65 w 118"/>
                  <a:gd name="T47" fmla="*/ 52 h 118"/>
                  <a:gd name="T48" fmla="*/ 79 w 118"/>
                  <a:gd name="T49" fmla="*/ 69 h 118"/>
                  <a:gd name="T50" fmla="*/ 64 w 118"/>
                  <a:gd name="T51" fmla="*/ 84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8" h="118">
                    <a:moveTo>
                      <a:pt x="24" y="19"/>
                    </a:moveTo>
                    <a:cubicBezTo>
                      <a:pt x="2" y="39"/>
                      <a:pt x="0" y="72"/>
                      <a:pt x="19" y="94"/>
                    </a:cubicBezTo>
                    <a:cubicBezTo>
                      <a:pt x="38" y="116"/>
                      <a:pt x="72" y="118"/>
                      <a:pt x="94" y="99"/>
                    </a:cubicBezTo>
                    <a:cubicBezTo>
                      <a:pt x="115" y="79"/>
                      <a:pt x="118" y="46"/>
                      <a:pt x="99" y="24"/>
                    </a:cubicBezTo>
                    <a:cubicBezTo>
                      <a:pt x="79" y="2"/>
                      <a:pt x="46" y="0"/>
                      <a:pt x="24" y="19"/>
                    </a:cubicBezTo>
                    <a:close/>
                    <a:moveTo>
                      <a:pt x="64" y="84"/>
                    </a:moveTo>
                    <a:cubicBezTo>
                      <a:pt x="64" y="93"/>
                      <a:pt x="64" y="93"/>
                      <a:pt x="64" y="93"/>
                    </a:cubicBezTo>
                    <a:cubicBezTo>
                      <a:pt x="56" y="93"/>
                      <a:pt x="56" y="93"/>
                      <a:pt x="56" y="93"/>
                    </a:cubicBezTo>
                    <a:cubicBezTo>
                      <a:pt x="56" y="85"/>
                      <a:pt x="56" y="85"/>
                      <a:pt x="56" y="85"/>
                    </a:cubicBezTo>
                    <a:cubicBezTo>
                      <a:pt x="50" y="85"/>
                      <a:pt x="44" y="83"/>
                      <a:pt x="41" y="8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7" y="73"/>
                      <a:pt x="52" y="75"/>
                      <a:pt x="58" y="75"/>
                    </a:cubicBezTo>
                    <a:cubicBezTo>
                      <a:pt x="63" y="75"/>
                      <a:pt x="66" y="73"/>
                      <a:pt x="66" y="70"/>
                    </a:cubicBezTo>
                    <a:cubicBezTo>
                      <a:pt x="66" y="66"/>
                      <a:pt x="63" y="64"/>
                      <a:pt x="57" y="62"/>
                    </a:cubicBezTo>
                    <a:cubicBezTo>
                      <a:pt x="48" y="59"/>
                      <a:pt x="41" y="55"/>
                      <a:pt x="41" y="46"/>
                    </a:cubicBezTo>
                    <a:cubicBezTo>
                      <a:pt x="41" y="39"/>
                      <a:pt x="47" y="33"/>
                      <a:pt x="56" y="31"/>
                    </a:cubicBezTo>
                    <a:cubicBezTo>
                      <a:pt x="56" y="23"/>
                      <a:pt x="56" y="23"/>
                      <a:pt x="56" y="23"/>
                    </a:cubicBezTo>
                    <a:cubicBezTo>
                      <a:pt x="64" y="23"/>
                      <a:pt x="64" y="23"/>
                      <a:pt x="64" y="23"/>
                    </a:cubicBezTo>
                    <a:cubicBezTo>
                      <a:pt x="64" y="30"/>
                      <a:pt x="64" y="30"/>
                      <a:pt x="64" y="30"/>
                    </a:cubicBezTo>
                    <a:cubicBezTo>
                      <a:pt x="70" y="30"/>
                      <a:pt x="74" y="32"/>
                      <a:pt x="77" y="33"/>
                    </a:cubicBezTo>
                    <a:cubicBezTo>
                      <a:pt x="74" y="43"/>
                      <a:pt x="74" y="43"/>
                      <a:pt x="74" y="43"/>
                    </a:cubicBezTo>
                    <a:cubicBezTo>
                      <a:pt x="72" y="42"/>
                      <a:pt x="68" y="40"/>
                      <a:pt x="62" y="40"/>
                    </a:cubicBezTo>
                    <a:cubicBezTo>
                      <a:pt x="56" y="40"/>
                      <a:pt x="55" y="42"/>
                      <a:pt x="55" y="45"/>
                    </a:cubicBezTo>
                    <a:cubicBezTo>
                      <a:pt x="55" y="48"/>
                      <a:pt x="58" y="50"/>
                      <a:pt x="65" y="52"/>
                    </a:cubicBezTo>
                    <a:cubicBezTo>
                      <a:pt x="75" y="56"/>
                      <a:pt x="79" y="61"/>
                      <a:pt x="79" y="69"/>
                    </a:cubicBezTo>
                    <a:cubicBezTo>
                      <a:pt x="79" y="76"/>
                      <a:pt x="74" y="83"/>
                      <a:pt x="64" y="8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7204" tIns="33602" rIns="67204" bIns="33602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975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Freeform 157"/>
              <p:cNvSpPr>
                <a:spLocks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7005429" y="4859473"/>
                <a:ext cx="338194" cy="501686"/>
              </a:xfrm>
              <a:custGeom>
                <a:avLst/>
                <a:gdLst>
                  <a:gd name="T0" fmla="*/ 138 w 153"/>
                  <a:gd name="T1" fmla="*/ 177 h 227"/>
                  <a:gd name="T2" fmla="*/ 16 w 153"/>
                  <a:gd name="T3" fmla="*/ 177 h 227"/>
                  <a:gd name="T4" fmla="*/ 16 w 153"/>
                  <a:gd name="T5" fmla="*/ 16 h 227"/>
                  <a:gd name="T6" fmla="*/ 138 w 153"/>
                  <a:gd name="T7" fmla="*/ 16 h 227"/>
                  <a:gd name="T8" fmla="*/ 138 w 153"/>
                  <a:gd name="T9" fmla="*/ 103 h 227"/>
                  <a:gd name="T10" fmla="*/ 139 w 153"/>
                  <a:gd name="T11" fmla="*/ 102 h 227"/>
                  <a:gd name="T12" fmla="*/ 153 w 153"/>
                  <a:gd name="T13" fmla="*/ 94 h 227"/>
                  <a:gd name="T14" fmla="*/ 153 w 153"/>
                  <a:gd name="T15" fmla="*/ 13 h 227"/>
                  <a:gd name="T16" fmla="*/ 141 w 153"/>
                  <a:gd name="T17" fmla="*/ 0 h 227"/>
                  <a:gd name="T18" fmla="*/ 12 w 153"/>
                  <a:gd name="T19" fmla="*/ 0 h 227"/>
                  <a:gd name="T20" fmla="*/ 0 w 153"/>
                  <a:gd name="T21" fmla="*/ 13 h 227"/>
                  <a:gd name="T22" fmla="*/ 0 w 153"/>
                  <a:gd name="T23" fmla="*/ 215 h 227"/>
                  <a:gd name="T24" fmla="*/ 12 w 153"/>
                  <a:gd name="T25" fmla="*/ 227 h 227"/>
                  <a:gd name="T26" fmla="*/ 141 w 153"/>
                  <a:gd name="T27" fmla="*/ 227 h 227"/>
                  <a:gd name="T28" fmla="*/ 153 w 153"/>
                  <a:gd name="T29" fmla="*/ 215 h 227"/>
                  <a:gd name="T30" fmla="*/ 153 w 153"/>
                  <a:gd name="T31" fmla="*/ 176 h 227"/>
                  <a:gd name="T32" fmla="*/ 138 w 153"/>
                  <a:gd name="T33" fmla="*/ 166 h 227"/>
                  <a:gd name="T34" fmla="*/ 138 w 153"/>
                  <a:gd name="T35" fmla="*/ 177 h 227"/>
                  <a:gd name="T36" fmla="*/ 75 w 153"/>
                  <a:gd name="T37" fmla="*/ 221 h 227"/>
                  <a:gd name="T38" fmla="*/ 56 w 153"/>
                  <a:gd name="T39" fmla="*/ 201 h 227"/>
                  <a:gd name="T40" fmla="*/ 75 w 153"/>
                  <a:gd name="T41" fmla="*/ 182 h 227"/>
                  <a:gd name="T42" fmla="*/ 95 w 153"/>
                  <a:gd name="T43" fmla="*/ 201 h 227"/>
                  <a:gd name="T44" fmla="*/ 75 w 153"/>
                  <a:gd name="T45" fmla="*/ 221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53" h="227">
                    <a:moveTo>
                      <a:pt x="138" y="177"/>
                    </a:moveTo>
                    <a:cubicBezTo>
                      <a:pt x="16" y="177"/>
                      <a:pt x="16" y="177"/>
                      <a:pt x="16" y="17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03"/>
                      <a:pt x="138" y="103"/>
                      <a:pt x="138" y="103"/>
                    </a:cubicBezTo>
                    <a:cubicBezTo>
                      <a:pt x="138" y="103"/>
                      <a:pt x="139" y="102"/>
                      <a:pt x="139" y="102"/>
                    </a:cubicBezTo>
                    <a:cubicBezTo>
                      <a:pt x="144" y="98"/>
                      <a:pt x="148" y="95"/>
                      <a:pt x="153" y="94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3" y="6"/>
                      <a:pt x="148" y="0"/>
                      <a:pt x="141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6" y="227"/>
                      <a:pt x="12" y="227"/>
                    </a:cubicBezTo>
                    <a:cubicBezTo>
                      <a:pt x="141" y="227"/>
                      <a:pt x="141" y="227"/>
                      <a:pt x="141" y="227"/>
                    </a:cubicBezTo>
                    <a:cubicBezTo>
                      <a:pt x="148" y="227"/>
                      <a:pt x="153" y="222"/>
                      <a:pt x="153" y="215"/>
                    </a:cubicBezTo>
                    <a:cubicBezTo>
                      <a:pt x="153" y="176"/>
                      <a:pt x="153" y="176"/>
                      <a:pt x="153" y="176"/>
                    </a:cubicBezTo>
                    <a:cubicBezTo>
                      <a:pt x="148" y="174"/>
                      <a:pt x="142" y="170"/>
                      <a:pt x="138" y="166"/>
                    </a:cubicBezTo>
                    <a:lnTo>
                      <a:pt x="138" y="177"/>
                    </a:lnTo>
                    <a:close/>
                    <a:moveTo>
                      <a:pt x="75" y="221"/>
                    </a:moveTo>
                    <a:cubicBezTo>
                      <a:pt x="65" y="221"/>
                      <a:pt x="56" y="212"/>
                      <a:pt x="56" y="201"/>
                    </a:cubicBezTo>
                    <a:cubicBezTo>
                      <a:pt x="56" y="191"/>
                      <a:pt x="65" y="182"/>
                      <a:pt x="75" y="182"/>
                    </a:cubicBezTo>
                    <a:cubicBezTo>
                      <a:pt x="86" y="182"/>
                      <a:pt x="95" y="191"/>
                      <a:pt x="95" y="201"/>
                    </a:cubicBezTo>
                    <a:cubicBezTo>
                      <a:pt x="95" y="212"/>
                      <a:pt x="86" y="221"/>
                      <a:pt x="75" y="2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7204" tIns="33602" rIns="67204" bIns="33602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975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Freeform 158"/>
              <p:cNvSpPr>
                <a:spLocks noEditPoint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7281029" y="5062202"/>
                <a:ext cx="190584" cy="190584"/>
              </a:xfrm>
              <a:custGeom>
                <a:avLst/>
                <a:gdLst>
                  <a:gd name="T0" fmla="*/ 72 w 86"/>
                  <a:gd name="T1" fmla="*/ 17 h 86"/>
                  <a:gd name="T2" fmla="*/ 18 w 86"/>
                  <a:gd name="T3" fmla="*/ 14 h 86"/>
                  <a:gd name="T4" fmla="*/ 14 w 86"/>
                  <a:gd name="T5" fmla="*/ 68 h 86"/>
                  <a:gd name="T6" fmla="*/ 69 w 86"/>
                  <a:gd name="T7" fmla="*/ 72 h 86"/>
                  <a:gd name="T8" fmla="*/ 72 w 86"/>
                  <a:gd name="T9" fmla="*/ 17 h 86"/>
                  <a:gd name="T10" fmla="*/ 46 w 86"/>
                  <a:gd name="T11" fmla="*/ 63 h 86"/>
                  <a:gd name="T12" fmla="*/ 46 w 86"/>
                  <a:gd name="T13" fmla="*/ 70 h 86"/>
                  <a:gd name="T14" fmla="*/ 40 w 86"/>
                  <a:gd name="T15" fmla="*/ 70 h 86"/>
                  <a:gd name="T16" fmla="*/ 40 w 86"/>
                  <a:gd name="T17" fmla="*/ 64 h 86"/>
                  <a:gd name="T18" fmla="*/ 28 w 86"/>
                  <a:gd name="T19" fmla="*/ 61 h 86"/>
                  <a:gd name="T20" fmla="*/ 30 w 86"/>
                  <a:gd name="T21" fmla="*/ 53 h 86"/>
                  <a:gd name="T22" fmla="*/ 41 w 86"/>
                  <a:gd name="T23" fmla="*/ 56 h 86"/>
                  <a:gd name="T24" fmla="*/ 48 w 86"/>
                  <a:gd name="T25" fmla="*/ 52 h 86"/>
                  <a:gd name="T26" fmla="*/ 41 w 86"/>
                  <a:gd name="T27" fmla="*/ 46 h 86"/>
                  <a:gd name="T28" fmla="*/ 29 w 86"/>
                  <a:gd name="T29" fmla="*/ 34 h 86"/>
                  <a:gd name="T30" fmla="*/ 40 w 86"/>
                  <a:gd name="T31" fmla="*/ 22 h 86"/>
                  <a:gd name="T32" fmla="*/ 40 w 86"/>
                  <a:gd name="T33" fmla="*/ 15 h 86"/>
                  <a:gd name="T34" fmla="*/ 47 w 86"/>
                  <a:gd name="T35" fmla="*/ 15 h 86"/>
                  <a:gd name="T36" fmla="*/ 47 w 86"/>
                  <a:gd name="T37" fmla="*/ 21 h 86"/>
                  <a:gd name="T38" fmla="*/ 56 w 86"/>
                  <a:gd name="T39" fmla="*/ 23 h 86"/>
                  <a:gd name="T40" fmla="*/ 54 w 86"/>
                  <a:gd name="T41" fmla="*/ 31 h 86"/>
                  <a:gd name="T42" fmla="*/ 45 w 86"/>
                  <a:gd name="T43" fmla="*/ 29 h 86"/>
                  <a:gd name="T44" fmla="*/ 39 w 86"/>
                  <a:gd name="T45" fmla="*/ 32 h 86"/>
                  <a:gd name="T46" fmla="*/ 47 w 86"/>
                  <a:gd name="T47" fmla="*/ 38 h 86"/>
                  <a:gd name="T48" fmla="*/ 58 w 86"/>
                  <a:gd name="T49" fmla="*/ 51 h 86"/>
                  <a:gd name="T50" fmla="*/ 46 w 86"/>
                  <a:gd name="T51" fmla="*/ 63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6" h="86">
                    <a:moveTo>
                      <a:pt x="72" y="17"/>
                    </a:moveTo>
                    <a:cubicBezTo>
                      <a:pt x="58" y="1"/>
                      <a:pt x="34" y="0"/>
                      <a:pt x="18" y="14"/>
                    </a:cubicBezTo>
                    <a:cubicBezTo>
                      <a:pt x="2" y="28"/>
                      <a:pt x="0" y="52"/>
                      <a:pt x="14" y="68"/>
                    </a:cubicBezTo>
                    <a:cubicBezTo>
                      <a:pt x="28" y="84"/>
                      <a:pt x="53" y="86"/>
                      <a:pt x="69" y="72"/>
                    </a:cubicBezTo>
                    <a:cubicBezTo>
                      <a:pt x="85" y="58"/>
                      <a:pt x="86" y="33"/>
                      <a:pt x="72" y="17"/>
                    </a:cubicBezTo>
                    <a:close/>
                    <a:moveTo>
                      <a:pt x="46" y="63"/>
                    </a:moveTo>
                    <a:cubicBezTo>
                      <a:pt x="46" y="70"/>
                      <a:pt x="46" y="70"/>
                      <a:pt x="46" y="70"/>
                    </a:cubicBezTo>
                    <a:cubicBezTo>
                      <a:pt x="40" y="70"/>
                      <a:pt x="40" y="70"/>
                      <a:pt x="40" y="70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35" y="64"/>
                      <a:pt x="31" y="62"/>
                      <a:pt x="28" y="61"/>
                    </a:cubicBezTo>
                    <a:cubicBezTo>
                      <a:pt x="30" y="53"/>
                      <a:pt x="30" y="53"/>
                      <a:pt x="30" y="53"/>
                    </a:cubicBezTo>
                    <a:cubicBezTo>
                      <a:pt x="33" y="55"/>
                      <a:pt x="37" y="56"/>
                      <a:pt x="41" y="56"/>
                    </a:cubicBezTo>
                    <a:cubicBezTo>
                      <a:pt x="45" y="56"/>
                      <a:pt x="48" y="54"/>
                      <a:pt x="48" y="52"/>
                    </a:cubicBezTo>
                    <a:cubicBezTo>
                      <a:pt x="48" y="49"/>
                      <a:pt x="46" y="48"/>
                      <a:pt x="41" y="46"/>
                    </a:cubicBezTo>
                    <a:cubicBezTo>
                      <a:pt x="34" y="44"/>
                      <a:pt x="29" y="40"/>
                      <a:pt x="29" y="34"/>
                    </a:cubicBezTo>
                    <a:cubicBezTo>
                      <a:pt x="29" y="28"/>
                      <a:pt x="33" y="23"/>
                      <a:pt x="40" y="22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51" y="21"/>
                      <a:pt x="54" y="22"/>
                      <a:pt x="56" y="23"/>
                    </a:cubicBezTo>
                    <a:cubicBezTo>
                      <a:pt x="54" y="31"/>
                      <a:pt x="54" y="31"/>
                      <a:pt x="54" y="31"/>
                    </a:cubicBezTo>
                    <a:cubicBezTo>
                      <a:pt x="53" y="30"/>
                      <a:pt x="50" y="29"/>
                      <a:pt x="45" y="29"/>
                    </a:cubicBezTo>
                    <a:cubicBezTo>
                      <a:pt x="40" y="29"/>
                      <a:pt x="39" y="31"/>
                      <a:pt x="39" y="32"/>
                    </a:cubicBezTo>
                    <a:cubicBezTo>
                      <a:pt x="39" y="35"/>
                      <a:pt x="41" y="36"/>
                      <a:pt x="47" y="38"/>
                    </a:cubicBezTo>
                    <a:cubicBezTo>
                      <a:pt x="55" y="41"/>
                      <a:pt x="58" y="45"/>
                      <a:pt x="58" y="51"/>
                    </a:cubicBezTo>
                    <a:cubicBezTo>
                      <a:pt x="58" y="57"/>
                      <a:pt x="54" y="62"/>
                      <a:pt x="4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7204" tIns="33602" rIns="67204" bIns="33602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975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5" name="组合 14"/>
          <p:cNvGrpSpPr/>
          <p:nvPr>
            <p:custDataLst>
              <p:tags r:id="rId12"/>
            </p:custDataLst>
          </p:nvPr>
        </p:nvGrpSpPr>
        <p:grpSpPr>
          <a:xfrm>
            <a:off x="4530218" y="4199504"/>
            <a:ext cx="548676" cy="732326"/>
            <a:chOff x="2789210" y="4594444"/>
            <a:chExt cx="548676" cy="996424"/>
          </a:xfrm>
        </p:grpSpPr>
        <p:cxnSp>
          <p:nvCxnSpPr>
            <p:cNvPr id="16" name="Straight Connector 32"/>
            <p:cNvCxnSpPr/>
            <p:nvPr>
              <p:custDataLst>
                <p:tags r:id="rId13"/>
              </p:custDataLst>
            </p:nvPr>
          </p:nvCxnSpPr>
          <p:spPr>
            <a:xfrm>
              <a:off x="3337886" y="4594444"/>
              <a:ext cx="0" cy="983580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34"/>
            <p:cNvCxnSpPr/>
            <p:nvPr>
              <p:custDataLst>
                <p:tags r:id="rId14"/>
              </p:custDataLst>
            </p:nvPr>
          </p:nvCxnSpPr>
          <p:spPr>
            <a:xfrm>
              <a:off x="2789210" y="5590868"/>
              <a:ext cx="548675" cy="0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>
            <p:custDataLst>
              <p:tags r:id="rId15"/>
            </p:custDataLst>
          </p:nvPr>
        </p:nvGrpSpPr>
        <p:grpSpPr>
          <a:xfrm>
            <a:off x="6407461" y="4199504"/>
            <a:ext cx="561521" cy="732326"/>
            <a:chOff x="8993469" y="4594444"/>
            <a:chExt cx="561521" cy="996424"/>
          </a:xfrm>
        </p:grpSpPr>
        <p:cxnSp>
          <p:nvCxnSpPr>
            <p:cNvPr id="20" name="Straight Connector 35"/>
            <p:cNvCxnSpPr/>
            <p:nvPr>
              <p:custDataLst>
                <p:tags r:id="rId16"/>
              </p:custDataLst>
            </p:nvPr>
          </p:nvCxnSpPr>
          <p:spPr>
            <a:xfrm>
              <a:off x="8993469" y="4594444"/>
              <a:ext cx="0" cy="983580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36"/>
            <p:cNvCxnSpPr/>
            <p:nvPr>
              <p:custDataLst>
                <p:tags r:id="rId17"/>
              </p:custDataLst>
            </p:nvPr>
          </p:nvCxnSpPr>
          <p:spPr>
            <a:xfrm>
              <a:off x="9006315" y="5590868"/>
              <a:ext cx="548675" cy="0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>
            <p:custDataLst>
              <p:tags r:id="rId18"/>
            </p:custDataLst>
          </p:nvPr>
        </p:nvGrpSpPr>
        <p:grpSpPr>
          <a:xfrm>
            <a:off x="8195063" y="2406800"/>
            <a:ext cx="546841" cy="722886"/>
            <a:chOff x="6864826" y="2465598"/>
            <a:chExt cx="546841" cy="983580"/>
          </a:xfrm>
        </p:grpSpPr>
        <p:cxnSp>
          <p:nvCxnSpPr>
            <p:cNvPr id="23" name="Straight Connector 38"/>
            <p:cNvCxnSpPr/>
            <p:nvPr>
              <p:custDataLst>
                <p:tags r:id="rId19"/>
              </p:custDataLst>
            </p:nvPr>
          </p:nvCxnSpPr>
          <p:spPr>
            <a:xfrm>
              <a:off x="6864826" y="2465598"/>
              <a:ext cx="0" cy="983580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39"/>
            <p:cNvCxnSpPr/>
            <p:nvPr>
              <p:custDataLst>
                <p:tags r:id="rId20"/>
              </p:custDataLst>
            </p:nvPr>
          </p:nvCxnSpPr>
          <p:spPr>
            <a:xfrm>
              <a:off x="6864826" y="2465598"/>
              <a:ext cx="546841" cy="0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>
            <p:custDataLst>
              <p:tags r:id="rId21"/>
            </p:custDataLst>
          </p:nvPr>
        </p:nvGrpSpPr>
        <p:grpSpPr>
          <a:xfrm>
            <a:off x="6024221" y="2416241"/>
            <a:ext cx="548676" cy="721536"/>
            <a:chOff x="4693978" y="2478444"/>
            <a:chExt cx="548676" cy="981744"/>
          </a:xfrm>
        </p:grpSpPr>
        <p:cxnSp>
          <p:nvCxnSpPr>
            <p:cNvPr id="26" name="Straight Connector 37"/>
            <p:cNvCxnSpPr/>
            <p:nvPr>
              <p:custDataLst>
                <p:tags r:id="rId22"/>
              </p:custDataLst>
            </p:nvPr>
          </p:nvCxnSpPr>
          <p:spPr>
            <a:xfrm>
              <a:off x="5242654" y="2478444"/>
              <a:ext cx="0" cy="981744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40"/>
            <p:cNvCxnSpPr/>
            <p:nvPr>
              <p:custDataLst>
                <p:tags r:id="rId23"/>
              </p:custDataLst>
            </p:nvPr>
          </p:nvCxnSpPr>
          <p:spPr>
            <a:xfrm>
              <a:off x="4693978" y="2478444"/>
              <a:ext cx="548675" cy="0"/>
            </a:xfrm>
            <a:prstGeom prst="line">
              <a:avLst/>
            </a:prstGeom>
            <a:ln>
              <a:solidFill>
                <a:srgbClr val="112F70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/>
          <p:cNvGrpSpPr/>
          <p:nvPr>
            <p:custDataLst>
              <p:tags r:id="rId24"/>
            </p:custDataLst>
          </p:nvPr>
        </p:nvGrpSpPr>
        <p:grpSpPr>
          <a:xfrm>
            <a:off x="4325595" y="3296920"/>
            <a:ext cx="1947475" cy="938673"/>
            <a:chOff x="4075570" y="3676722"/>
            <a:chExt cx="2649793" cy="1277186"/>
          </a:xfrm>
        </p:grpSpPr>
        <p:sp>
          <p:nvSpPr>
            <p:cNvPr id="29" name="Right Arrow 8"/>
            <p:cNvSpPr/>
            <p:nvPr>
              <p:custDataLst>
                <p:tags r:id="rId25"/>
              </p:custDataLst>
            </p:nvPr>
          </p:nvSpPr>
          <p:spPr>
            <a:xfrm>
              <a:off x="4075570" y="3676722"/>
              <a:ext cx="2649793" cy="1277186"/>
            </a:xfrm>
            <a:custGeom>
              <a:avLst/>
              <a:gdLst>
                <a:gd name="connsiteX0" fmla="*/ 0 w 2232436"/>
                <a:gd name="connsiteY0" fmla="*/ 227029 h 1105786"/>
                <a:gd name="connsiteX1" fmla="*/ 1531279 w 2232436"/>
                <a:gd name="connsiteY1" fmla="*/ 227029 h 1105786"/>
                <a:gd name="connsiteX2" fmla="*/ 1531279 w 2232436"/>
                <a:gd name="connsiteY2" fmla="*/ 0 h 1105786"/>
                <a:gd name="connsiteX3" fmla="*/ 2232436 w 2232436"/>
                <a:gd name="connsiteY3" fmla="*/ 552893 h 1105786"/>
                <a:gd name="connsiteX4" fmla="*/ 1531279 w 2232436"/>
                <a:gd name="connsiteY4" fmla="*/ 1105786 h 1105786"/>
                <a:gd name="connsiteX5" fmla="*/ 1531279 w 2232436"/>
                <a:gd name="connsiteY5" fmla="*/ 878757 h 1105786"/>
                <a:gd name="connsiteX6" fmla="*/ 0 w 2232436"/>
                <a:gd name="connsiteY6" fmla="*/ 878757 h 1105786"/>
                <a:gd name="connsiteX7" fmla="*/ 0 w 2232436"/>
                <a:gd name="connsiteY7" fmla="*/ 227029 h 1105786"/>
                <a:gd name="connsiteX0-1" fmla="*/ 0 w 2232436"/>
                <a:gd name="connsiteY0-2" fmla="*/ 227029 h 1105786"/>
                <a:gd name="connsiteX1-3" fmla="*/ 1531279 w 2232436"/>
                <a:gd name="connsiteY1-4" fmla="*/ 227029 h 1105786"/>
                <a:gd name="connsiteX2-5" fmla="*/ 1531279 w 2232436"/>
                <a:gd name="connsiteY2-6" fmla="*/ 0 h 1105786"/>
                <a:gd name="connsiteX3-7" fmla="*/ 2232436 w 2232436"/>
                <a:gd name="connsiteY3-8" fmla="*/ 552893 h 1105786"/>
                <a:gd name="connsiteX4-9" fmla="*/ 1531279 w 2232436"/>
                <a:gd name="connsiteY4-10" fmla="*/ 1105786 h 1105786"/>
                <a:gd name="connsiteX5-11" fmla="*/ 1531279 w 2232436"/>
                <a:gd name="connsiteY5-12" fmla="*/ 878757 h 1105786"/>
                <a:gd name="connsiteX6-13" fmla="*/ 0 w 2232436"/>
                <a:gd name="connsiteY6-14" fmla="*/ 878757 h 1105786"/>
                <a:gd name="connsiteX7-15" fmla="*/ 0 w 2232436"/>
                <a:gd name="connsiteY7-16" fmla="*/ 227029 h 1105786"/>
                <a:gd name="connsiteX0-17" fmla="*/ 0 w 2232436"/>
                <a:gd name="connsiteY0-18" fmla="*/ 227029 h 1105786"/>
                <a:gd name="connsiteX1-19" fmla="*/ 1531279 w 2232436"/>
                <a:gd name="connsiteY1-20" fmla="*/ 227029 h 1105786"/>
                <a:gd name="connsiteX2-21" fmla="*/ 1531279 w 2232436"/>
                <a:gd name="connsiteY2-22" fmla="*/ 0 h 1105786"/>
                <a:gd name="connsiteX3-23" fmla="*/ 2232436 w 2232436"/>
                <a:gd name="connsiteY3-24" fmla="*/ 552893 h 1105786"/>
                <a:gd name="connsiteX4-25" fmla="*/ 1531279 w 2232436"/>
                <a:gd name="connsiteY4-26" fmla="*/ 1105786 h 1105786"/>
                <a:gd name="connsiteX5-27" fmla="*/ 1531279 w 2232436"/>
                <a:gd name="connsiteY5-28" fmla="*/ 878757 h 1105786"/>
                <a:gd name="connsiteX6-29" fmla="*/ 0 w 2232436"/>
                <a:gd name="connsiteY6-30" fmla="*/ 878757 h 1105786"/>
                <a:gd name="connsiteX7-31" fmla="*/ 0 w 2232436"/>
                <a:gd name="connsiteY7-32" fmla="*/ 227029 h 1105786"/>
                <a:gd name="connsiteX0-33" fmla="*/ 0 w 2232436"/>
                <a:gd name="connsiteY0-34" fmla="*/ 227029 h 1105786"/>
                <a:gd name="connsiteX1-35" fmla="*/ 1531279 w 2232436"/>
                <a:gd name="connsiteY1-36" fmla="*/ 227029 h 1105786"/>
                <a:gd name="connsiteX2-37" fmla="*/ 1531279 w 2232436"/>
                <a:gd name="connsiteY2-38" fmla="*/ 0 h 1105786"/>
                <a:gd name="connsiteX3-39" fmla="*/ 2232436 w 2232436"/>
                <a:gd name="connsiteY3-40" fmla="*/ 552893 h 1105786"/>
                <a:gd name="connsiteX4-41" fmla="*/ 1531279 w 2232436"/>
                <a:gd name="connsiteY4-42" fmla="*/ 1105786 h 1105786"/>
                <a:gd name="connsiteX5-43" fmla="*/ 1531279 w 2232436"/>
                <a:gd name="connsiteY5-44" fmla="*/ 878757 h 1105786"/>
                <a:gd name="connsiteX6-45" fmla="*/ 0 w 2232436"/>
                <a:gd name="connsiteY6-46" fmla="*/ 878757 h 1105786"/>
                <a:gd name="connsiteX7-47" fmla="*/ 0 w 2232436"/>
                <a:gd name="connsiteY7-48" fmla="*/ 227029 h 1105786"/>
                <a:gd name="connsiteX0-49" fmla="*/ 0 w 2232436"/>
                <a:gd name="connsiteY0-50" fmla="*/ 227029 h 1105786"/>
                <a:gd name="connsiteX1-51" fmla="*/ 1531279 w 2232436"/>
                <a:gd name="connsiteY1-52" fmla="*/ 227029 h 1105786"/>
                <a:gd name="connsiteX2-53" fmla="*/ 1531279 w 2232436"/>
                <a:gd name="connsiteY2-54" fmla="*/ 0 h 1105786"/>
                <a:gd name="connsiteX3-55" fmla="*/ 2232436 w 2232436"/>
                <a:gd name="connsiteY3-56" fmla="*/ 552893 h 1105786"/>
                <a:gd name="connsiteX4-57" fmla="*/ 1531279 w 2232436"/>
                <a:gd name="connsiteY4-58" fmla="*/ 1105786 h 1105786"/>
                <a:gd name="connsiteX5-59" fmla="*/ 1531279 w 2232436"/>
                <a:gd name="connsiteY5-60" fmla="*/ 878757 h 1105786"/>
                <a:gd name="connsiteX6-61" fmla="*/ 0 w 2232436"/>
                <a:gd name="connsiteY6-62" fmla="*/ 878757 h 1105786"/>
                <a:gd name="connsiteX7-63" fmla="*/ 0 w 2232436"/>
                <a:gd name="connsiteY7-64" fmla="*/ 227029 h 1105786"/>
                <a:gd name="connsiteX0-65" fmla="*/ 42530 w 2274966"/>
                <a:gd name="connsiteY0-66" fmla="*/ 227029 h 1105786"/>
                <a:gd name="connsiteX1-67" fmla="*/ 1573809 w 2274966"/>
                <a:gd name="connsiteY1-68" fmla="*/ 227029 h 1105786"/>
                <a:gd name="connsiteX2-69" fmla="*/ 1573809 w 2274966"/>
                <a:gd name="connsiteY2-70" fmla="*/ 0 h 1105786"/>
                <a:gd name="connsiteX3-71" fmla="*/ 2274966 w 2274966"/>
                <a:gd name="connsiteY3-72" fmla="*/ 552893 h 1105786"/>
                <a:gd name="connsiteX4-73" fmla="*/ 1573809 w 2274966"/>
                <a:gd name="connsiteY4-74" fmla="*/ 1105786 h 1105786"/>
                <a:gd name="connsiteX5-75" fmla="*/ 1573809 w 2274966"/>
                <a:gd name="connsiteY5-76" fmla="*/ 878757 h 1105786"/>
                <a:gd name="connsiteX6-77" fmla="*/ 42530 w 2274966"/>
                <a:gd name="connsiteY6-78" fmla="*/ 878757 h 1105786"/>
                <a:gd name="connsiteX7-79" fmla="*/ 42530 w 2274966"/>
                <a:gd name="connsiteY7-80" fmla="*/ 227029 h 1105786"/>
                <a:gd name="connsiteX0-81" fmla="*/ 60394 w 2292830"/>
                <a:gd name="connsiteY0-82" fmla="*/ 227029 h 1105786"/>
                <a:gd name="connsiteX1-83" fmla="*/ 1591673 w 2292830"/>
                <a:gd name="connsiteY1-84" fmla="*/ 227029 h 1105786"/>
                <a:gd name="connsiteX2-85" fmla="*/ 1591673 w 2292830"/>
                <a:gd name="connsiteY2-86" fmla="*/ 0 h 1105786"/>
                <a:gd name="connsiteX3-87" fmla="*/ 2292830 w 2292830"/>
                <a:gd name="connsiteY3-88" fmla="*/ 552893 h 1105786"/>
                <a:gd name="connsiteX4-89" fmla="*/ 1591673 w 2292830"/>
                <a:gd name="connsiteY4-90" fmla="*/ 1105786 h 1105786"/>
                <a:gd name="connsiteX5-91" fmla="*/ 1591673 w 2292830"/>
                <a:gd name="connsiteY5-92" fmla="*/ 878757 h 1105786"/>
                <a:gd name="connsiteX6-93" fmla="*/ 60394 w 2292830"/>
                <a:gd name="connsiteY6-94" fmla="*/ 878757 h 1105786"/>
                <a:gd name="connsiteX7-95" fmla="*/ 60394 w 2292830"/>
                <a:gd name="connsiteY7-96" fmla="*/ 227029 h 1105786"/>
                <a:gd name="connsiteX0-97" fmla="*/ 60394 w 2292830"/>
                <a:gd name="connsiteY0-98" fmla="*/ 227029 h 1105786"/>
                <a:gd name="connsiteX1-99" fmla="*/ 1591673 w 2292830"/>
                <a:gd name="connsiteY1-100" fmla="*/ 227029 h 1105786"/>
                <a:gd name="connsiteX2-101" fmla="*/ 1591673 w 2292830"/>
                <a:gd name="connsiteY2-102" fmla="*/ 0 h 1105786"/>
                <a:gd name="connsiteX3-103" fmla="*/ 2292830 w 2292830"/>
                <a:gd name="connsiteY3-104" fmla="*/ 552893 h 1105786"/>
                <a:gd name="connsiteX4-105" fmla="*/ 1591673 w 2292830"/>
                <a:gd name="connsiteY4-106" fmla="*/ 1105786 h 1105786"/>
                <a:gd name="connsiteX5-107" fmla="*/ 1591673 w 2292830"/>
                <a:gd name="connsiteY5-108" fmla="*/ 878757 h 1105786"/>
                <a:gd name="connsiteX6-109" fmla="*/ 60394 w 2292830"/>
                <a:gd name="connsiteY6-110" fmla="*/ 878757 h 1105786"/>
                <a:gd name="connsiteX7-111" fmla="*/ 60394 w 2292830"/>
                <a:gd name="connsiteY7-112" fmla="*/ 227029 h 1105786"/>
                <a:gd name="connsiteX0-113" fmla="*/ 60394 w 2292830"/>
                <a:gd name="connsiteY0-114" fmla="*/ 227029 h 1105786"/>
                <a:gd name="connsiteX1-115" fmla="*/ 1591673 w 2292830"/>
                <a:gd name="connsiteY1-116" fmla="*/ 227029 h 1105786"/>
                <a:gd name="connsiteX2-117" fmla="*/ 1591673 w 2292830"/>
                <a:gd name="connsiteY2-118" fmla="*/ 0 h 1105786"/>
                <a:gd name="connsiteX3-119" fmla="*/ 2292830 w 2292830"/>
                <a:gd name="connsiteY3-120" fmla="*/ 552893 h 1105786"/>
                <a:gd name="connsiteX4-121" fmla="*/ 1591673 w 2292830"/>
                <a:gd name="connsiteY4-122" fmla="*/ 1105786 h 1105786"/>
                <a:gd name="connsiteX5-123" fmla="*/ 1591673 w 2292830"/>
                <a:gd name="connsiteY5-124" fmla="*/ 878757 h 1105786"/>
                <a:gd name="connsiteX6-125" fmla="*/ 60394 w 2292830"/>
                <a:gd name="connsiteY6-126" fmla="*/ 878757 h 1105786"/>
                <a:gd name="connsiteX7-127" fmla="*/ 60394 w 2292830"/>
                <a:gd name="connsiteY7-128" fmla="*/ 227029 h 11057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292830" h="1105786">
                  <a:moveTo>
                    <a:pt x="60394" y="227029"/>
                  </a:moveTo>
                  <a:cubicBezTo>
                    <a:pt x="592085" y="88806"/>
                    <a:pt x="1006819" y="407782"/>
                    <a:pt x="1591673" y="227029"/>
                  </a:cubicBezTo>
                  <a:lnTo>
                    <a:pt x="1591673" y="0"/>
                  </a:lnTo>
                  <a:cubicBezTo>
                    <a:pt x="1867922" y="354419"/>
                    <a:pt x="2059111" y="368595"/>
                    <a:pt x="2292830" y="552893"/>
                  </a:cubicBezTo>
                  <a:cubicBezTo>
                    <a:pt x="2059111" y="737191"/>
                    <a:pt x="1761597" y="878958"/>
                    <a:pt x="1591673" y="1105786"/>
                  </a:cubicBezTo>
                  <a:lnTo>
                    <a:pt x="1591673" y="878757"/>
                  </a:lnTo>
                  <a:cubicBezTo>
                    <a:pt x="1113145" y="666106"/>
                    <a:pt x="538922" y="1038246"/>
                    <a:pt x="60394" y="878757"/>
                  </a:cubicBezTo>
                  <a:cubicBezTo>
                    <a:pt x="-35299" y="640249"/>
                    <a:pt x="-3402" y="444272"/>
                    <a:pt x="60394" y="227029"/>
                  </a:cubicBezTo>
                  <a:close/>
                </a:path>
              </a:pathLst>
            </a:custGeom>
            <a:solidFill>
              <a:srgbClr val="112F70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 sz="975">
                <a:cs typeface="+mn-ea"/>
                <a:sym typeface="+mn-lt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5345383" y="4074449"/>
              <a:ext cx="322082" cy="364286"/>
              <a:chOff x="4994016" y="4872552"/>
              <a:chExt cx="406393" cy="459645"/>
            </a:xfrm>
            <a:solidFill>
              <a:srgbClr val="D82229"/>
            </a:solidFill>
            <a:effectLst/>
          </p:grpSpPr>
          <p:sp>
            <p:nvSpPr>
              <p:cNvPr id="31" name="Freeform 148"/>
              <p:cNvSpPr>
                <a:spLocks noEditPoint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5049136" y="4872552"/>
                <a:ext cx="351273" cy="456842"/>
              </a:xfrm>
              <a:custGeom>
                <a:avLst/>
                <a:gdLst>
                  <a:gd name="T0" fmla="*/ 157 w 159"/>
                  <a:gd name="T1" fmla="*/ 185 h 207"/>
                  <a:gd name="T2" fmla="*/ 89 w 159"/>
                  <a:gd name="T3" fmla="*/ 79 h 207"/>
                  <a:gd name="T4" fmla="*/ 92 w 159"/>
                  <a:gd name="T5" fmla="*/ 24 h 207"/>
                  <a:gd name="T6" fmla="*/ 42 w 159"/>
                  <a:gd name="T7" fmla="*/ 4 h 207"/>
                  <a:gd name="T8" fmla="*/ 70 w 159"/>
                  <a:gd name="T9" fmla="*/ 48 h 207"/>
                  <a:gd name="T10" fmla="*/ 37 w 159"/>
                  <a:gd name="T11" fmla="*/ 69 h 207"/>
                  <a:gd name="T12" fmla="*/ 10 w 159"/>
                  <a:gd name="T13" fmla="*/ 27 h 207"/>
                  <a:gd name="T14" fmla="*/ 10 w 159"/>
                  <a:gd name="T15" fmla="*/ 77 h 207"/>
                  <a:gd name="T16" fmla="*/ 62 w 159"/>
                  <a:gd name="T17" fmla="*/ 96 h 207"/>
                  <a:gd name="T18" fmla="*/ 130 w 159"/>
                  <a:gd name="T19" fmla="*/ 202 h 207"/>
                  <a:gd name="T20" fmla="*/ 143 w 159"/>
                  <a:gd name="T21" fmla="*/ 205 h 207"/>
                  <a:gd name="T22" fmla="*/ 154 w 159"/>
                  <a:gd name="T23" fmla="*/ 197 h 207"/>
                  <a:gd name="T24" fmla="*/ 157 w 159"/>
                  <a:gd name="T25" fmla="*/ 185 h 207"/>
                  <a:gd name="T26" fmla="*/ 144 w 159"/>
                  <a:gd name="T27" fmla="*/ 193 h 207"/>
                  <a:gd name="T28" fmla="*/ 134 w 159"/>
                  <a:gd name="T29" fmla="*/ 191 h 207"/>
                  <a:gd name="T30" fmla="*/ 137 w 159"/>
                  <a:gd name="T31" fmla="*/ 182 h 207"/>
                  <a:gd name="T32" fmla="*/ 146 w 159"/>
                  <a:gd name="T33" fmla="*/ 184 h 207"/>
                  <a:gd name="T34" fmla="*/ 144 w 159"/>
                  <a:gd name="T35" fmla="*/ 193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9" h="207">
                    <a:moveTo>
                      <a:pt x="157" y="185"/>
                    </a:moveTo>
                    <a:cubicBezTo>
                      <a:pt x="89" y="79"/>
                      <a:pt x="89" y="79"/>
                      <a:pt x="89" y="79"/>
                    </a:cubicBezTo>
                    <a:cubicBezTo>
                      <a:pt x="101" y="63"/>
                      <a:pt x="103" y="42"/>
                      <a:pt x="92" y="24"/>
                    </a:cubicBezTo>
                    <a:cubicBezTo>
                      <a:pt x="81" y="8"/>
                      <a:pt x="61" y="0"/>
                      <a:pt x="42" y="4"/>
                    </a:cubicBezTo>
                    <a:cubicBezTo>
                      <a:pt x="70" y="48"/>
                      <a:pt x="70" y="48"/>
                      <a:pt x="70" y="48"/>
                    </a:cubicBezTo>
                    <a:cubicBezTo>
                      <a:pt x="37" y="69"/>
                      <a:pt x="37" y="69"/>
                      <a:pt x="37" y="69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" y="42"/>
                      <a:pt x="0" y="61"/>
                      <a:pt x="10" y="77"/>
                    </a:cubicBezTo>
                    <a:cubicBezTo>
                      <a:pt x="21" y="95"/>
                      <a:pt x="43" y="102"/>
                      <a:pt x="62" y="96"/>
                    </a:cubicBezTo>
                    <a:cubicBezTo>
                      <a:pt x="130" y="202"/>
                      <a:pt x="130" y="202"/>
                      <a:pt x="130" y="202"/>
                    </a:cubicBezTo>
                    <a:cubicBezTo>
                      <a:pt x="133" y="206"/>
                      <a:pt x="138" y="207"/>
                      <a:pt x="143" y="205"/>
                    </a:cubicBezTo>
                    <a:cubicBezTo>
                      <a:pt x="154" y="197"/>
                      <a:pt x="154" y="197"/>
                      <a:pt x="154" y="197"/>
                    </a:cubicBezTo>
                    <a:cubicBezTo>
                      <a:pt x="158" y="195"/>
                      <a:pt x="159" y="189"/>
                      <a:pt x="157" y="185"/>
                    </a:cubicBezTo>
                    <a:close/>
                    <a:moveTo>
                      <a:pt x="144" y="193"/>
                    </a:moveTo>
                    <a:cubicBezTo>
                      <a:pt x="141" y="195"/>
                      <a:pt x="136" y="195"/>
                      <a:pt x="134" y="191"/>
                    </a:cubicBezTo>
                    <a:cubicBezTo>
                      <a:pt x="132" y="188"/>
                      <a:pt x="133" y="184"/>
                      <a:pt x="137" y="182"/>
                    </a:cubicBezTo>
                    <a:cubicBezTo>
                      <a:pt x="140" y="180"/>
                      <a:pt x="144" y="181"/>
                      <a:pt x="146" y="184"/>
                    </a:cubicBezTo>
                    <a:cubicBezTo>
                      <a:pt x="148" y="187"/>
                      <a:pt x="147" y="191"/>
                      <a:pt x="144" y="193"/>
                    </a:cubicBezTo>
                    <a:close/>
                  </a:path>
                </a:pathLst>
              </a:custGeom>
              <a:solidFill>
                <a:srgbClr val="F9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7204" tIns="33602" rIns="67204" bIns="33602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975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" name="Freeform 149"/>
              <p:cNvSpPr>
                <a:spLocks noEditPoint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4994016" y="5104243"/>
                <a:ext cx="231691" cy="227954"/>
              </a:xfrm>
              <a:custGeom>
                <a:avLst/>
                <a:gdLst>
                  <a:gd name="T0" fmla="*/ 91 w 105"/>
                  <a:gd name="T1" fmla="*/ 26 h 103"/>
                  <a:gd name="T2" fmla="*/ 97 w 105"/>
                  <a:gd name="T3" fmla="*/ 20 h 103"/>
                  <a:gd name="T4" fmla="*/ 84 w 105"/>
                  <a:gd name="T5" fmla="*/ 7 h 103"/>
                  <a:gd name="T6" fmla="*/ 78 w 105"/>
                  <a:gd name="T7" fmla="*/ 13 h 103"/>
                  <a:gd name="T8" fmla="*/ 62 w 105"/>
                  <a:gd name="T9" fmla="*/ 7 h 103"/>
                  <a:gd name="T10" fmla="*/ 62 w 105"/>
                  <a:gd name="T11" fmla="*/ 0 h 103"/>
                  <a:gd name="T12" fmla="*/ 43 w 105"/>
                  <a:gd name="T13" fmla="*/ 0 h 103"/>
                  <a:gd name="T14" fmla="*/ 43 w 105"/>
                  <a:gd name="T15" fmla="*/ 7 h 103"/>
                  <a:gd name="T16" fmla="*/ 28 w 105"/>
                  <a:gd name="T17" fmla="*/ 13 h 103"/>
                  <a:gd name="T18" fmla="*/ 22 w 105"/>
                  <a:gd name="T19" fmla="*/ 7 h 103"/>
                  <a:gd name="T20" fmla="*/ 8 w 105"/>
                  <a:gd name="T21" fmla="*/ 20 h 103"/>
                  <a:gd name="T22" fmla="*/ 15 w 105"/>
                  <a:gd name="T23" fmla="*/ 27 h 103"/>
                  <a:gd name="T24" fmla="*/ 8 w 105"/>
                  <a:gd name="T25" fmla="*/ 42 h 103"/>
                  <a:gd name="T26" fmla="*/ 0 w 105"/>
                  <a:gd name="T27" fmla="*/ 42 h 103"/>
                  <a:gd name="T28" fmla="*/ 0 w 105"/>
                  <a:gd name="T29" fmla="*/ 61 h 103"/>
                  <a:gd name="T30" fmla="*/ 9 w 105"/>
                  <a:gd name="T31" fmla="*/ 61 h 103"/>
                  <a:gd name="T32" fmla="*/ 15 w 105"/>
                  <a:gd name="T33" fmla="*/ 76 h 103"/>
                  <a:gd name="T34" fmla="*/ 9 w 105"/>
                  <a:gd name="T35" fmla="*/ 82 h 103"/>
                  <a:gd name="T36" fmla="*/ 22 w 105"/>
                  <a:gd name="T37" fmla="*/ 95 h 103"/>
                  <a:gd name="T38" fmla="*/ 28 w 105"/>
                  <a:gd name="T39" fmla="*/ 89 h 103"/>
                  <a:gd name="T40" fmla="*/ 43 w 105"/>
                  <a:gd name="T41" fmla="*/ 95 h 103"/>
                  <a:gd name="T42" fmla="*/ 43 w 105"/>
                  <a:gd name="T43" fmla="*/ 103 h 103"/>
                  <a:gd name="T44" fmla="*/ 62 w 105"/>
                  <a:gd name="T45" fmla="*/ 103 h 103"/>
                  <a:gd name="T46" fmla="*/ 62 w 105"/>
                  <a:gd name="T47" fmla="*/ 95 h 103"/>
                  <a:gd name="T48" fmla="*/ 77 w 105"/>
                  <a:gd name="T49" fmla="*/ 89 h 103"/>
                  <a:gd name="T50" fmla="*/ 83 w 105"/>
                  <a:gd name="T51" fmla="*/ 95 h 103"/>
                  <a:gd name="T52" fmla="*/ 96 w 105"/>
                  <a:gd name="T53" fmla="*/ 82 h 103"/>
                  <a:gd name="T54" fmla="*/ 91 w 105"/>
                  <a:gd name="T55" fmla="*/ 76 h 103"/>
                  <a:gd name="T56" fmla="*/ 97 w 105"/>
                  <a:gd name="T57" fmla="*/ 61 h 103"/>
                  <a:gd name="T58" fmla="*/ 105 w 105"/>
                  <a:gd name="T59" fmla="*/ 61 h 103"/>
                  <a:gd name="T60" fmla="*/ 105 w 105"/>
                  <a:gd name="T61" fmla="*/ 42 h 103"/>
                  <a:gd name="T62" fmla="*/ 97 w 105"/>
                  <a:gd name="T63" fmla="*/ 42 h 103"/>
                  <a:gd name="T64" fmla="*/ 91 w 105"/>
                  <a:gd name="T65" fmla="*/ 26 h 103"/>
                  <a:gd name="T66" fmla="*/ 53 w 105"/>
                  <a:gd name="T67" fmla="*/ 83 h 103"/>
                  <a:gd name="T68" fmla="*/ 21 w 105"/>
                  <a:gd name="T69" fmla="*/ 51 h 103"/>
                  <a:gd name="T70" fmla="*/ 53 w 105"/>
                  <a:gd name="T71" fmla="*/ 19 h 103"/>
                  <a:gd name="T72" fmla="*/ 85 w 105"/>
                  <a:gd name="T73" fmla="*/ 51 h 103"/>
                  <a:gd name="T74" fmla="*/ 53 w 105"/>
                  <a:gd name="T75" fmla="*/ 8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5" h="103">
                    <a:moveTo>
                      <a:pt x="91" y="26"/>
                    </a:moveTo>
                    <a:cubicBezTo>
                      <a:pt x="97" y="20"/>
                      <a:pt x="97" y="20"/>
                      <a:pt x="97" y="20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78" y="13"/>
                      <a:pt x="78" y="13"/>
                      <a:pt x="78" y="13"/>
                    </a:cubicBezTo>
                    <a:cubicBezTo>
                      <a:pt x="73" y="10"/>
                      <a:pt x="67" y="8"/>
                      <a:pt x="62" y="7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38" y="8"/>
                      <a:pt x="33" y="10"/>
                      <a:pt x="28" y="13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2" y="31"/>
                      <a:pt x="10" y="36"/>
                      <a:pt x="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10" y="66"/>
                      <a:pt x="12" y="71"/>
                      <a:pt x="15" y="76"/>
                    </a:cubicBezTo>
                    <a:cubicBezTo>
                      <a:pt x="9" y="82"/>
                      <a:pt x="9" y="82"/>
                      <a:pt x="9" y="82"/>
                    </a:cubicBezTo>
                    <a:cubicBezTo>
                      <a:pt x="22" y="95"/>
                      <a:pt x="22" y="95"/>
                      <a:pt x="22" y="95"/>
                    </a:cubicBezTo>
                    <a:cubicBezTo>
                      <a:pt x="28" y="89"/>
                      <a:pt x="28" y="89"/>
                      <a:pt x="28" y="89"/>
                    </a:cubicBezTo>
                    <a:cubicBezTo>
                      <a:pt x="33" y="92"/>
                      <a:pt x="38" y="94"/>
                      <a:pt x="43" y="95"/>
                    </a:cubicBezTo>
                    <a:cubicBezTo>
                      <a:pt x="43" y="103"/>
                      <a:pt x="43" y="103"/>
                      <a:pt x="43" y="103"/>
                    </a:cubicBezTo>
                    <a:cubicBezTo>
                      <a:pt x="62" y="103"/>
                      <a:pt x="62" y="103"/>
                      <a:pt x="62" y="103"/>
                    </a:cubicBezTo>
                    <a:cubicBezTo>
                      <a:pt x="62" y="95"/>
                      <a:pt x="62" y="95"/>
                      <a:pt x="62" y="95"/>
                    </a:cubicBezTo>
                    <a:cubicBezTo>
                      <a:pt x="67" y="94"/>
                      <a:pt x="73" y="92"/>
                      <a:pt x="77" y="89"/>
                    </a:cubicBezTo>
                    <a:cubicBezTo>
                      <a:pt x="83" y="95"/>
                      <a:pt x="83" y="95"/>
                      <a:pt x="83" y="95"/>
                    </a:cubicBezTo>
                    <a:cubicBezTo>
                      <a:pt x="96" y="82"/>
                      <a:pt x="96" y="82"/>
                      <a:pt x="96" y="82"/>
                    </a:cubicBezTo>
                    <a:cubicBezTo>
                      <a:pt x="91" y="76"/>
                      <a:pt x="91" y="76"/>
                      <a:pt x="91" y="76"/>
                    </a:cubicBezTo>
                    <a:cubicBezTo>
                      <a:pt x="94" y="71"/>
                      <a:pt x="96" y="66"/>
                      <a:pt x="97" y="61"/>
                    </a:cubicBezTo>
                    <a:cubicBezTo>
                      <a:pt x="105" y="61"/>
                      <a:pt x="105" y="61"/>
                      <a:pt x="105" y="61"/>
                    </a:cubicBezTo>
                    <a:cubicBezTo>
                      <a:pt x="105" y="42"/>
                      <a:pt x="105" y="42"/>
                      <a:pt x="105" y="42"/>
                    </a:cubicBezTo>
                    <a:cubicBezTo>
                      <a:pt x="97" y="42"/>
                      <a:pt x="97" y="42"/>
                      <a:pt x="97" y="42"/>
                    </a:cubicBezTo>
                    <a:cubicBezTo>
                      <a:pt x="96" y="36"/>
                      <a:pt x="94" y="31"/>
                      <a:pt x="91" y="26"/>
                    </a:cubicBezTo>
                    <a:close/>
                    <a:moveTo>
                      <a:pt x="53" y="83"/>
                    </a:moveTo>
                    <a:cubicBezTo>
                      <a:pt x="35" y="83"/>
                      <a:pt x="21" y="69"/>
                      <a:pt x="21" y="51"/>
                    </a:cubicBezTo>
                    <a:cubicBezTo>
                      <a:pt x="21" y="33"/>
                      <a:pt x="35" y="19"/>
                      <a:pt x="53" y="19"/>
                    </a:cubicBezTo>
                    <a:cubicBezTo>
                      <a:pt x="71" y="19"/>
                      <a:pt x="85" y="33"/>
                      <a:pt x="85" y="51"/>
                    </a:cubicBezTo>
                    <a:cubicBezTo>
                      <a:pt x="85" y="69"/>
                      <a:pt x="71" y="83"/>
                      <a:pt x="53" y="83"/>
                    </a:cubicBezTo>
                    <a:close/>
                  </a:path>
                </a:pathLst>
              </a:custGeom>
              <a:solidFill>
                <a:srgbClr val="F9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7204" tIns="33602" rIns="67204" bIns="33602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975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3" name="Oval 150"/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5091176" y="5199535"/>
                <a:ext cx="37370" cy="37370"/>
              </a:xfrm>
              <a:prstGeom prst="ellipse">
                <a:avLst/>
              </a:prstGeom>
              <a:solidFill>
                <a:srgbClr val="F9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7204" tIns="33602" rIns="67204" bIns="33602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975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4" name="组合 33"/>
          <p:cNvGrpSpPr/>
          <p:nvPr>
            <p:custDataLst>
              <p:tags r:id="rId29"/>
            </p:custDataLst>
          </p:nvPr>
        </p:nvGrpSpPr>
        <p:grpSpPr>
          <a:xfrm>
            <a:off x="3002553" y="3296920"/>
            <a:ext cx="1948823" cy="938673"/>
            <a:chOff x="2275400" y="3676722"/>
            <a:chExt cx="2651627" cy="1277186"/>
          </a:xfrm>
        </p:grpSpPr>
        <p:sp>
          <p:nvSpPr>
            <p:cNvPr id="35" name="Right Arrow 8"/>
            <p:cNvSpPr/>
            <p:nvPr>
              <p:custDataLst>
                <p:tags r:id="rId30"/>
              </p:custDataLst>
            </p:nvPr>
          </p:nvSpPr>
          <p:spPr>
            <a:xfrm>
              <a:off x="2275400" y="3676722"/>
              <a:ext cx="2651627" cy="1277186"/>
            </a:xfrm>
            <a:custGeom>
              <a:avLst/>
              <a:gdLst>
                <a:gd name="connsiteX0" fmla="*/ 0 w 2232436"/>
                <a:gd name="connsiteY0" fmla="*/ 227029 h 1105786"/>
                <a:gd name="connsiteX1" fmla="*/ 1531279 w 2232436"/>
                <a:gd name="connsiteY1" fmla="*/ 227029 h 1105786"/>
                <a:gd name="connsiteX2" fmla="*/ 1531279 w 2232436"/>
                <a:gd name="connsiteY2" fmla="*/ 0 h 1105786"/>
                <a:gd name="connsiteX3" fmla="*/ 2232436 w 2232436"/>
                <a:gd name="connsiteY3" fmla="*/ 552893 h 1105786"/>
                <a:gd name="connsiteX4" fmla="*/ 1531279 w 2232436"/>
                <a:gd name="connsiteY4" fmla="*/ 1105786 h 1105786"/>
                <a:gd name="connsiteX5" fmla="*/ 1531279 w 2232436"/>
                <a:gd name="connsiteY5" fmla="*/ 878757 h 1105786"/>
                <a:gd name="connsiteX6" fmla="*/ 0 w 2232436"/>
                <a:gd name="connsiteY6" fmla="*/ 878757 h 1105786"/>
                <a:gd name="connsiteX7" fmla="*/ 0 w 2232436"/>
                <a:gd name="connsiteY7" fmla="*/ 227029 h 1105786"/>
                <a:gd name="connsiteX0-1" fmla="*/ 0 w 2232436"/>
                <a:gd name="connsiteY0-2" fmla="*/ 227029 h 1105786"/>
                <a:gd name="connsiteX1-3" fmla="*/ 1531279 w 2232436"/>
                <a:gd name="connsiteY1-4" fmla="*/ 227029 h 1105786"/>
                <a:gd name="connsiteX2-5" fmla="*/ 1531279 w 2232436"/>
                <a:gd name="connsiteY2-6" fmla="*/ 0 h 1105786"/>
                <a:gd name="connsiteX3-7" fmla="*/ 2232436 w 2232436"/>
                <a:gd name="connsiteY3-8" fmla="*/ 552893 h 1105786"/>
                <a:gd name="connsiteX4-9" fmla="*/ 1531279 w 2232436"/>
                <a:gd name="connsiteY4-10" fmla="*/ 1105786 h 1105786"/>
                <a:gd name="connsiteX5-11" fmla="*/ 1531279 w 2232436"/>
                <a:gd name="connsiteY5-12" fmla="*/ 878757 h 1105786"/>
                <a:gd name="connsiteX6-13" fmla="*/ 0 w 2232436"/>
                <a:gd name="connsiteY6-14" fmla="*/ 878757 h 1105786"/>
                <a:gd name="connsiteX7-15" fmla="*/ 0 w 2232436"/>
                <a:gd name="connsiteY7-16" fmla="*/ 227029 h 1105786"/>
                <a:gd name="connsiteX0-17" fmla="*/ 0 w 2232436"/>
                <a:gd name="connsiteY0-18" fmla="*/ 227029 h 1105786"/>
                <a:gd name="connsiteX1-19" fmla="*/ 1531279 w 2232436"/>
                <a:gd name="connsiteY1-20" fmla="*/ 227029 h 1105786"/>
                <a:gd name="connsiteX2-21" fmla="*/ 1531279 w 2232436"/>
                <a:gd name="connsiteY2-22" fmla="*/ 0 h 1105786"/>
                <a:gd name="connsiteX3-23" fmla="*/ 2232436 w 2232436"/>
                <a:gd name="connsiteY3-24" fmla="*/ 552893 h 1105786"/>
                <a:gd name="connsiteX4-25" fmla="*/ 1531279 w 2232436"/>
                <a:gd name="connsiteY4-26" fmla="*/ 1105786 h 1105786"/>
                <a:gd name="connsiteX5-27" fmla="*/ 1531279 w 2232436"/>
                <a:gd name="connsiteY5-28" fmla="*/ 878757 h 1105786"/>
                <a:gd name="connsiteX6-29" fmla="*/ 0 w 2232436"/>
                <a:gd name="connsiteY6-30" fmla="*/ 878757 h 1105786"/>
                <a:gd name="connsiteX7-31" fmla="*/ 0 w 2232436"/>
                <a:gd name="connsiteY7-32" fmla="*/ 227029 h 1105786"/>
                <a:gd name="connsiteX0-33" fmla="*/ 0 w 2232436"/>
                <a:gd name="connsiteY0-34" fmla="*/ 227029 h 1105786"/>
                <a:gd name="connsiteX1-35" fmla="*/ 1531279 w 2232436"/>
                <a:gd name="connsiteY1-36" fmla="*/ 227029 h 1105786"/>
                <a:gd name="connsiteX2-37" fmla="*/ 1531279 w 2232436"/>
                <a:gd name="connsiteY2-38" fmla="*/ 0 h 1105786"/>
                <a:gd name="connsiteX3-39" fmla="*/ 2232436 w 2232436"/>
                <a:gd name="connsiteY3-40" fmla="*/ 552893 h 1105786"/>
                <a:gd name="connsiteX4-41" fmla="*/ 1531279 w 2232436"/>
                <a:gd name="connsiteY4-42" fmla="*/ 1105786 h 1105786"/>
                <a:gd name="connsiteX5-43" fmla="*/ 1531279 w 2232436"/>
                <a:gd name="connsiteY5-44" fmla="*/ 878757 h 1105786"/>
                <a:gd name="connsiteX6-45" fmla="*/ 0 w 2232436"/>
                <a:gd name="connsiteY6-46" fmla="*/ 878757 h 1105786"/>
                <a:gd name="connsiteX7-47" fmla="*/ 0 w 2232436"/>
                <a:gd name="connsiteY7-48" fmla="*/ 227029 h 1105786"/>
                <a:gd name="connsiteX0-49" fmla="*/ 0 w 2232436"/>
                <a:gd name="connsiteY0-50" fmla="*/ 227029 h 1105786"/>
                <a:gd name="connsiteX1-51" fmla="*/ 1531279 w 2232436"/>
                <a:gd name="connsiteY1-52" fmla="*/ 227029 h 1105786"/>
                <a:gd name="connsiteX2-53" fmla="*/ 1531279 w 2232436"/>
                <a:gd name="connsiteY2-54" fmla="*/ 0 h 1105786"/>
                <a:gd name="connsiteX3-55" fmla="*/ 2232436 w 2232436"/>
                <a:gd name="connsiteY3-56" fmla="*/ 552893 h 1105786"/>
                <a:gd name="connsiteX4-57" fmla="*/ 1531279 w 2232436"/>
                <a:gd name="connsiteY4-58" fmla="*/ 1105786 h 1105786"/>
                <a:gd name="connsiteX5-59" fmla="*/ 1531279 w 2232436"/>
                <a:gd name="connsiteY5-60" fmla="*/ 878757 h 1105786"/>
                <a:gd name="connsiteX6-61" fmla="*/ 0 w 2232436"/>
                <a:gd name="connsiteY6-62" fmla="*/ 878757 h 1105786"/>
                <a:gd name="connsiteX7-63" fmla="*/ 0 w 2232436"/>
                <a:gd name="connsiteY7-64" fmla="*/ 227029 h 1105786"/>
                <a:gd name="connsiteX0-65" fmla="*/ 42530 w 2274966"/>
                <a:gd name="connsiteY0-66" fmla="*/ 227029 h 1105786"/>
                <a:gd name="connsiteX1-67" fmla="*/ 1573809 w 2274966"/>
                <a:gd name="connsiteY1-68" fmla="*/ 227029 h 1105786"/>
                <a:gd name="connsiteX2-69" fmla="*/ 1573809 w 2274966"/>
                <a:gd name="connsiteY2-70" fmla="*/ 0 h 1105786"/>
                <a:gd name="connsiteX3-71" fmla="*/ 2274966 w 2274966"/>
                <a:gd name="connsiteY3-72" fmla="*/ 552893 h 1105786"/>
                <a:gd name="connsiteX4-73" fmla="*/ 1573809 w 2274966"/>
                <a:gd name="connsiteY4-74" fmla="*/ 1105786 h 1105786"/>
                <a:gd name="connsiteX5-75" fmla="*/ 1573809 w 2274966"/>
                <a:gd name="connsiteY5-76" fmla="*/ 878757 h 1105786"/>
                <a:gd name="connsiteX6-77" fmla="*/ 42530 w 2274966"/>
                <a:gd name="connsiteY6-78" fmla="*/ 878757 h 1105786"/>
                <a:gd name="connsiteX7-79" fmla="*/ 42530 w 2274966"/>
                <a:gd name="connsiteY7-80" fmla="*/ 227029 h 1105786"/>
                <a:gd name="connsiteX0-81" fmla="*/ 60394 w 2292830"/>
                <a:gd name="connsiteY0-82" fmla="*/ 227029 h 1105786"/>
                <a:gd name="connsiteX1-83" fmla="*/ 1591673 w 2292830"/>
                <a:gd name="connsiteY1-84" fmla="*/ 227029 h 1105786"/>
                <a:gd name="connsiteX2-85" fmla="*/ 1591673 w 2292830"/>
                <a:gd name="connsiteY2-86" fmla="*/ 0 h 1105786"/>
                <a:gd name="connsiteX3-87" fmla="*/ 2292830 w 2292830"/>
                <a:gd name="connsiteY3-88" fmla="*/ 552893 h 1105786"/>
                <a:gd name="connsiteX4-89" fmla="*/ 1591673 w 2292830"/>
                <a:gd name="connsiteY4-90" fmla="*/ 1105786 h 1105786"/>
                <a:gd name="connsiteX5-91" fmla="*/ 1591673 w 2292830"/>
                <a:gd name="connsiteY5-92" fmla="*/ 878757 h 1105786"/>
                <a:gd name="connsiteX6-93" fmla="*/ 60394 w 2292830"/>
                <a:gd name="connsiteY6-94" fmla="*/ 878757 h 1105786"/>
                <a:gd name="connsiteX7-95" fmla="*/ 60394 w 2292830"/>
                <a:gd name="connsiteY7-96" fmla="*/ 227029 h 1105786"/>
                <a:gd name="connsiteX0-97" fmla="*/ 60394 w 2292830"/>
                <a:gd name="connsiteY0-98" fmla="*/ 227029 h 1105786"/>
                <a:gd name="connsiteX1-99" fmla="*/ 1591673 w 2292830"/>
                <a:gd name="connsiteY1-100" fmla="*/ 227029 h 1105786"/>
                <a:gd name="connsiteX2-101" fmla="*/ 1591673 w 2292830"/>
                <a:gd name="connsiteY2-102" fmla="*/ 0 h 1105786"/>
                <a:gd name="connsiteX3-103" fmla="*/ 2292830 w 2292830"/>
                <a:gd name="connsiteY3-104" fmla="*/ 552893 h 1105786"/>
                <a:gd name="connsiteX4-105" fmla="*/ 1591673 w 2292830"/>
                <a:gd name="connsiteY4-106" fmla="*/ 1105786 h 1105786"/>
                <a:gd name="connsiteX5-107" fmla="*/ 1591673 w 2292830"/>
                <a:gd name="connsiteY5-108" fmla="*/ 878757 h 1105786"/>
                <a:gd name="connsiteX6-109" fmla="*/ 60394 w 2292830"/>
                <a:gd name="connsiteY6-110" fmla="*/ 878757 h 1105786"/>
                <a:gd name="connsiteX7-111" fmla="*/ 60394 w 2292830"/>
                <a:gd name="connsiteY7-112" fmla="*/ 227029 h 1105786"/>
                <a:gd name="connsiteX0-113" fmla="*/ 60394 w 2292830"/>
                <a:gd name="connsiteY0-114" fmla="*/ 227029 h 1105786"/>
                <a:gd name="connsiteX1-115" fmla="*/ 1591673 w 2292830"/>
                <a:gd name="connsiteY1-116" fmla="*/ 227029 h 1105786"/>
                <a:gd name="connsiteX2-117" fmla="*/ 1591673 w 2292830"/>
                <a:gd name="connsiteY2-118" fmla="*/ 0 h 1105786"/>
                <a:gd name="connsiteX3-119" fmla="*/ 2292830 w 2292830"/>
                <a:gd name="connsiteY3-120" fmla="*/ 552893 h 1105786"/>
                <a:gd name="connsiteX4-121" fmla="*/ 1591673 w 2292830"/>
                <a:gd name="connsiteY4-122" fmla="*/ 1105786 h 1105786"/>
                <a:gd name="connsiteX5-123" fmla="*/ 1591673 w 2292830"/>
                <a:gd name="connsiteY5-124" fmla="*/ 878757 h 1105786"/>
                <a:gd name="connsiteX6-125" fmla="*/ 60394 w 2292830"/>
                <a:gd name="connsiteY6-126" fmla="*/ 878757 h 1105786"/>
                <a:gd name="connsiteX7-127" fmla="*/ 60394 w 2292830"/>
                <a:gd name="connsiteY7-128" fmla="*/ 227029 h 11057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292830" h="1105786">
                  <a:moveTo>
                    <a:pt x="60394" y="227029"/>
                  </a:moveTo>
                  <a:cubicBezTo>
                    <a:pt x="592085" y="88806"/>
                    <a:pt x="1006819" y="407782"/>
                    <a:pt x="1591673" y="227029"/>
                  </a:cubicBezTo>
                  <a:lnTo>
                    <a:pt x="1591673" y="0"/>
                  </a:lnTo>
                  <a:cubicBezTo>
                    <a:pt x="1867922" y="354419"/>
                    <a:pt x="2059111" y="368595"/>
                    <a:pt x="2292830" y="552893"/>
                  </a:cubicBezTo>
                  <a:cubicBezTo>
                    <a:pt x="2059111" y="737191"/>
                    <a:pt x="1761597" y="878958"/>
                    <a:pt x="1591673" y="1105786"/>
                  </a:cubicBezTo>
                  <a:lnTo>
                    <a:pt x="1591673" y="878757"/>
                  </a:lnTo>
                  <a:cubicBezTo>
                    <a:pt x="1113145" y="666106"/>
                    <a:pt x="538922" y="1038246"/>
                    <a:pt x="60394" y="878757"/>
                  </a:cubicBezTo>
                  <a:cubicBezTo>
                    <a:pt x="-35299" y="640249"/>
                    <a:pt x="-3402" y="444272"/>
                    <a:pt x="60394" y="227029"/>
                  </a:cubicBezTo>
                  <a:close/>
                </a:path>
              </a:pathLst>
            </a:custGeom>
            <a:solidFill>
              <a:srgbClr val="112F70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 sz="975" dirty="0">
                <a:cs typeface="+mn-ea"/>
                <a:sym typeface="+mn-lt"/>
              </a:endParaRPr>
            </a:p>
          </p:txBody>
        </p:sp>
        <p:grpSp>
          <p:nvGrpSpPr>
            <p:cNvPr id="36" name="组合 35"/>
            <p:cNvGrpSpPr>
              <a:grpSpLocks noChangeAspect="1"/>
            </p:cNvGrpSpPr>
            <p:nvPr/>
          </p:nvGrpSpPr>
          <p:grpSpPr>
            <a:xfrm>
              <a:off x="3275007" y="4125831"/>
              <a:ext cx="269810" cy="267027"/>
              <a:chOff x="6967126" y="4092464"/>
              <a:chExt cx="453105" cy="448433"/>
            </a:xfrm>
            <a:solidFill>
              <a:srgbClr val="FFFFFF"/>
            </a:solidFill>
            <a:effectLst/>
          </p:grpSpPr>
          <p:sp>
            <p:nvSpPr>
              <p:cNvPr id="37" name="Freeform 136"/>
              <p:cNvSpPr/>
              <p:nvPr>
                <p:custDataLst>
                  <p:tags r:id="rId31"/>
                </p:custDataLst>
              </p:nvPr>
            </p:nvSpPr>
            <p:spPr bwMode="auto">
              <a:xfrm>
                <a:off x="6967126" y="4343773"/>
                <a:ext cx="453105" cy="197124"/>
              </a:xfrm>
              <a:custGeom>
                <a:avLst/>
                <a:gdLst>
                  <a:gd name="T0" fmla="*/ 103 w 205"/>
                  <a:gd name="T1" fmla="*/ 19 h 89"/>
                  <a:gd name="T2" fmla="*/ 47 w 205"/>
                  <a:gd name="T3" fmla="*/ 0 h 89"/>
                  <a:gd name="T4" fmla="*/ 0 w 205"/>
                  <a:gd name="T5" fmla="*/ 0 h 89"/>
                  <a:gd name="T6" fmla="*/ 0 w 205"/>
                  <a:gd name="T7" fmla="*/ 67 h 89"/>
                  <a:gd name="T8" fmla="*/ 22 w 205"/>
                  <a:gd name="T9" fmla="*/ 89 h 89"/>
                  <a:gd name="T10" fmla="*/ 183 w 205"/>
                  <a:gd name="T11" fmla="*/ 89 h 89"/>
                  <a:gd name="T12" fmla="*/ 205 w 205"/>
                  <a:gd name="T13" fmla="*/ 67 h 89"/>
                  <a:gd name="T14" fmla="*/ 205 w 205"/>
                  <a:gd name="T15" fmla="*/ 0 h 89"/>
                  <a:gd name="T16" fmla="*/ 158 w 205"/>
                  <a:gd name="T17" fmla="*/ 0 h 89"/>
                  <a:gd name="T18" fmla="*/ 103 w 205"/>
                  <a:gd name="T19" fmla="*/ 1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5" h="89">
                    <a:moveTo>
                      <a:pt x="103" y="19"/>
                    </a:moveTo>
                    <a:cubicBezTo>
                      <a:pt x="82" y="19"/>
                      <a:pt x="62" y="12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79"/>
                      <a:pt x="10" y="89"/>
                      <a:pt x="22" y="89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95" y="89"/>
                      <a:pt x="205" y="79"/>
                      <a:pt x="205" y="67"/>
                    </a:cubicBezTo>
                    <a:cubicBezTo>
                      <a:pt x="205" y="0"/>
                      <a:pt x="205" y="0"/>
                      <a:pt x="205" y="0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43" y="12"/>
                      <a:pt x="124" y="19"/>
                      <a:pt x="103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7204" tIns="33602" rIns="67204" bIns="33602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975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8" name="Freeform 137"/>
              <p:cNvSpPr>
                <a:spLocks noEditPoint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6967126" y="4092464"/>
                <a:ext cx="453105" cy="260652"/>
              </a:xfrm>
              <a:custGeom>
                <a:avLst/>
                <a:gdLst>
                  <a:gd name="T0" fmla="*/ 183 w 205"/>
                  <a:gd name="T1" fmla="*/ 42 h 118"/>
                  <a:gd name="T2" fmla="*/ 180 w 205"/>
                  <a:gd name="T3" fmla="*/ 42 h 118"/>
                  <a:gd name="T4" fmla="*/ 154 w 205"/>
                  <a:gd name="T5" fmla="*/ 42 h 118"/>
                  <a:gd name="T6" fmla="*/ 154 w 205"/>
                  <a:gd name="T7" fmla="*/ 22 h 118"/>
                  <a:gd name="T8" fmla="*/ 132 w 205"/>
                  <a:gd name="T9" fmla="*/ 0 h 118"/>
                  <a:gd name="T10" fmla="*/ 73 w 205"/>
                  <a:gd name="T11" fmla="*/ 0 h 118"/>
                  <a:gd name="T12" fmla="*/ 51 w 205"/>
                  <a:gd name="T13" fmla="*/ 22 h 118"/>
                  <a:gd name="T14" fmla="*/ 51 w 205"/>
                  <a:gd name="T15" fmla="*/ 42 h 118"/>
                  <a:gd name="T16" fmla="*/ 25 w 205"/>
                  <a:gd name="T17" fmla="*/ 42 h 118"/>
                  <a:gd name="T18" fmla="*/ 22 w 205"/>
                  <a:gd name="T19" fmla="*/ 42 h 118"/>
                  <a:gd name="T20" fmla="*/ 0 w 205"/>
                  <a:gd name="T21" fmla="*/ 64 h 118"/>
                  <a:gd name="T22" fmla="*/ 0 w 205"/>
                  <a:gd name="T23" fmla="*/ 101 h 118"/>
                  <a:gd name="T24" fmla="*/ 54 w 205"/>
                  <a:gd name="T25" fmla="*/ 101 h 118"/>
                  <a:gd name="T26" fmla="*/ 103 w 205"/>
                  <a:gd name="T27" fmla="*/ 118 h 118"/>
                  <a:gd name="T28" fmla="*/ 151 w 205"/>
                  <a:gd name="T29" fmla="*/ 101 h 118"/>
                  <a:gd name="T30" fmla="*/ 205 w 205"/>
                  <a:gd name="T31" fmla="*/ 101 h 118"/>
                  <a:gd name="T32" fmla="*/ 205 w 205"/>
                  <a:gd name="T33" fmla="*/ 64 h 118"/>
                  <a:gd name="T34" fmla="*/ 183 w 205"/>
                  <a:gd name="T35" fmla="*/ 42 h 118"/>
                  <a:gd name="T36" fmla="*/ 67 w 205"/>
                  <a:gd name="T37" fmla="*/ 26 h 118"/>
                  <a:gd name="T38" fmla="*/ 67 w 205"/>
                  <a:gd name="T39" fmla="*/ 22 h 118"/>
                  <a:gd name="T40" fmla="*/ 73 w 205"/>
                  <a:gd name="T41" fmla="*/ 17 h 118"/>
                  <a:gd name="T42" fmla="*/ 132 w 205"/>
                  <a:gd name="T43" fmla="*/ 17 h 118"/>
                  <a:gd name="T44" fmla="*/ 138 w 205"/>
                  <a:gd name="T45" fmla="*/ 22 h 118"/>
                  <a:gd name="T46" fmla="*/ 138 w 205"/>
                  <a:gd name="T47" fmla="*/ 26 h 118"/>
                  <a:gd name="T48" fmla="*/ 138 w 205"/>
                  <a:gd name="T49" fmla="*/ 42 h 118"/>
                  <a:gd name="T50" fmla="*/ 67 w 205"/>
                  <a:gd name="T51" fmla="*/ 42 h 118"/>
                  <a:gd name="T52" fmla="*/ 67 w 205"/>
                  <a:gd name="T53" fmla="*/ 26 h 118"/>
                  <a:gd name="T54" fmla="*/ 101 w 205"/>
                  <a:gd name="T55" fmla="*/ 101 h 118"/>
                  <a:gd name="T56" fmla="*/ 85 w 205"/>
                  <a:gd name="T57" fmla="*/ 86 h 118"/>
                  <a:gd name="T58" fmla="*/ 101 w 205"/>
                  <a:gd name="T59" fmla="*/ 70 h 118"/>
                  <a:gd name="T60" fmla="*/ 117 w 205"/>
                  <a:gd name="T61" fmla="*/ 86 h 118"/>
                  <a:gd name="T62" fmla="*/ 101 w 205"/>
                  <a:gd name="T63" fmla="*/ 101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05" h="118">
                    <a:moveTo>
                      <a:pt x="183" y="42"/>
                    </a:moveTo>
                    <a:cubicBezTo>
                      <a:pt x="180" y="42"/>
                      <a:pt x="180" y="42"/>
                      <a:pt x="180" y="42"/>
                    </a:cubicBezTo>
                    <a:cubicBezTo>
                      <a:pt x="154" y="42"/>
                      <a:pt x="154" y="42"/>
                      <a:pt x="154" y="42"/>
                    </a:cubicBezTo>
                    <a:cubicBezTo>
                      <a:pt x="154" y="22"/>
                      <a:pt x="154" y="22"/>
                      <a:pt x="154" y="22"/>
                    </a:cubicBezTo>
                    <a:cubicBezTo>
                      <a:pt x="154" y="10"/>
                      <a:pt x="144" y="0"/>
                      <a:pt x="132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61" y="0"/>
                      <a:pt x="51" y="10"/>
                      <a:pt x="51" y="22"/>
                    </a:cubicBezTo>
                    <a:cubicBezTo>
                      <a:pt x="51" y="42"/>
                      <a:pt x="51" y="42"/>
                      <a:pt x="51" y="42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0" y="42"/>
                      <a:pt x="0" y="52"/>
                      <a:pt x="0" y="64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54" y="101"/>
                      <a:pt x="54" y="101"/>
                      <a:pt x="54" y="101"/>
                    </a:cubicBezTo>
                    <a:cubicBezTo>
                      <a:pt x="67" y="112"/>
                      <a:pt x="84" y="118"/>
                      <a:pt x="103" y="118"/>
                    </a:cubicBezTo>
                    <a:cubicBezTo>
                      <a:pt x="121" y="118"/>
                      <a:pt x="138" y="112"/>
                      <a:pt x="151" y="101"/>
                    </a:cubicBezTo>
                    <a:cubicBezTo>
                      <a:pt x="205" y="101"/>
                      <a:pt x="205" y="101"/>
                      <a:pt x="205" y="101"/>
                    </a:cubicBezTo>
                    <a:cubicBezTo>
                      <a:pt x="205" y="64"/>
                      <a:pt x="205" y="64"/>
                      <a:pt x="205" y="64"/>
                    </a:cubicBezTo>
                    <a:cubicBezTo>
                      <a:pt x="205" y="52"/>
                      <a:pt x="195" y="42"/>
                      <a:pt x="183" y="42"/>
                    </a:cubicBezTo>
                    <a:close/>
                    <a:moveTo>
                      <a:pt x="67" y="26"/>
                    </a:moveTo>
                    <a:cubicBezTo>
                      <a:pt x="67" y="22"/>
                      <a:pt x="67" y="22"/>
                      <a:pt x="67" y="22"/>
                    </a:cubicBezTo>
                    <a:cubicBezTo>
                      <a:pt x="67" y="19"/>
                      <a:pt x="70" y="17"/>
                      <a:pt x="73" y="17"/>
                    </a:cubicBezTo>
                    <a:cubicBezTo>
                      <a:pt x="132" y="17"/>
                      <a:pt x="132" y="17"/>
                      <a:pt x="132" y="17"/>
                    </a:cubicBezTo>
                    <a:cubicBezTo>
                      <a:pt x="135" y="17"/>
                      <a:pt x="138" y="19"/>
                      <a:pt x="138" y="22"/>
                    </a:cubicBezTo>
                    <a:cubicBezTo>
                      <a:pt x="138" y="26"/>
                      <a:pt x="138" y="26"/>
                      <a:pt x="138" y="26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67" y="42"/>
                      <a:pt x="67" y="42"/>
                      <a:pt x="67" y="42"/>
                    </a:cubicBezTo>
                    <a:lnTo>
                      <a:pt x="67" y="26"/>
                    </a:lnTo>
                    <a:close/>
                    <a:moveTo>
                      <a:pt x="101" y="101"/>
                    </a:moveTo>
                    <a:cubicBezTo>
                      <a:pt x="92" y="101"/>
                      <a:pt x="85" y="94"/>
                      <a:pt x="85" y="86"/>
                    </a:cubicBezTo>
                    <a:cubicBezTo>
                      <a:pt x="85" y="77"/>
                      <a:pt x="92" y="70"/>
                      <a:pt x="101" y="70"/>
                    </a:cubicBezTo>
                    <a:cubicBezTo>
                      <a:pt x="110" y="70"/>
                      <a:pt x="117" y="77"/>
                      <a:pt x="117" y="86"/>
                    </a:cubicBezTo>
                    <a:cubicBezTo>
                      <a:pt x="117" y="94"/>
                      <a:pt x="110" y="101"/>
                      <a:pt x="101" y="10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7204" tIns="33602" rIns="67204" bIns="33602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975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9" name="组合 38"/>
          <p:cNvGrpSpPr/>
          <p:nvPr>
            <p:custDataLst>
              <p:tags r:id="rId33"/>
            </p:custDataLst>
          </p:nvPr>
        </p:nvGrpSpPr>
        <p:grpSpPr>
          <a:xfrm>
            <a:off x="2681510" y="1732237"/>
            <a:ext cx="2432315" cy="1260025"/>
            <a:chOff x="544923" y="2418093"/>
            <a:chExt cx="3243086" cy="1680034"/>
          </a:xfrm>
        </p:grpSpPr>
        <p:sp>
          <p:nvSpPr>
            <p:cNvPr id="40" name="矩形 39"/>
            <p:cNvSpPr/>
            <p:nvPr>
              <p:custDataLst>
                <p:tags r:id="rId34"/>
              </p:custDataLst>
            </p:nvPr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accent1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1" name="文本框 26"/>
            <p:cNvSpPr txBox="1"/>
            <p:nvPr>
              <p:custDataLst>
                <p:tags r:id="rId35"/>
              </p:custDataLst>
            </p:nvPr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>
            <p:custDataLst>
              <p:tags r:id="rId36"/>
            </p:custDataLst>
          </p:nvPr>
        </p:nvGrpSpPr>
        <p:grpSpPr>
          <a:xfrm>
            <a:off x="1503201" y="4399624"/>
            <a:ext cx="2432315" cy="1260025"/>
            <a:chOff x="544923" y="2418093"/>
            <a:chExt cx="3243086" cy="1680034"/>
          </a:xfrm>
        </p:grpSpPr>
        <p:sp>
          <p:nvSpPr>
            <p:cNvPr id="43" name="矩形 42"/>
            <p:cNvSpPr/>
            <p:nvPr>
              <p:custDataLst>
                <p:tags r:id="rId37"/>
              </p:custDataLst>
            </p:nvPr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accent1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4" name="文本框 26"/>
            <p:cNvSpPr txBox="1"/>
            <p:nvPr>
              <p:custDataLst>
                <p:tags r:id="rId38"/>
              </p:custDataLst>
            </p:nvPr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5" name="组合 44"/>
          <p:cNvGrpSpPr/>
          <p:nvPr>
            <p:custDataLst>
              <p:tags r:id="rId39"/>
            </p:custDataLst>
          </p:nvPr>
        </p:nvGrpSpPr>
        <p:grpSpPr>
          <a:xfrm>
            <a:off x="7252325" y="4495699"/>
            <a:ext cx="2432315" cy="1260025"/>
            <a:chOff x="544923" y="2418093"/>
            <a:chExt cx="3243086" cy="1680034"/>
          </a:xfrm>
        </p:grpSpPr>
        <p:sp>
          <p:nvSpPr>
            <p:cNvPr id="46" name="矩形 45"/>
            <p:cNvSpPr/>
            <p:nvPr>
              <p:custDataLst>
                <p:tags r:id="rId40"/>
              </p:custDataLst>
            </p:nvPr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accent1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7" name="文本框 26"/>
            <p:cNvSpPr txBox="1"/>
            <p:nvPr>
              <p:custDataLst>
                <p:tags r:id="rId41"/>
              </p:custDataLst>
            </p:nvPr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42"/>
            </p:custDataLst>
          </p:nvPr>
        </p:nvGrpSpPr>
        <p:grpSpPr>
          <a:xfrm>
            <a:off x="9300533" y="1629967"/>
            <a:ext cx="2432315" cy="1260025"/>
            <a:chOff x="544923" y="2418093"/>
            <a:chExt cx="3243086" cy="1680034"/>
          </a:xfrm>
        </p:grpSpPr>
        <p:sp>
          <p:nvSpPr>
            <p:cNvPr id="49" name="矩形 48"/>
            <p:cNvSpPr/>
            <p:nvPr>
              <p:custDataLst>
                <p:tags r:id="rId43"/>
              </p:custDataLst>
            </p:nvPr>
          </p:nvSpPr>
          <p:spPr>
            <a:xfrm>
              <a:off x="544923" y="2910536"/>
              <a:ext cx="3243086" cy="1187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accent1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2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0" name="文本框 26"/>
            <p:cNvSpPr txBox="1"/>
            <p:nvPr>
              <p:custDataLst>
                <p:tags r:id="rId44"/>
              </p:custDataLst>
            </p:nvPr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3" name="图片 2" descr="女人在沙滩上&#10;&#10;描述已自动生成"/>
          <p:cNvPicPr/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6" b="39300"/>
          <a:stretch>
            <a:fillRect/>
          </a:stretch>
        </p:blipFill>
        <p:spPr>
          <a:xfrm flipH="1">
            <a:off x="1285875" y="1594049"/>
            <a:ext cx="9620250" cy="2614215"/>
          </a:xfrm>
          <a:prstGeom prst="rect">
            <a:avLst/>
          </a:prstGeom>
        </p:spPr>
      </p:pic>
      <p:sp>
        <p:nvSpPr>
          <p:cNvPr id="21" name="椭圆 20"/>
          <p:cNvSpPr/>
          <p:nvPr/>
        </p:nvSpPr>
        <p:spPr>
          <a:xfrm>
            <a:off x="1662880" y="3849578"/>
            <a:ext cx="717370" cy="717370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2935465" y="3849578"/>
            <a:ext cx="717370" cy="717370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181290" y="3849578"/>
            <a:ext cx="717370" cy="717370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iconfont-10043-4933178"/>
          <p:cNvSpPr>
            <a:spLocks noChangeAspect="1"/>
          </p:cNvSpPr>
          <p:nvPr/>
        </p:nvSpPr>
        <p:spPr bwMode="auto">
          <a:xfrm>
            <a:off x="3164677" y="4055240"/>
            <a:ext cx="258945" cy="302782"/>
          </a:xfrm>
          <a:custGeom>
            <a:avLst/>
            <a:gdLst>
              <a:gd name="connsiteX0" fmla="*/ 151704 w 516468"/>
              <a:gd name="connsiteY0" fmla="*/ 503124 h 603899"/>
              <a:gd name="connsiteX1" fmla="*/ 124432 w 516468"/>
              <a:gd name="connsiteY1" fmla="*/ 529503 h 603899"/>
              <a:gd name="connsiteX2" fmla="*/ 151704 w 516468"/>
              <a:gd name="connsiteY2" fmla="*/ 556004 h 603899"/>
              <a:gd name="connsiteX3" fmla="*/ 364764 w 516468"/>
              <a:gd name="connsiteY3" fmla="*/ 556004 h 603899"/>
              <a:gd name="connsiteX4" fmla="*/ 391914 w 516468"/>
              <a:gd name="connsiteY4" fmla="*/ 529503 h 603899"/>
              <a:gd name="connsiteX5" fmla="*/ 364764 w 516468"/>
              <a:gd name="connsiteY5" fmla="*/ 503124 h 603899"/>
              <a:gd name="connsiteX6" fmla="*/ 151704 w 516468"/>
              <a:gd name="connsiteY6" fmla="*/ 409643 h 603899"/>
              <a:gd name="connsiteX7" fmla="*/ 124432 w 516468"/>
              <a:gd name="connsiteY7" fmla="*/ 436022 h 603899"/>
              <a:gd name="connsiteX8" fmla="*/ 151704 w 516468"/>
              <a:gd name="connsiteY8" fmla="*/ 462523 h 603899"/>
              <a:gd name="connsiteX9" fmla="*/ 364764 w 516468"/>
              <a:gd name="connsiteY9" fmla="*/ 462523 h 603899"/>
              <a:gd name="connsiteX10" fmla="*/ 391914 w 516468"/>
              <a:gd name="connsiteY10" fmla="*/ 436022 h 603899"/>
              <a:gd name="connsiteX11" fmla="*/ 364764 w 516468"/>
              <a:gd name="connsiteY11" fmla="*/ 409643 h 603899"/>
              <a:gd name="connsiteX12" fmla="*/ 95334 w 516468"/>
              <a:gd name="connsiteY12" fmla="*/ 353603 h 603899"/>
              <a:gd name="connsiteX13" fmla="*/ 421134 w 516468"/>
              <a:gd name="connsiteY13" fmla="*/ 353603 h 603899"/>
              <a:gd name="connsiteX14" fmla="*/ 421134 w 516468"/>
              <a:gd name="connsiteY14" fmla="*/ 485133 h 603899"/>
              <a:gd name="connsiteX15" fmla="*/ 421134 w 516468"/>
              <a:gd name="connsiteY15" fmla="*/ 539836 h 603899"/>
              <a:gd name="connsiteX16" fmla="*/ 421134 w 516468"/>
              <a:gd name="connsiteY16" fmla="*/ 603899 h 603899"/>
              <a:gd name="connsiteX17" fmla="*/ 95334 w 516468"/>
              <a:gd name="connsiteY17" fmla="*/ 603899 h 603899"/>
              <a:gd name="connsiteX18" fmla="*/ 95334 w 516468"/>
              <a:gd name="connsiteY18" fmla="*/ 539836 h 603899"/>
              <a:gd name="connsiteX19" fmla="*/ 95334 w 516468"/>
              <a:gd name="connsiteY19" fmla="*/ 485133 h 603899"/>
              <a:gd name="connsiteX20" fmla="*/ 0 w 516468"/>
              <a:gd name="connsiteY20" fmla="*/ 175426 h 603899"/>
              <a:gd name="connsiteX21" fmla="*/ 516468 w 516468"/>
              <a:gd name="connsiteY21" fmla="*/ 175426 h 603899"/>
              <a:gd name="connsiteX22" fmla="*/ 516468 w 516468"/>
              <a:gd name="connsiteY22" fmla="*/ 485138 h 603899"/>
              <a:gd name="connsiteX23" fmla="*/ 468011 w 516468"/>
              <a:gd name="connsiteY23" fmla="*/ 485138 h 603899"/>
              <a:gd name="connsiteX24" fmla="*/ 468011 w 516468"/>
              <a:gd name="connsiteY24" fmla="*/ 330282 h 603899"/>
              <a:gd name="connsiteX25" fmla="*/ 444635 w 516468"/>
              <a:gd name="connsiteY25" fmla="*/ 306944 h 603899"/>
              <a:gd name="connsiteX26" fmla="*/ 71833 w 516468"/>
              <a:gd name="connsiteY26" fmla="*/ 306944 h 603899"/>
              <a:gd name="connsiteX27" fmla="*/ 48457 w 516468"/>
              <a:gd name="connsiteY27" fmla="*/ 330282 h 603899"/>
              <a:gd name="connsiteX28" fmla="*/ 48457 w 516468"/>
              <a:gd name="connsiteY28" fmla="*/ 485138 h 603899"/>
              <a:gd name="connsiteX29" fmla="*/ 0 w 516468"/>
              <a:gd name="connsiteY29" fmla="*/ 485138 h 603899"/>
              <a:gd name="connsiteX30" fmla="*/ 95334 w 516468"/>
              <a:gd name="connsiteY30" fmla="*/ 0 h 603899"/>
              <a:gd name="connsiteX31" fmla="*/ 421205 w 516468"/>
              <a:gd name="connsiteY31" fmla="*/ 0 h 603899"/>
              <a:gd name="connsiteX32" fmla="*/ 421205 w 516468"/>
              <a:gd name="connsiteY32" fmla="*/ 120737 h 603899"/>
              <a:gd name="connsiteX33" fmla="*/ 95334 w 516468"/>
              <a:gd name="connsiteY33" fmla="*/ 120737 h 60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516468" h="603899">
                <a:moveTo>
                  <a:pt x="151704" y="503124"/>
                </a:moveTo>
                <a:cubicBezTo>
                  <a:pt x="136729" y="503124"/>
                  <a:pt x="124432" y="514916"/>
                  <a:pt x="124432" y="529503"/>
                </a:cubicBezTo>
                <a:cubicBezTo>
                  <a:pt x="124432" y="544212"/>
                  <a:pt x="136729" y="556004"/>
                  <a:pt x="151704" y="556004"/>
                </a:cubicBezTo>
                <a:lnTo>
                  <a:pt x="364764" y="556004"/>
                </a:lnTo>
                <a:cubicBezTo>
                  <a:pt x="379739" y="556004"/>
                  <a:pt x="391914" y="544212"/>
                  <a:pt x="391914" y="529503"/>
                </a:cubicBezTo>
                <a:cubicBezTo>
                  <a:pt x="391914" y="514916"/>
                  <a:pt x="379739" y="503124"/>
                  <a:pt x="364764" y="503124"/>
                </a:cubicBezTo>
                <a:close/>
                <a:moveTo>
                  <a:pt x="151704" y="409643"/>
                </a:moveTo>
                <a:cubicBezTo>
                  <a:pt x="136729" y="409643"/>
                  <a:pt x="124432" y="421435"/>
                  <a:pt x="124432" y="436022"/>
                </a:cubicBezTo>
                <a:cubicBezTo>
                  <a:pt x="124432" y="450731"/>
                  <a:pt x="136729" y="462523"/>
                  <a:pt x="151704" y="462523"/>
                </a:cubicBezTo>
                <a:lnTo>
                  <a:pt x="364764" y="462523"/>
                </a:lnTo>
                <a:cubicBezTo>
                  <a:pt x="379739" y="462523"/>
                  <a:pt x="391914" y="450731"/>
                  <a:pt x="391914" y="436022"/>
                </a:cubicBezTo>
                <a:cubicBezTo>
                  <a:pt x="391914" y="421435"/>
                  <a:pt x="379739" y="409643"/>
                  <a:pt x="364764" y="409643"/>
                </a:cubicBezTo>
                <a:close/>
                <a:moveTo>
                  <a:pt x="95334" y="353603"/>
                </a:moveTo>
                <a:lnTo>
                  <a:pt x="421134" y="353603"/>
                </a:lnTo>
                <a:lnTo>
                  <a:pt x="421134" y="485133"/>
                </a:lnTo>
                <a:lnTo>
                  <a:pt x="421134" y="539836"/>
                </a:lnTo>
                <a:lnTo>
                  <a:pt x="421134" y="603899"/>
                </a:lnTo>
                <a:lnTo>
                  <a:pt x="95334" y="603899"/>
                </a:lnTo>
                <a:lnTo>
                  <a:pt x="95334" y="539836"/>
                </a:lnTo>
                <a:lnTo>
                  <a:pt x="95334" y="485133"/>
                </a:lnTo>
                <a:close/>
                <a:moveTo>
                  <a:pt x="0" y="175426"/>
                </a:moveTo>
                <a:lnTo>
                  <a:pt x="516468" y="175426"/>
                </a:lnTo>
                <a:lnTo>
                  <a:pt x="516468" y="485138"/>
                </a:lnTo>
                <a:lnTo>
                  <a:pt x="468011" y="485138"/>
                </a:lnTo>
                <a:lnTo>
                  <a:pt x="468011" y="330282"/>
                </a:lnTo>
                <a:cubicBezTo>
                  <a:pt x="468011" y="317398"/>
                  <a:pt x="457541" y="306944"/>
                  <a:pt x="444635" y="306944"/>
                </a:cubicBezTo>
                <a:lnTo>
                  <a:pt x="71833" y="306944"/>
                </a:lnTo>
                <a:cubicBezTo>
                  <a:pt x="58928" y="306944"/>
                  <a:pt x="48457" y="317398"/>
                  <a:pt x="48457" y="330282"/>
                </a:cubicBezTo>
                <a:lnTo>
                  <a:pt x="48457" y="485138"/>
                </a:lnTo>
                <a:lnTo>
                  <a:pt x="0" y="485138"/>
                </a:lnTo>
                <a:close/>
                <a:moveTo>
                  <a:pt x="95334" y="0"/>
                </a:moveTo>
                <a:lnTo>
                  <a:pt x="421205" y="0"/>
                </a:lnTo>
                <a:lnTo>
                  <a:pt x="421205" y="120737"/>
                </a:lnTo>
                <a:lnTo>
                  <a:pt x="95334" y="12073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286626" y="2036625"/>
            <a:ext cx="3184544" cy="1802387"/>
          </a:xfrm>
          <a:prstGeom prst="rect">
            <a:avLst/>
          </a:prstGeom>
          <a:solidFill>
            <a:schemeClr val="tx2">
              <a:alpha val="94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iconfont-10043-4933178"/>
          <p:cNvSpPr>
            <a:spLocks noChangeAspect="1"/>
          </p:cNvSpPr>
          <p:nvPr/>
        </p:nvSpPr>
        <p:spPr bwMode="auto">
          <a:xfrm>
            <a:off x="4414147" y="4063692"/>
            <a:ext cx="251655" cy="302782"/>
          </a:xfrm>
          <a:custGeom>
            <a:avLst/>
            <a:gdLst>
              <a:gd name="connsiteX0" fmla="*/ 6506 w 505389"/>
              <a:gd name="connsiteY0" fmla="*/ 595078 h 608062"/>
              <a:gd name="connsiteX1" fmla="*/ 38932 w 505389"/>
              <a:gd name="connsiteY1" fmla="*/ 595078 h 608062"/>
              <a:gd name="connsiteX2" fmla="*/ 51842 w 505389"/>
              <a:gd name="connsiteY2" fmla="*/ 595078 h 608062"/>
              <a:gd name="connsiteX3" fmla="*/ 64853 w 505389"/>
              <a:gd name="connsiteY3" fmla="*/ 595078 h 608062"/>
              <a:gd name="connsiteX4" fmla="*/ 71257 w 505389"/>
              <a:gd name="connsiteY4" fmla="*/ 595078 h 608062"/>
              <a:gd name="connsiteX5" fmla="*/ 77763 w 505389"/>
              <a:gd name="connsiteY5" fmla="*/ 601570 h 608062"/>
              <a:gd name="connsiteX6" fmla="*/ 77051 w 505389"/>
              <a:gd name="connsiteY6" fmla="*/ 604410 h 608062"/>
              <a:gd name="connsiteX7" fmla="*/ 71257 w 505389"/>
              <a:gd name="connsiteY7" fmla="*/ 608062 h 608062"/>
              <a:gd name="connsiteX8" fmla="*/ 51842 w 505389"/>
              <a:gd name="connsiteY8" fmla="*/ 608062 h 608062"/>
              <a:gd name="connsiteX9" fmla="*/ 38831 w 505389"/>
              <a:gd name="connsiteY9" fmla="*/ 608062 h 608062"/>
              <a:gd name="connsiteX10" fmla="*/ 6506 w 505389"/>
              <a:gd name="connsiteY10" fmla="*/ 608062 h 608062"/>
              <a:gd name="connsiteX11" fmla="*/ 0 w 505389"/>
              <a:gd name="connsiteY11" fmla="*/ 601570 h 608062"/>
              <a:gd name="connsiteX12" fmla="*/ 6506 w 505389"/>
              <a:gd name="connsiteY12" fmla="*/ 595078 h 608062"/>
              <a:gd name="connsiteX13" fmla="*/ 6506 w 505389"/>
              <a:gd name="connsiteY13" fmla="*/ 569180 h 608062"/>
              <a:gd name="connsiteX14" fmla="*/ 38932 w 505389"/>
              <a:gd name="connsiteY14" fmla="*/ 569180 h 608062"/>
              <a:gd name="connsiteX15" fmla="*/ 51842 w 505389"/>
              <a:gd name="connsiteY15" fmla="*/ 569180 h 608062"/>
              <a:gd name="connsiteX16" fmla="*/ 64853 w 505389"/>
              <a:gd name="connsiteY16" fmla="*/ 569180 h 608062"/>
              <a:gd name="connsiteX17" fmla="*/ 71257 w 505389"/>
              <a:gd name="connsiteY17" fmla="*/ 569180 h 608062"/>
              <a:gd name="connsiteX18" fmla="*/ 77763 w 505389"/>
              <a:gd name="connsiteY18" fmla="*/ 575687 h 608062"/>
              <a:gd name="connsiteX19" fmla="*/ 77051 w 505389"/>
              <a:gd name="connsiteY19" fmla="*/ 578534 h 608062"/>
              <a:gd name="connsiteX20" fmla="*/ 71257 w 505389"/>
              <a:gd name="connsiteY20" fmla="*/ 582093 h 608062"/>
              <a:gd name="connsiteX21" fmla="*/ 51842 w 505389"/>
              <a:gd name="connsiteY21" fmla="*/ 582093 h 608062"/>
              <a:gd name="connsiteX22" fmla="*/ 38831 w 505389"/>
              <a:gd name="connsiteY22" fmla="*/ 582093 h 608062"/>
              <a:gd name="connsiteX23" fmla="*/ 6506 w 505389"/>
              <a:gd name="connsiteY23" fmla="*/ 582093 h 608062"/>
              <a:gd name="connsiteX24" fmla="*/ 0 w 505389"/>
              <a:gd name="connsiteY24" fmla="*/ 575687 h 608062"/>
              <a:gd name="connsiteX25" fmla="*/ 6506 w 505389"/>
              <a:gd name="connsiteY25" fmla="*/ 569180 h 608062"/>
              <a:gd name="connsiteX26" fmla="*/ 6506 w 505389"/>
              <a:gd name="connsiteY26" fmla="*/ 543283 h 608062"/>
              <a:gd name="connsiteX27" fmla="*/ 38932 w 505389"/>
              <a:gd name="connsiteY27" fmla="*/ 543283 h 608062"/>
              <a:gd name="connsiteX28" fmla="*/ 51842 w 505389"/>
              <a:gd name="connsiteY28" fmla="*/ 543283 h 608062"/>
              <a:gd name="connsiteX29" fmla="*/ 64853 w 505389"/>
              <a:gd name="connsiteY29" fmla="*/ 543283 h 608062"/>
              <a:gd name="connsiteX30" fmla="*/ 71257 w 505389"/>
              <a:gd name="connsiteY30" fmla="*/ 543283 h 608062"/>
              <a:gd name="connsiteX31" fmla="*/ 77763 w 505389"/>
              <a:gd name="connsiteY31" fmla="*/ 549775 h 608062"/>
              <a:gd name="connsiteX32" fmla="*/ 77051 w 505389"/>
              <a:gd name="connsiteY32" fmla="*/ 552615 h 608062"/>
              <a:gd name="connsiteX33" fmla="*/ 71257 w 505389"/>
              <a:gd name="connsiteY33" fmla="*/ 556267 h 608062"/>
              <a:gd name="connsiteX34" fmla="*/ 51842 w 505389"/>
              <a:gd name="connsiteY34" fmla="*/ 556267 h 608062"/>
              <a:gd name="connsiteX35" fmla="*/ 38831 w 505389"/>
              <a:gd name="connsiteY35" fmla="*/ 556267 h 608062"/>
              <a:gd name="connsiteX36" fmla="*/ 6506 w 505389"/>
              <a:gd name="connsiteY36" fmla="*/ 556267 h 608062"/>
              <a:gd name="connsiteX37" fmla="*/ 0 w 505389"/>
              <a:gd name="connsiteY37" fmla="*/ 549775 h 608062"/>
              <a:gd name="connsiteX38" fmla="*/ 6506 w 505389"/>
              <a:gd name="connsiteY38" fmla="*/ 543283 h 608062"/>
              <a:gd name="connsiteX39" fmla="*/ 6506 w 505389"/>
              <a:gd name="connsiteY39" fmla="*/ 517456 h 608062"/>
              <a:gd name="connsiteX40" fmla="*/ 38932 w 505389"/>
              <a:gd name="connsiteY40" fmla="*/ 517456 h 608062"/>
              <a:gd name="connsiteX41" fmla="*/ 51842 w 505389"/>
              <a:gd name="connsiteY41" fmla="*/ 517456 h 608062"/>
              <a:gd name="connsiteX42" fmla="*/ 64853 w 505389"/>
              <a:gd name="connsiteY42" fmla="*/ 517456 h 608062"/>
              <a:gd name="connsiteX43" fmla="*/ 71257 w 505389"/>
              <a:gd name="connsiteY43" fmla="*/ 517456 h 608062"/>
              <a:gd name="connsiteX44" fmla="*/ 77763 w 505389"/>
              <a:gd name="connsiteY44" fmla="*/ 523928 h 608062"/>
              <a:gd name="connsiteX45" fmla="*/ 77051 w 505389"/>
              <a:gd name="connsiteY45" fmla="*/ 526760 h 608062"/>
              <a:gd name="connsiteX46" fmla="*/ 71257 w 505389"/>
              <a:gd name="connsiteY46" fmla="*/ 530299 h 608062"/>
              <a:gd name="connsiteX47" fmla="*/ 51842 w 505389"/>
              <a:gd name="connsiteY47" fmla="*/ 530299 h 608062"/>
              <a:gd name="connsiteX48" fmla="*/ 38831 w 505389"/>
              <a:gd name="connsiteY48" fmla="*/ 530299 h 608062"/>
              <a:gd name="connsiteX49" fmla="*/ 6506 w 505389"/>
              <a:gd name="connsiteY49" fmla="*/ 530299 h 608062"/>
              <a:gd name="connsiteX50" fmla="*/ 0 w 505389"/>
              <a:gd name="connsiteY50" fmla="*/ 523928 h 608062"/>
              <a:gd name="connsiteX51" fmla="*/ 6506 w 505389"/>
              <a:gd name="connsiteY51" fmla="*/ 517456 h 608062"/>
              <a:gd name="connsiteX52" fmla="*/ 414642 w 505389"/>
              <a:gd name="connsiteY52" fmla="*/ 504543 h 608062"/>
              <a:gd name="connsiteX53" fmla="*/ 479383 w 505389"/>
              <a:gd name="connsiteY53" fmla="*/ 504543 h 608062"/>
              <a:gd name="connsiteX54" fmla="*/ 485278 w 505389"/>
              <a:gd name="connsiteY54" fmla="*/ 504543 h 608062"/>
              <a:gd name="connsiteX55" fmla="*/ 414642 w 505389"/>
              <a:gd name="connsiteY55" fmla="*/ 577296 h 608062"/>
              <a:gd name="connsiteX56" fmla="*/ 6506 w 505389"/>
              <a:gd name="connsiteY56" fmla="*/ 491559 h 608062"/>
              <a:gd name="connsiteX57" fmla="*/ 38932 w 505389"/>
              <a:gd name="connsiteY57" fmla="*/ 491559 h 608062"/>
              <a:gd name="connsiteX58" fmla="*/ 51842 w 505389"/>
              <a:gd name="connsiteY58" fmla="*/ 491559 h 608062"/>
              <a:gd name="connsiteX59" fmla="*/ 64853 w 505389"/>
              <a:gd name="connsiteY59" fmla="*/ 491559 h 608062"/>
              <a:gd name="connsiteX60" fmla="*/ 71257 w 505389"/>
              <a:gd name="connsiteY60" fmla="*/ 491559 h 608062"/>
              <a:gd name="connsiteX61" fmla="*/ 77763 w 505389"/>
              <a:gd name="connsiteY61" fmla="*/ 498051 h 608062"/>
              <a:gd name="connsiteX62" fmla="*/ 77051 w 505389"/>
              <a:gd name="connsiteY62" fmla="*/ 500891 h 608062"/>
              <a:gd name="connsiteX63" fmla="*/ 71257 w 505389"/>
              <a:gd name="connsiteY63" fmla="*/ 504543 h 608062"/>
              <a:gd name="connsiteX64" fmla="*/ 51842 w 505389"/>
              <a:gd name="connsiteY64" fmla="*/ 504543 h 608062"/>
              <a:gd name="connsiteX65" fmla="*/ 38831 w 505389"/>
              <a:gd name="connsiteY65" fmla="*/ 504543 h 608062"/>
              <a:gd name="connsiteX66" fmla="*/ 6506 w 505389"/>
              <a:gd name="connsiteY66" fmla="*/ 504543 h 608062"/>
              <a:gd name="connsiteX67" fmla="*/ 0 w 505389"/>
              <a:gd name="connsiteY67" fmla="*/ 498051 h 608062"/>
              <a:gd name="connsiteX68" fmla="*/ 6506 w 505389"/>
              <a:gd name="connsiteY68" fmla="*/ 491559 h 608062"/>
              <a:gd name="connsiteX69" fmla="*/ 6506 w 505389"/>
              <a:gd name="connsiteY69" fmla="*/ 465661 h 608062"/>
              <a:gd name="connsiteX70" fmla="*/ 38932 w 505389"/>
              <a:gd name="connsiteY70" fmla="*/ 465661 h 608062"/>
              <a:gd name="connsiteX71" fmla="*/ 51842 w 505389"/>
              <a:gd name="connsiteY71" fmla="*/ 465661 h 608062"/>
              <a:gd name="connsiteX72" fmla="*/ 64853 w 505389"/>
              <a:gd name="connsiteY72" fmla="*/ 465661 h 608062"/>
              <a:gd name="connsiteX73" fmla="*/ 71257 w 505389"/>
              <a:gd name="connsiteY73" fmla="*/ 465661 h 608062"/>
              <a:gd name="connsiteX74" fmla="*/ 77763 w 505389"/>
              <a:gd name="connsiteY74" fmla="*/ 472168 h 608062"/>
              <a:gd name="connsiteX75" fmla="*/ 77051 w 505389"/>
              <a:gd name="connsiteY75" fmla="*/ 475015 h 608062"/>
              <a:gd name="connsiteX76" fmla="*/ 71257 w 505389"/>
              <a:gd name="connsiteY76" fmla="*/ 478574 h 608062"/>
              <a:gd name="connsiteX77" fmla="*/ 51842 w 505389"/>
              <a:gd name="connsiteY77" fmla="*/ 478574 h 608062"/>
              <a:gd name="connsiteX78" fmla="*/ 38831 w 505389"/>
              <a:gd name="connsiteY78" fmla="*/ 478574 h 608062"/>
              <a:gd name="connsiteX79" fmla="*/ 6506 w 505389"/>
              <a:gd name="connsiteY79" fmla="*/ 478574 h 608062"/>
              <a:gd name="connsiteX80" fmla="*/ 0 w 505389"/>
              <a:gd name="connsiteY80" fmla="*/ 472168 h 608062"/>
              <a:gd name="connsiteX81" fmla="*/ 6506 w 505389"/>
              <a:gd name="connsiteY81" fmla="*/ 465661 h 608062"/>
              <a:gd name="connsiteX82" fmla="*/ 6506 w 505389"/>
              <a:gd name="connsiteY82" fmla="*/ 439834 h 608062"/>
              <a:gd name="connsiteX83" fmla="*/ 38932 w 505389"/>
              <a:gd name="connsiteY83" fmla="*/ 439834 h 608062"/>
              <a:gd name="connsiteX84" fmla="*/ 51842 w 505389"/>
              <a:gd name="connsiteY84" fmla="*/ 439834 h 608062"/>
              <a:gd name="connsiteX85" fmla="*/ 64853 w 505389"/>
              <a:gd name="connsiteY85" fmla="*/ 439834 h 608062"/>
              <a:gd name="connsiteX86" fmla="*/ 71257 w 505389"/>
              <a:gd name="connsiteY86" fmla="*/ 439834 h 608062"/>
              <a:gd name="connsiteX87" fmla="*/ 77763 w 505389"/>
              <a:gd name="connsiteY87" fmla="*/ 446326 h 608062"/>
              <a:gd name="connsiteX88" fmla="*/ 77051 w 505389"/>
              <a:gd name="connsiteY88" fmla="*/ 449166 h 608062"/>
              <a:gd name="connsiteX89" fmla="*/ 71257 w 505389"/>
              <a:gd name="connsiteY89" fmla="*/ 452818 h 608062"/>
              <a:gd name="connsiteX90" fmla="*/ 51842 w 505389"/>
              <a:gd name="connsiteY90" fmla="*/ 452818 h 608062"/>
              <a:gd name="connsiteX91" fmla="*/ 38831 w 505389"/>
              <a:gd name="connsiteY91" fmla="*/ 452818 h 608062"/>
              <a:gd name="connsiteX92" fmla="*/ 6506 w 505389"/>
              <a:gd name="connsiteY92" fmla="*/ 452818 h 608062"/>
              <a:gd name="connsiteX93" fmla="*/ 0 w 505389"/>
              <a:gd name="connsiteY93" fmla="*/ 446326 h 608062"/>
              <a:gd name="connsiteX94" fmla="*/ 6506 w 505389"/>
              <a:gd name="connsiteY94" fmla="*/ 439834 h 608062"/>
              <a:gd name="connsiteX95" fmla="*/ 6506 w 505389"/>
              <a:gd name="connsiteY95" fmla="*/ 413937 h 608062"/>
              <a:gd name="connsiteX96" fmla="*/ 38932 w 505389"/>
              <a:gd name="connsiteY96" fmla="*/ 413937 h 608062"/>
              <a:gd name="connsiteX97" fmla="*/ 51842 w 505389"/>
              <a:gd name="connsiteY97" fmla="*/ 413937 h 608062"/>
              <a:gd name="connsiteX98" fmla="*/ 64853 w 505389"/>
              <a:gd name="connsiteY98" fmla="*/ 413937 h 608062"/>
              <a:gd name="connsiteX99" fmla="*/ 71257 w 505389"/>
              <a:gd name="connsiteY99" fmla="*/ 413937 h 608062"/>
              <a:gd name="connsiteX100" fmla="*/ 77763 w 505389"/>
              <a:gd name="connsiteY100" fmla="*/ 420444 h 608062"/>
              <a:gd name="connsiteX101" fmla="*/ 77051 w 505389"/>
              <a:gd name="connsiteY101" fmla="*/ 423291 h 608062"/>
              <a:gd name="connsiteX102" fmla="*/ 71257 w 505389"/>
              <a:gd name="connsiteY102" fmla="*/ 426850 h 608062"/>
              <a:gd name="connsiteX103" fmla="*/ 51842 w 505389"/>
              <a:gd name="connsiteY103" fmla="*/ 426850 h 608062"/>
              <a:gd name="connsiteX104" fmla="*/ 38831 w 505389"/>
              <a:gd name="connsiteY104" fmla="*/ 426850 h 608062"/>
              <a:gd name="connsiteX105" fmla="*/ 6506 w 505389"/>
              <a:gd name="connsiteY105" fmla="*/ 426850 h 608062"/>
              <a:gd name="connsiteX106" fmla="*/ 0 w 505389"/>
              <a:gd name="connsiteY106" fmla="*/ 420444 h 608062"/>
              <a:gd name="connsiteX107" fmla="*/ 6506 w 505389"/>
              <a:gd name="connsiteY107" fmla="*/ 413937 h 608062"/>
              <a:gd name="connsiteX108" fmla="*/ 6506 w 505389"/>
              <a:gd name="connsiteY108" fmla="*/ 388110 h 608062"/>
              <a:gd name="connsiteX109" fmla="*/ 38932 w 505389"/>
              <a:gd name="connsiteY109" fmla="*/ 388110 h 608062"/>
              <a:gd name="connsiteX110" fmla="*/ 51842 w 505389"/>
              <a:gd name="connsiteY110" fmla="*/ 388110 h 608062"/>
              <a:gd name="connsiteX111" fmla="*/ 64853 w 505389"/>
              <a:gd name="connsiteY111" fmla="*/ 388110 h 608062"/>
              <a:gd name="connsiteX112" fmla="*/ 71257 w 505389"/>
              <a:gd name="connsiteY112" fmla="*/ 388110 h 608062"/>
              <a:gd name="connsiteX113" fmla="*/ 77763 w 505389"/>
              <a:gd name="connsiteY113" fmla="*/ 394602 h 608062"/>
              <a:gd name="connsiteX114" fmla="*/ 77051 w 505389"/>
              <a:gd name="connsiteY114" fmla="*/ 397442 h 608062"/>
              <a:gd name="connsiteX115" fmla="*/ 71257 w 505389"/>
              <a:gd name="connsiteY115" fmla="*/ 401094 h 608062"/>
              <a:gd name="connsiteX116" fmla="*/ 51842 w 505389"/>
              <a:gd name="connsiteY116" fmla="*/ 401094 h 608062"/>
              <a:gd name="connsiteX117" fmla="*/ 38831 w 505389"/>
              <a:gd name="connsiteY117" fmla="*/ 401094 h 608062"/>
              <a:gd name="connsiteX118" fmla="*/ 6506 w 505389"/>
              <a:gd name="connsiteY118" fmla="*/ 401094 h 608062"/>
              <a:gd name="connsiteX119" fmla="*/ 0 w 505389"/>
              <a:gd name="connsiteY119" fmla="*/ 394602 h 608062"/>
              <a:gd name="connsiteX120" fmla="*/ 6506 w 505389"/>
              <a:gd name="connsiteY120" fmla="*/ 388110 h 608062"/>
              <a:gd name="connsiteX121" fmla="*/ 142578 w 505389"/>
              <a:gd name="connsiteY121" fmla="*/ 375182 h 608062"/>
              <a:gd name="connsiteX122" fmla="*/ 142578 w 505389"/>
              <a:gd name="connsiteY122" fmla="*/ 388067 h 608062"/>
              <a:gd name="connsiteX123" fmla="*/ 323882 w 505389"/>
              <a:gd name="connsiteY123" fmla="*/ 388067 h 608062"/>
              <a:gd name="connsiteX124" fmla="*/ 323983 w 505389"/>
              <a:gd name="connsiteY124" fmla="*/ 388067 h 608062"/>
              <a:gd name="connsiteX125" fmla="*/ 323983 w 505389"/>
              <a:gd name="connsiteY125" fmla="*/ 375182 h 608062"/>
              <a:gd name="connsiteX126" fmla="*/ 6506 w 505389"/>
              <a:gd name="connsiteY126" fmla="*/ 362212 h 608062"/>
              <a:gd name="connsiteX127" fmla="*/ 38932 w 505389"/>
              <a:gd name="connsiteY127" fmla="*/ 362212 h 608062"/>
              <a:gd name="connsiteX128" fmla="*/ 51842 w 505389"/>
              <a:gd name="connsiteY128" fmla="*/ 362212 h 608062"/>
              <a:gd name="connsiteX129" fmla="*/ 64853 w 505389"/>
              <a:gd name="connsiteY129" fmla="*/ 362212 h 608062"/>
              <a:gd name="connsiteX130" fmla="*/ 71257 w 505389"/>
              <a:gd name="connsiteY130" fmla="*/ 362212 h 608062"/>
              <a:gd name="connsiteX131" fmla="*/ 77763 w 505389"/>
              <a:gd name="connsiteY131" fmla="*/ 368719 h 608062"/>
              <a:gd name="connsiteX132" fmla="*/ 77051 w 505389"/>
              <a:gd name="connsiteY132" fmla="*/ 371566 h 608062"/>
              <a:gd name="connsiteX133" fmla="*/ 71257 w 505389"/>
              <a:gd name="connsiteY133" fmla="*/ 375125 h 608062"/>
              <a:gd name="connsiteX134" fmla="*/ 51842 w 505389"/>
              <a:gd name="connsiteY134" fmla="*/ 375125 h 608062"/>
              <a:gd name="connsiteX135" fmla="*/ 38831 w 505389"/>
              <a:gd name="connsiteY135" fmla="*/ 375125 h 608062"/>
              <a:gd name="connsiteX136" fmla="*/ 6506 w 505389"/>
              <a:gd name="connsiteY136" fmla="*/ 375125 h 608062"/>
              <a:gd name="connsiteX137" fmla="*/ 0 w 505389"/>
              <a:gd name="connsiteY137" fmla="*/ 368719 h 608062"/>
              <a:gd name="connsiteX138" fmla="*/ 6506 w 505389"/>
              <a:gd name="connsiteY138" fmla="*/ 362212 h 608062"/>
              <a:gd name="connsiteX139" fmla="*/ 142578 w 505389"/>
              <a:gd name="connsiteY139" fmla="*/ 336325 h 608062"/>
              <a:gd name="connsiteX140" fmla="*/ 142578 w 505389"/>
              <a:gd name="connsiteY140" fmla="*/ 349311 h 608062"/>
              <a:gd name="connsiteX141" fmla="*/ 466466 w 505389"/>
              <a:gd name="connsiteY141" fmla="*/ 349311 h 608062"/>
              <a:gd name="connsiteX142" fmla="*/ 466466 w 505389"/>
              <a:gd name="connsiteY142" fmla="*/ 336325 h 608062"/>
              <a:gd name="connsiteX143" fmla="*/ 6506 w 505389"/>
              <a:gd name="connsiteY143" fmla="*/ 336315 h 608062"/>
              <a:gd name="connsiteX144" fmla="*/ 38932 w 505389"/>
              <a:gd name="connsiteY144" fmla="*/ 336315 h 608062"/>
              <a:gd name="connsiteX145" fmla="*/ 51842 w 505389"/>
              <a:gd name="connsiteY145" fmla="*/ 336315 h 608062"/>
              <a:gd name="connsiteX146" fmla="*/ 64853 w 505389"/>
              <a:gd name="connsiteY146" fmla="*/ 336315 h 608062"/>
              <a:gd name="connsiteX147" fmla="*/ 71257 w 505389"/>
              <a:gd name="connsiteY147" fmla="*/ 336315 h 608062"/>
              <a:gd name="connsiteX148" fmla="*/ 77763 w 505389"/>
              <a:gd name="connsiteY148" fmla="*/ 342807 h 608062"/>
              <a:gd name="connsiteX149" fmla="*/ 77051 w 505389"/>
              <a:gd name="connsiteY149" fmla="*/ 345647 h 608062"/>
              <a:gd name="connsiteX150" fmla="*/ 71257 w 505389"/>
              <a:gd name="connsiteY150" fmla="*/ 349299 h 608062"/>
              <a:gd name="connsiteX151" fmla="*/ 51842 w 505389"/>
              <a:gd name="connsiteY151" fmla="*/ 349299 h 608062"/>
              <a:gd name="connsiteX152" fmla="*/ 38831 w 505389"/>
              <a:gd name="connsiteY152" fmla="*/ 349299 h 608062"/>
              <a:gd name="connsiteX153" fmla="*/ 6506 w 505389"/>
              <a:gd name="connsiteY153" fmla="*/ 349299 h 608062"/>
              <a:gd name="connsiteX154" fmla="*/ 0 w 505389"/>
              <a:gd name="connsiteY154" fmla="*/ 342807 h 608062"/>
              <a:gd name="connsiteX155" fmla="*/ 6506 w 505389"/>
              <a:gd name="connsiteY155" fmla="*/ 336315 h 608062"/>
              <a:gd name="connsiteX156" fmla="*/ 6506 w 505389"/>
              <a:gd name="connsiteY156" fmla="*/ 310488 h 608062"/>
              <a:gd name="connsiteX157" fmla="*/ 38932 w 505389"/>
              <a:gd name="connsiteY157" fmla="*/ 310488 h 608062"/>
              <a:gd name="connsiteX158" fmla="*/ 51842 w 505389"/>
              <a:gd name="connsiteY158" fmla="*/ 310488 h 608062"/>
              <a:gd name="connsiteX159" fmla="*/ 64853 w 505389"/>
              <a:gd name="connsiteY159" fmla="*/ 310488 h 608062"/>
              <a:gd name="connsiteX160" fmla="*/ 71257 w 505389"/>
              <a:gd name="connsiteY160" fmla="*/ 310488 h 608062"/>
              <a:gd name="connsiteX161" fmla="*/ 77763 w 505389"/>
              <a:gd name="connsiteY161" fmla="*/ 316960 h 608062"/>
              <a:gd name="connsiteX162" fmla="*/ 77051 w 505389"/>
              <a:gd name="connsiteY162" fmla="*/ 319792 h 608062"/>
              <a:gd name="connsiteX163" fmla="*/ 71257 w 505389"/>
              <a:gd name="connsiteY163" fmla="*/ 323331 h 608062"/>
              <a:gd name="connsiteX164" fmla="*/ 51842 w 505389"/>
              <a:gd name="connsiteY164" fmla="*/ 323331 h 608062"/>
              <a:gd name="connsiteX165" fmla="*/ 38831 w 505389"/>
              <a:gd name="connsiteY165" fmla="*/ 323331 h 608062"/>
              <a:gd name="connsiteX166" fmla="*/ 6506 w 505389"/>
              <a:gd name="connsiteY166" fmla="*/ 323331 h 608062"/>
              <a:gd name="connsiteX167" fmla="*/ 0 w 505389"/>
              <a:gd name="connsiteY167" fmla="*/ 316960 h 608062"/>
              <a:gd name="connsiteX168" fmla="*/ 6506 w 505389"/>
              <a:gd name="connsiteY168" fmla="*/ 310488 h 608062"/>
              <a:gd name="connsiteX169" fmla="*/ 142578 w 505389"/>
              <a:gd name="connsiteY169" fmla="*/ 297569 h 608062"/>
              <a:gd name="connsiteX170" fmla="*/ 142578 w 505389"/>
              <a:gd name="connsiteY170" fmla="*/ 310454 h 608062"/>
              <a:gd name="connsiteX171" fmla="*/ 466466 w 505389"/>
              <a:gd name="connsiteY171" fmla="*/ 310454 h 608062"/>
              <a:gd name="connsiteX172" fmla="*/ 466466 w 505389"/>
              <a:gd name="connsiteY172" fmla="*/ 297569 h 608062"/>
              <a:gd name="connsiteX173" fmla="*/ 6506 w 505389"/>
              <a:gd name="connsiteY173" fmla="*/ 284590 h 608062"/>
              <a:gd name="connsiteX174" fmla="*/ 38932 w 505389"/>
              <a:gd name="connsiteY174" fmla="*/ 284590 h 608062"/>
              <a:gd name="connsiteX175" fmla="*/ 51842 w 505389"/>
              <a:gd name="connsiteY175" fmla="*/ 284590 h 608062"/>
              <a:gd name="connsiteX176" fmla="*/ 64853 w 505389"/>
              <a:gd name="connsiteY176" fmla="*/ 284590 h 608062"/>
              <a:gd name="connsiteX177" fmla="*/ 71257 w 505389"/>
              <a:gd name="connsiteY177" fmla="*/ 284590 h 608062"/>
              <a:gd name="connsiteX178" fmla="*/ 77763 w 505389"/>
              <a:gd name="connsiteY178" fmla="*/ 291082 h 608062"/>
              <a:gd name="connsiteX179" fmla="*/ 77051 w 505389"/>
              <a:gd name="connsiteY179" fmla="*/ 293922 h 608062"/>
              <a:gd name="connsiteX180" fmla="*/ 71257 w 505389"/>
              <a:gd name="connsiteY180" fmla="*/ 297574 h 608062"/>
              <a:gd name="connsiteX181" fmla="*/ 51842 w 505389"/>
              <a:gd name="connsiteY181" fmla="*/ 297574 h 608062"/>
              <a:gd name="connsiteX182" fmla="*/ 38831 w 505389"/>
              <a:gd name="connsiteY182" fmla="*/ 297574 h 608062"/>
              <a:gd name="connsiteX183" fmla="*/ 6506 w 505389"/>
              <a:gd name="connsiteY183" fmla="*/ 297574 h 608062"/>
              <a:gd name="connsiteX184" fmla="*/ 0 w 505389"/>
              <a:gd name="connsiteY184" fmla="*/ 291082 h 608062"/>
              <a:gd name="connsiteX185" fmla="*/ 6506 w 505389"/>
              <a:gd name="connsiteY185" fmla="*/ 284590 h 608062"/>
              <a:gd name="connsiteX186" fmla="*/ 142578 w 505389"/>
              <a:gd name="connsiteY186" fmla="*/ 258711 h 608062"/>
              <a:gd name="connsiteX187" fmla="*/ 142578 w 505389"/>
              <a:gd name="connsiteY187" fmla="*/ 271596 h 608062"/>
              <a:gd name="connsiteX188" fmla="*/ 466466 w 505389"/>
              <a:gd name="connsiteY188" fmla="*/ 271596 h 608062"/>
              <a:gd name="connsiteX189" fmla="*/ 466466 w 505389"/>
              <a:gd name="connsiteY189" fmla="*/ 258711 h 608062"/>
              <a:gd name="connsiteX190" fmla="*/ 6506 w 505389"/>
              <a:gd name="connsiteY190" fmla="*/ 258693 h 608062"/>
              <a:gd name="connsiteX191" fmla="*/ 38932 w 505389"/>
              <a:gd name="connsiteY191" fmla="*/ 258693 h 608062"/>
              <a:gd name="connsiteX192" fmla="*/ 51842 w 505389"/>
              <a:gd name="connsiteY192" fmla="*/ 258693 h 608062"/>
              <a:gd name="connsiteX193" fmla="*/ 64853 w 505389"/>
              <a:gd name="connsiteY193" fmla="*/ 258693 h 608062"/>
              <a:gd name="connsiteX194" fmla="*/ 71257 w 505389"/>
              <a:gd name="connsiteY194" fmla="*/ 258693 h 608062"/>
              <a:gd name="connsiteX195" fmla="*/ 77763 w 505389"/>
              <a:gd name="connsiteY195" fmla="*/ 265200 h 608062"/>
              <a:gd name="connsiteX196" fmla="*/ 77051 w 505389"/>
              <a:gd name="connsiteY196" fmla="*/ 268047 h 608062"/>
              <a:gd name="connsiteX197" fmla="*/ 71257 w 505389"/>
              <a:gd name="connsiteY197" fmla="*/ 271606 h 608062"/>
              <a:gd name="connsiteX198" fmla="*/ 51842 w 505389"/>
              <a:gd name="connsiteY198" fmla="*/ 271606 h 608062"/>
              <a:gd name="connsiteX199" fmla="*/ 38831 w 505389"/>
              <a:gd name="connsiteY199" fmla="*/ 271606 h 608062"/>
              <a:gd name="connsiteX200" fmla="*/ 6506 w 505389"/>
              <a:gd name="connsiteY200" fmla="*/ 271606 h 608062"/>
              <a:gd name="connsiteX201" fmla="*/ 0 w 505389"/>
              <a:gd name="connsiteY201" fmla="*/ 265200 h 608062"/>
              <a:gd name="connsiteX202" fmla="*/ 6506 w 505389"/>
              <a:gd name="connsiteY202" fmla="*/ 258693 h 608062"/>
              <a:gd name="connsiteX203" fmla="*/ 6506 w 505389"/>
              <a:gd name="connsiteY203" fmla="*/ 232866 h 608062"/>
              <a:gd name="connsiteX204" fmla="*/ 38932 w 505389"/>
              <a:gd name="connsiteY204" fmla="*/ 232866 h 608062"/>
              <a:gd name="connsiteX205" fmla="*/ 51842 w 505389"/>
              <a:gd name="connsiteY205" fmla="*/ 232866 h 608062"/>
              <a:gd name="connsiteX206" fmla="*/ 64853 w 505389"/>
              <a:gd name="connsiteY206" fmla="*/ 232866 h 608062"/>
              <a:gd name="connsiteX207" fmla="*/ 71257 w 505389"/>
              <a:gd name="connsiteY207" fmla="*/ 232866 h 608062"/>
              <a:gd name="connsiteX208" fmla="*/ 77763 w 505389"/>
              <a:gd name="connsiteY208" fmla="*/ 239358 h 608062"/>
              <a:gd name="connsiteX209" fmla="*/ 77051 w 505389"/>
              <a:gd name="connsiteY209" fmla="*/ 242198 h 608062"/>
              <a:gd name="connsiteX210" fmla="*/ 71257 w 505389"/>
              <a:gd name="connsiteY210" fmla="*/ 245850 h 608062"/>
              <a:gd name="connsiteX211" fmla="*/ 51842 w 505389"/>
              <a:gd name="connsiteY211" fmla="*/ 245850 h 608062"/>
              <a:gd name="connsiteX212" fmla="*/ 38831 w 505389"/>
              <a:gd name="connsiteY212" fmla="*/ 245850 h 608062"/>
              <a:gd name="connsiteX213" fmla="*/ 6506 w 505389"/>
              <a:gd name="connsiteY213" fmla="*/ 245850 h 608062"/>
              <a:gd name="connsiteX214" fmla="*/ 0 w 505389"/>
              <a:gd name="connsiteY214" fmla="*/ 239358 h 608062"/>
              <a:gd name="connsiteX215" fmla="*/ 6506 w 505389"/>
              <a:gd name="connsiteY215" fmla="*/ 232866 h 608062"/>
              <a:gd name="connsiteX216" fmla="*/ 142578 w 505389"/>
              <a:gd name="connsiteY216" fmla="*/ 219854 h 608062"/>
              <a:gd name="connsiteX217" fmla="*/ 142578 w 505389"/>
              <a:gd name="connsiteY217" fmla="*/ 232840 h 608062"/>
              <a:gd name="connsiteX218" fmla="*/ 323983 w 505389"/>
              <a:gd name="connsiteY218" fmla="*/ 232840 h 608062"/>
              <a:gd name="connsiteX219" fmla="*/ 323983 w 505389"/>
              <a:gd name="connsiteY219" fmla="*/ 219854 h 608062"/>
              <a:gd name="connsiteX220" fmla="*/ 6506 w 505389"/>
              <a:gd name="connsiteY220" fmla="*/ 206968 h 608062"/>
              <a:gd name="connsiteX221" fmla="*/ 38932 w 505389"/>
              <a:gd name="connsiteY221" fmla="*/ 206968 h 608062"/>
              <a:gd name="connsiteX222" fmla="*/ 51842 w 505389"/>
              <a:gd name="connsiteY222" fmla="*/ 206968 h 608062"/>
              <a:gd name="connsiteX223" fmla="*/ 64853 w 505389"/>
              <a:gd name="connsiteY223" fmla="*/ 206968 h 608062"/>
              <a:gd name="connsiteX224" fmla="*/ 71257 w 505389"/>
              <a:gd name="connsiteY224" fmla="*/ 206968 h 608062"/>
              <a:gd name="connsiteX225" fmla="*/ 77763 w 505389"/>
              <a:gd name="connsiteY225" fmla="*/ 213475 h 608062"/>
              <a:gd name="connsiteX226" fmla="*/ 77051 w 505389"/>
              <a:gd name="connsiteY226" fmla="*/ 216322 h 608062"/>
              <a:gd name="connsiteX227" fmla="*/ 71257 w 505389"/>
              <a:gd name="connsiteY227" fmla="*/ 219881 h 608062"/>
              <a:gd name="connsiteX228" fmla="*/ 51842 w 505389"/>
              <a:gd name="connsiteY228" fmla="*/ 219881 h 608062"/>
              <a:gd name="connsiteX229" fmla="*/ 38831 w 505389"/>
              <a:gd name="connsiteY229" fmla="*/ 219881 h 608062"/>
              <a:gd name="connsiteX230" fmla="*/ 6506 w 505389"/>
              <a:gd name="connsiteY230" fmla="*/ 219881 h 608062"/>
              <a:gd name="connsiteX231" fmla="*/ 0 w 505389"/>
              <a:gd name="connsiteY231" fmla="*/ 213475 h 608062"/>
              <a:gd name="connsiteX232" fmla="*/ 6506 w 505389"/>
              <a:gd name="connsiteY232" fmla="*/ 206968 h 608062"/>
              <a:gd name="connsiteX233" fmla="*/ 142578 w 505389"/>
              <a:gd name="connsiteY233" fmla="*/ 181098 h 608062"/>
              <a:gd name="connsiteX234" fmla="*/ 142578 w 505389"/>
              <a:gd name="connsiteY234" fmla="*/ 193983 h 608062"/>
              <a:gd name="connsiteX235" fmla="*/ 323983 w 505389"/>
              <a:gd name="connsiteY235" fmla="*/ 193983 h 608062"/>
              <a:gd name="connsiteX236" fmla="*/ 323983 w 505389"/>
              <a:gd name="connsiteY236" fmla="*/ 181098 h 608062"/>
              <a:gd name="connsiteX237" fmla="*/ 6506 w 505389"/>
              <a:gd name="connsiteY237" fmla="*/ 181071 h 608062"/>
              <a:gd name="connsiteX238" fmla="*/ 38932 w 505389"/>
              <a:gd name="connsiteY238" fmla="*/ 181071 h 608062"/>
              <a:gd name="connsiteX239" fmla="*/ 51842 w 505389"/>
              <a:gd name="connsiteY239" fmla="*/ 181071 h 608062"/>
              <a:gd name="connsiteX240" fmla="*/ 64853 w 505389"/>
              <a:gd name="connsiteY240" fmla="*/ 181071 h 608062"/>
              <a:gd name="connsiteX241" fmla="*/ 71257 w 505389"/>
              <a:gd name="connsiteY241" fmla="*/ 181071 h 608062"/>
              <a:gd name="connsiteX242" fmla="*/ 77763 w 505389"/>
              <a:gd name="connsiteY242" fmla="*/ 187563 h 608062"/>
              <a:gd name="connsiteX243" fmla="*/ 77051 w 505389"/>
              <a:gd name="connsiteY243" fmla="*/ 190403 h 608062"/>
              <a:gd name="connsiteX244" fmla="*/ 71257 w 505389"/>
              <a:gd name="connsiteY244" fmla="*/ 194055 h 608062"/>
              <a:gd name="connsiteX245" fmla="*/ 51842 w 505389"/>
              <a:gd name="connsiteY245" fmla="*/ 194055 h 608062"/>
              <a:gd name="connsiteX246" fmla="*/ 38831 w 505389"/>
              <a:gd name="connsiteY246" fmla="*/ 194055 h 608062"/>
              <a:gd name="connsiteX247" fmla="*/ 6506 w 505389"/>
              <a:gd name="connsiteY247" fmla="*/ 194055 h 608062"/>
              <a:gd name="connsiteX248" fmla="*/ 0 w 505389"/>
              <a:gd name="connsiteY248" fmla="*/ 187563 h 608062"/>
              <a:gd name="connsiteX249" fmla="*/ 6506 w 505389"/>
              <a:gd name="connsiteY249" fmla="*/ 181071 h 608062"/>
              <a:gd name="connsiteX250" fmla="*/ 6506 w 505389"/>
              <a:gd name="connsiteY250" fmla="*/ 155244 h 608062"/>
              <a:gd name="connsiteX251" fmla="*/ 38932 w 505389"/>
              <a:gd name="connsiteY251" fmla="*/ 155244 h 608062"/>
              <a:gd name="connsiteX252" fmla="*/ 51842 w 505389"/>
              <a:gd name="connsiteY252" fmla="*/ 155244 h 608062"/>
              <a:gd name="connsiteX253" fmla="*/ 64853 w 505389"/>
              <a:gd name="connsiteY253" fmla="*/ 155244 h 608062"/>
              <a:gd name="connsiteX254" fmla="*/ 71257 w 505389"/>
              <a:gd name="connsiteY254" fmla="*/ 155244 h 608062"/>
              <a:gd name="connsiteX255" fmla="*/ 77763 w 505389"/>
              <a:gd name="connsiteY255" fmla="*/ 161716 h 608062"/>
              <a:gd name="connsiteX256" fmla="*/ 77051 w 505389"/>
              <a:gd name="connsiteY256" fmla="*/ 164548 h 608062"/>
              <a:gd name="connsiteX257" fmla="*/ 71257 w 505389"/>
              <a:gd name="connsiteY257" fmla="*/ 168087 h 608062"/>
              <a:gd name="connsiteX258" fmla="*/ 51842 w 505389"/>
              <a:gd name="connsiteY258" fmla="*/ 168087 h 608062"/>
              <a:gd name="connsiteX259" fmla="*/ 38831 w 505389"/>
              <a:gd name="connsiteY259" fmla="*/ 168087 h 608062"/>
              <a:gd name="connsiteX260" fmla="*/ 6506 w 505389"/>
              <a:gd name="connsiteY260" fmla="*/ 168087 h 608062"/>
              <a:gd name="connsiteX261" fmla="*/ 0 w 505389"/>
              <a:gd name="connsiteY261" fmla="*/ 161716 h 608062"/>
              <a:gd name="connsiteX262" fmla="*/ 6506 w 505389"/>
              <a:gd name="connsiteY262" fmla="*/ 155244 h 608062"/>
              <a:gd name="connsiteX263" fmla="*/ 142578 w 505389"/>
              <a:gd name="connsiteY263" fmla="*/ 142342 h 608062"/>
              <a:gd name="connsiteX264" fmla="*/ 142578 w 505389"/>
              <a:gd name="connsiteY264" fmla="*/ 155227 h 608062"/>
              <a:gd name="connsiteX265" fmla="*/ 323983 w 505389"/>
              <a:gd name="connsiteY265" fmla="*/ 155227 h 608062"/>
              <a:gd name="connsiteX266" fmla="*/ 323983 w 505389"/>
              <a:gd name="connsiteY266" fmla="*/ 142342 h 608062"/>
              <a:gd name="connsiteX267" fmla="*/ 6506 w 505389"/>
              <a:gd name="connsiteY267" fmla="*/ 129346 h 608062"/>
              <a:gd name="connsiteX268" fmla="*/ 38932 w 505389"/>
              <a:gd name="connsiteY268" fmla="*/ 129346 h 608062"/>
              <a:gd name="connsiteX269" fmla="*/ 51842 w 505389"/>
              <a:gd name="connsiteY269" fmla="*/ 129346 h 608062"/>
              <a:gd name="connsiteX270" fmla="*/ 64853 w 505389"/>
              <a:gd name="connsiteY270" fmla="*/ 129346 h 608062"/>
              <a:gd name="connsiteX271" fmla="*/ 71257 w 505389"/>
              <a:gd name="connsiteY271" fmla="*/ 129346 h 608062"/>
              <a:gd name="connsiteX272" fmla="*/ 77763 w 505389"/>
              <a:gd name="connsiteY272" fmla="*/ 135838 h 608062"/>
              <a:gd name="connsiteX273" fmla="*/ 77051 w 505389"/>
              <a:gd name="connsiteY273" fmla="*/ 138678 h 608062"/>
              <a:gd name="connsiteX274" fmla="*/ 71257 w 505389"/>
              <a:gd name="connsiteY274" fmla="*/ 142330 h 608062"/>
              <a:gd name="connsiteX275" fmla="*/ 51842 w 505389"/>
              <a:gd name="connsiteY275" fmla="*/ 142330 h 608062"/>
              <a:gd name="connsiteX276" fmla="*/ 38831 w 505389"/>
              <a:gd name="connsiteY276" fmla="*/ 142330 h 608062"/>
              <a:gd name="connsiteX277" fmla="*/ 6506 w 505389"/>
              <a:gd name="connsiteY277" fmla="*/ 142330 h 608062"/>
              <a:gd name="connsiteX278" fmla="*/ 0 w 505389"/>
              <a:gd name="connsiteY278" fmla="*/ 135838 h 608062"/>
              <a:gd name="connsiteX279" fmla="*/ 6506 w 505389"/>
              <a:gd name="connsiteY279" fmla="*/ 129346 h 608062"/>
              <a:gd name="connsiteX280" fmla="*/ 6506 w 505389"/>
              <a:gd name="connsiteY280" fmla="*/ 103519 h 608062"/>
              <a:gd name="connsiteX281" fmla="*/ 38932 w 505389"/>
              <a:gd name="connsiteY281" fmla="*/ 103519 h 608062"/>
              <a:gd name="connsiteX282" fmla="*/ 51842 w 505389"/>
              <a:gd name="connsiteY282" fmla="*/ 103519 h 608062"/>
              <a:gd name="connsiteX283" fmla="*/ 64853 w 505389"/>
              <a:gd name="connsiteY283" fmla="*/ 103519 h 608062"/>
              <a:gd name="connsiteX284" fmla="*/ 71257 w 505389"/>
              <a:gd name="connsiteY284" fmla="*/ 103519 h 608062"/>
              <a:gd name="connsiteX285" fmla="*/ 77763 w 505389"/>
              <a:gd name="connsiteY285" fmla="*/ 109991 h 608062"/>
              <a:gd name="connsiteX286" fmla="*/ 77051 w 505389"/>
              <a:gd name="connsiteY286" fmla="*/ 112823 h 608062"/>
              <a:gd name="connsiteX287" fmla="*/ 71257 w 505389"/>
              <a:gd name="connsiteY287" fmla="*/ 116362 h 608062"/>
              <a:gd name="connsiteX288" fmla="*/ 51842 w 505389"/>
              <a:gd name="connsiteY288" fmla="*/ 116362 h 608062"/>
              <a:gd name="connsiteX289" fmla="*/ 38831 w 505389"/>
              <a:gd name="connsiteY289" fmla="*/ 116362 h 608062"/>
              <a:gd name="connsiteX290" fmla="*/ 6506 w 505389"/>
              <a:gd name="connsiteY290" fmla="*/ 116362 h 608062"/>
              <a:gd name="connsiteX291" fmla="*/ 0 w 505389"/>
              <a:gd name="connsiteY291" fmla="*/ 109991 h 608062"/>
              <a:gd name="connsiteX292" fmla="*/ 6506 w 505389"/>
              <a:gd name="connsiteY292" fmla="*/ 103519 h 608062"/>
              <a:gd name="connsiteX293" fmla="*/ 142578 w 505389"/>
              <a:gd name="connsiteY293" fmla="*/ 103485 h 608062"/>
              <a:gd name="connsiteX294" fmla="*/ 142578 w 505389"/>
              <a:gd name="connsiteY294" fmla="*/ 116369 h 608062"/>
              <a:gd name="connsiteX295" fmla="*/ 323983 w 505389"/>
              <a:gd name="connsiteY295" fmla="*/ 116369 h 608062"/>
              <a:gd name="connsiteX296" fmla="*/ 323983 w 505389"/>
              <a:gd name="connsiteY296" fmla="*/ 103485 h 608062"/>
              <a:gd name="connsiteX297" fmla="*/ 6506 w 505389"/>
              <a:gd name="connsiteY297" fmla="*/ 77622 h 608062"/>
              <a:gd name="connsiteX298" fmla="*/ 38932 w 505389"/>
              <a:gd name="connsiteY298" fmla="*/ 77622 h 608062"/>
              <a:gd name="connsiteX299" fmla="*/ 51842 w 505389"/>
              <a:gd name="connsiteY299" fmla="*/ 77622 h 608062"/>
              <a:gd name="connsiteX300" fmla="*/ 64853 w 505389"/>
              <a:gd name="connsiteY300" fmla="*/ 77622 h 608062"/>
              <a:gd name="connsiteX301" fmla="*/ 71257 w 505389"/>
              <a:gd name="connsiteY301" fmla="*/ 77622 h 608062"/>
              <a:gd name="connsiteX302" fmla="*/ 77763 w 505389"/>
              <a:gd name="connsiteY302" fmla="*/ 84114 h 608062"/>
              <a:gd name="connsiteX303" fmla="*/ 77051 w 505389"/>
              <a:gd name="connsiteY303" fmla="*/ 86954 h 608062"/>
              <a:gd name="connsiteX304" fmla="*/ 71257 w 505389"/>
              <a:gd name="connsiteY304" fmla="*/ 90606 h 608062"/>
              <a:gd name="connsiteX305" fmla="*/ 51842 w 505389"/>
              <a:gd name="connsiteY305" fmla="*/ 90606 h 608062"/>
              <a:gd name="connsiteX306" fmla="*/ 38831 w 505389"/>
              <a:gd name="connsiteY306" fmla="*/ 90606 h 608062"/>
              <a:gd name="connsiteX307" fmla="*/ 6506 w 505389"/>
              <a:gd name="connsiteY307" fmla="*/ 90606 h 608062"/>
              <a:gd name="connsiteX308" fmla="*/ 0 w 505389"/>
              <a:gd name="connsiteY308" fmla="*/ 84114 h 608062"/>
              <a:gd name="connsiteX309" fmla="*/ 6506 w 505389"/>
              <a:gd name="connsiteY309" fmla="*/ 77622 h 608062"/>
              <a:gd name="connsiteX310" fmla="*/ 349898 w 505389"/>
              <a:gd name="connsiteY310" fmla="*/ 64627 h 608062"/>
              <a:gd name="connsiteX311" fmla="*/ 349898 w 505389"/>
              <a:gd name="connsiteY311" fmla="*/ 206969 h 608062"/>
              <a:gd name="connsiteX312" fmla="*/ 466466 w 505389"/>
              <a:gd name="connsiteY312" fmla="*/ 206969 h 608062"/>
              <a:gd name="connsiteX313" fmla="*/ 466466 w 505389"/>
              <a:gd name="connsiteY313" fmla="*/ 64627 h 608062"/>
              <a:gd name="connsiteX314" fmla="*/ 142578 w 505389"/>
              <a:gd name="connsiteY314" fmla="*/ 64627 h 608062"/>
              <a:gd name="connsiteX315" fmla="*/ 142578 w 505389"/>
              <a:gd name="connsiteY315" fmla="*/ 77613 h 608062"/>
              <a:gd name="connsiteX316" fmla="*/ 323983 w 505389"/>
              <a:gd name="connsiteY316" fmla="*/ 77613 h 608062"/>
              <a:gd name="connsiteX317" fmla="*/ 323983 w 505389"/>
              <a:gd name="connsiteY317" fmla="*/ 64627 h 608062"/>
              <a:gd name="connsiteX318" fmla="*/ 6506 w 505389"/>
              <a:gd name="connsiteY318" fmla="*/ 51724 h 608062"/>
              <a:gd name="connsiteX319" fmla="*/ 38932 w 505389"/>
              <a:gd name="connsiteY319" fmla="*/ 51724 h 608062"/>
              <a:gd name="connsiteX320" fmla="*/ 51842 w 505389"/>
              <a:gd name="connsiteY320" fmla="*/ 51724 h 608062"/>
              <a:gd name="connsiteX321" fmla="*/ 64853 w 505389"/>
              <a:gd name="connsiteY321" fmla="*/ 51724 h 608062"/>
              <a:gd name="connsiteX322" fmla="*/ 71257 w 505389"/>
              <a:gd name="connsiteY322" fmla="*/ 51724 h 608062"/>
              <a:gd name="connsiteX323" fmla="*/ 77763 w 505389"/>
              <a:gd name="connsiteY323" fmla="*/ 58231 h 608062"/>
              <a:gd name="connsiteX324" fmla="*/ 77051 w 505389"/>
              <a:gd name="connsiteY324" fmla="*/ 61078 h 608062"/>
              <a:gd name="connsiteX325" fmla="*/ 71257 w 505389"/>
              <a:gd name="connsiteY325" fmla="*/ 64637 h 608062"/>
              <a:gd name="connsiteX326" fmla="*/ 51842 w 505389"/>
              <a:gd name="connsiteY326" fmla="*/ 64637 h 608062"/>
              <a:gd name="connsiteX327" fmla="*/ 38831 w 505389"/>
              <a:gd name="connsiteY327" fmla="*/ 64637 h 608062"/>
              <a:gd name="connsiteX328" fmla="*/ 6506 w 505389"/>
              <a:gd name="connsiteY328" fmla="*/ 64637 h 608062"/>
              <a:gd name="connsiteX329" fmla="*/ 0 w 505389"/>
              <a:gd name="connsiteY329" fmla="*/ 58231 h 608062"/>
              <a:gd name="connsiteX330" fmla="*/ 6506 w 505389"/>
              <a:gd name="connsiteY330" fmla="*/ 51724 h 608062"/>
              <a:gd name="connsiteX331" fmla="*/ 6506 w 505389"/>
              <a:gd name="connsiteY331" fmla="*/ 25897 h 608062"/>
              <a:gd name="connsiteX332" fmla="*/ 38932 w 505389"/>
              <a:gd name="connsiteY332" fmla="*/ 25897 h 608062"/>
              <a:gd name="connsiteX333" fmla="*/ 51842 w 505389"/>
              <a:gd name="connsiteY333" fmla="*/ 25897 h 608062"/>
              <a:gd name="connsiteX334" fmla="*/ 64853 w 505389"/>
              <a:gd name="connsiteY334" fmla="*/ 25897 h 608062"/>
              <a:gd name="connsiteX335" fmla="*/ 71257 w 505389"/>
              <a:gd name="connsiteY335" fmla="*/ 25897 h 608062"/>
              <a:gd name="connsiteX336" fmla="*/ 77763 w 505389"/>
              <a:gd name="connsiteY336" fmla="*/ 32389 h 608062"/>
              <a:gd name="connsiteX337" fmla="*/ 77051 w 505389"/>
              <a:gd name="connsiteY337" fmla="*/ 35229 h 608062"/>
              <a:gd name="connsiteX338" fmla="*/ 71257 w 505389"/>
              <a:gd name="connsiteY338" fmla="*/ 38881 h 608062"/>
              <a:gd name="connsiteX339" fmla="*/ 51842 w 505389"/>
              <a:gd name="connsiteY339" fmla="*/ 38881 h 608062"/>
              <a:gd name="connsiteX340" fmla="*/ 38831 w 505389"/>
              <a:gd name="connsiteY340" fmla="*/ 38881 h 608062"/>
              <a:gd name="connsiteX341" fmla="*/ 6506 w 505389"/>
              <a:gd name="connsiteY341" fmla="*/ 38881 h 608062"/>
              <a:gd name="connsiteX342" fmla="*/ 0 w 505389"/>
              <a:gd name="connsiteY342" fmla="*/ 32389 h 608062"/>
              <a:gd name="connsiteX343" fmla="*/ 6506 w 505389"/>
              <a:gd name="connsiteY343" fmla="*/ 25897 h 608062"/>
              <a:gd name="connsiteX344" fmla="*/ 89528 w 505389"/>
              <a:gd name="connsiteY344" fmla="*/ 0 h 608062"/>
              <a:gd name="connsiteX345" fmla="*/ 505389 w 505389"/>
              <a:gd name="connsiteY345" fmla="*/ 0 h 608062"/>
              <a:gd name="connsiteX346" fmla="*/ 505389 w 505389"/>
              <a:gd name="connsiteY346" fmla="*/ 485058 h 608062"/>
              <a:gd name="connsiteX347" fmla="*/ 499799 w 505389"/>
              <a:gd name="connsiteY347" fmla="*/ 491552 h 608062"/>
              <a:gd name="connsiteX348" fmla="*/ 499495 w 505389"/>
              <a:gd name="connsiteY348" fmla="*/ 491552 h 608062"/>
              <a:gd name="connsiteX349" fmla="*/ 485267 w 505389"/>
              <a:gd name="connsiteY349" fmla="*/ 491552 h 608062"/>
              <a:gd name="connsiteX350" fmla="*/ 418497 w 505389"/>
              <a:gd name="connsiteY350" fmla="*/ 491552 h 608062"/>
              <a:gd name="connsiteX351" fmla="*/ 414635 w 505389"/>
              <a:gd name="connsiteY351" fmla="*/ 491552 h 608062"/>
              <a:gd name="connsiteX352" fmla="*/ 401729 w 505389"/>
              <a:gd name="connsiteY352" fmla="*/ 491552 h 608062"/>
              <a:gd name="connsiteX353" fmla="*/ 401729 w 505389"/>
              <a:gd name="connsiteY353" fmla="*/ 500175 h 608062"/>
              <a:gd name="connsiteX354" fmla="*/ 401729 w 505389"/>
              <a:gd name="connsiteY354" fmla="*/ 577180 h 608062"/>
              <a:gd name="connsiteX355" fmla="*/ 401729 w 505389"/>
              <a:gd name="connsiteY355" fmla="*/ 606095 h 608062"/>
              <a:gd name="connsiteX356" fmla="*/ 400103 w 505389"/>
              <a:gd name="connsiteY356" fmla="*/ 607921 h 608062"/>
              <a:gd name="connsiteX357" fmla="*/ 89528 w 505389"/>
              <a:gd name="connsiteY357" fmla="*/ 607921 h 608062"/>
              <a:gd name="connsiteX358" fmla="*/ 90747 w 505389"/>
              <a:gd name="connsiteY358" fmla="*/ 601428 h 608062"/>
              <a:gd name="connsiteX359" fmla="*/ 85666 w 505389"/>
              <a:gd name="connsiteY359" fmla="*/ 588543 h 608062"/>
              <a:gd name="connsiteX360" fmla="*/ 90747 w 505389"/>
              <a:gd name="connsiteY360" fmla="*/ 575557 h 608062"/>
              <a:gd name="connsiteX361" fmla="*/ 85666 w 505389"/>
              <a:gd name="connsiteY361" fmla="*/ 562672 h 608062"/>
              <a:gd name="connsiteX362" fmla="*/ 90747 w 505389"/>
              <a:gd name="connsiteY362" fmla="*/ 549686 h 608062"/>
              <a:gd name="connsiteX363" fmla="*/ 85666 w 505389"/>
              <a:gd name="connsiteY363" fmla="*/ 536801 h 608062"/>
              <a:gd name="connsiteX364" fmla="*/ 90747 w 505389"/>
              <a:gd name="connsiteY364" fmla="*/ 523814 h 608062"/>
              <a:gd name="connsiteX365" fmla="*/ 85666 w 505389"/>
              <a:gd name="connsiteY365" fmla="*/ 510930 h 608062"/>
              <a:gd name="connsiteX366" fmla="*/ 90747 w 505389"/>
              <a:gd name="connsiteY366" fmla="*/ 497943 h 608062"/>
              <a:gd name="connsiteX367" fmla="*/ 85666 w 505389"/>
              <a:gd name="connsiteY367" fmla="*/ 485058 h 608062"/>
              <a:gd name="connsiteX368" fmla="*/ 90747 w 505389"/>
              <a:gd name="connsiteY368" fmla="*/ 472174 h 608062"/>
              <a:gd name="connsiteX369" fmla="*/ 85666 w 505389"/>
              <a:gd name="connsiteY369" fmla="*/ 459187 h 608062"/>
              <a:gd name="connsiteX370" fmla="*/ 90747 w 505389"/>
              <a:gd name="connsiteY370" fmla="*/ 446302 h 608062"/>
              <a:gd name="connsiteX371" fmla="*/ 85666 w 505389"/>
              <a:gd name="connsiteY371" fmla="*/ 433316 h 608062"/>
              <a:gd name="connsiteX372" fmla="*/ 90747 w 505389"/>
              <a:gd name="connsiteY372" fmla="*/ 420431 h 608062"/>
              <a:gd name="connsiteX373" fmla="*/ 85666 w 505389"/>
              <a:gd name="connsiteY373" fmla="*/ 407445 h 608062"/>
              <a:gd name="connsiteX374" fmla="*/ 90747 w 505389"/>
              <a:gd name="connsiteY374" fmla="*/ 394560 h 608062"/>
              <a:gd name="connsiteX375" fmla="*/ 85666 w 505389"/>
              <a:gd name="connsiteY375" fmla="*/ 381574 h 608062"/>
              <a:gd name="connsiteX376" fmla="*/ 90747 w 505389"/>
              <a:gd name="connsiteY376" fmla="*/ 368689 h 608062"/>
              <a:gd name="connsiteX377" fmla="*/ 85666 w 505389"/>
              <a:gd name="connsiteY377" fmla="*/ 355703 h 608062"/>
              <a:gd name="connsiteX378" fmla="*/ 90747 w 505389"/>
              <a:gd name="connsiteY378" fmla="*/ 342818 h 608062"/>
              <a:gd name="connsiteX379" fmla="*/ 85666 w 505389"/>
              <a:gd name="connsiteY379" fmla="*/ 329832 h 608062"/>
              <a:gd name="connsiteX380" fmla="*/ 90747 w 505389"/>
              <a:gd name="connsiteY380" fmla="*/ 316947 h 608062"/>
              <a:gd name="connsiteX381" fmla="*/ 85666 w 505389"/>
              <a:gd name="connsiteY381" fmla="*/ 303961 h 608062"/>
              <a:gd name="connsiteX382" fmla="*/ 90747 w 505389"/>
              <a:gd name="connsiteY382" fmla="*/ 291076 h 608062"/>
              <a:gd name="connsiteX383" fmla="*/ 85666 w 505389"/>
              <a:gd name="connsiteY383" fmla="*/ 278089 h 608062"/>
              <a:gd name="connsiteX384" fmla="*/ 90747 w 505389"/>
              <a:gd name="connsiteY384" fmla="*/ 265205 h 608062"/>
              <a:gd name="connsiteX385" fmla="*/ 85666 w 505389"/>
              <a:gd name="connsiteY385" fmla="*/ 252218 h 608062"/>
              <a:gd name="connsiteX386" fmla="*/ 90747 w 505389"/>
              <a:gd name="connsiteY386" fmla="*/ 239333 h 608062"/>
              <a:gd name="connsiteX387" fmla="*/ 85666 w 505389"/>
              <a:gd name="connsiteY387" fmla="*/ 226347 h 608062"/>
              <a:gd name="connsiteX388" fmla="*/ 90747 w 505389"/>
              <a:gd name="connsiteY388" fmla="*/ 213462 h 608062"/>
              <a:gd name="connsiteX389" fmla="*/ 85666 w 505389"/>
              <a:gd name="connsiteY389" fmla="*/ 200476 h 608062"/>
              <a:gd name="connsiteX390" fmla="*/ 90747 w 505389"/>
              <a:gd name="connsiteY390" fmla="*/ 187591 h 608062"/>
              <a:gd name="connsiteX391" fmla="*/ 85666 w 505389"/>
              <a:gd name="connsiteY391" fmla="*/ 174605 h 608062"/>
              <a:gd name="connsiteX392" fmla="*/ 90747 w 505389"/>
              <a:gd name="connsiteY392" fmla="*/ 161720 h 608062"/>
              <a:gd name="connsiteX393" fmla="*/ 85666 w 505389"/>
              <a:gd name="connsiteY393" fmla="*/ 148734 h 608062"/>
              <a:gd name="connsiteX394" fmla="*/ 90747 w 505389"/>
              <a:gd name="connsiteY394" fmla="*/ 135849 h 608062"/>
              <a:gd name="connsiteX395" fmla="*/ 85666 w 505389"/>
              <a:gd name="connsiteY395" fmla="*/ 122863 h 608062"/>
              <a:gd name="connsiteX396" fmla="*/ 90747 w 505389"/>
              <a:gd name="connsiteY396" fmla="*/ 109978 h 608062"/>
              <a:gd name="connsiteX397" fmla="*/ 85666 w 505389"/>
              <a:gd name="connsiteY397" fmla="*/ 96991 h 608062"/>
              <a:gd name="connsiteX398" fmla="*/ 90747 w 505389"/>
              <a:gd name="connsiteY398" fmla="*/ 84107 h 608062"/>
              <a:gd name="connsiteX399" fmla="*/ 85666 w 505389"/>
              <a:gd name="connsiteY399" fmla="*/ 71120 h 608062"/>
              <a:gd name="connsiteX400" fmla="*/ 90747 w 505389"/>
              <a:gd name="connsiteY400" fmla="*/ 58235 h 608062"/>
              <a:gd name="connsiteX401" fmla="*/ 85666 w 505389"/>
              <a:gd name="connsiteY401" fmla="*/ 45249 h 608062"/>
              <a:gd name="connsiteX402" fmla="*/ 90747 w 505389"/>
              <a:gd name="connsiteY402" fmla="*/ 32364 h 608062"/>
              <a:gd name="connsiteX403" fmla="*/ 85666 w 505389"/>
              <a:gd name="connsiteY403" fmla="*/ 19378 h 608062"/>
              <a:gd name="connsiteX404" fmla="*/ 90747 w 505389"/>
              <a:gd name="connsiteY404" fmla="*/ 6493 h 608062"/>
              <a:gd name="connsiteX405" fmla="*/ 89528 w 505389"/>
              <a:gd name="connsiteY405" fmla="*/ 0 h 608062"/>
              <a:gd name="connsiteX406" fmla="*/ 6506 w 505389"/>
              <a:gd name="connsiteY406" fmla="*/ 0 h 608062"/>
              <a:gd name="connsiteX407" fmla="*/ 38932 w 505389"/>
              <a:gd name="connsiteY407" fmla="*/ 0 h 608062"/>
              <a:gd name="connsiteX408" fmla="*/ 51842 w 505389"/>
              <a:gd name="connsiteY408" fmla="*/ 0 h 608062"/>
              <a:gd name="connsiteX409" fmla="*/ 64853 w 505389"/>
              <a:gd name="connsiteY409" fmla="*/ 0 h 608062"/>
              <a:gd name="connsiteX410" fmla="*/ 71257 w 505389"/>
              <a:gd name="connsiteY410" fmla="*/ 0 h 608062"/>
              <a:gd name="connsiteX411" fmla="*/ 77763 w 505389"/>
              <a:gd name="connsiteY411" fmla="*/ 6507 h 608062"/>
              <a:gd name="connsiteX412" fmla="*/ 77051 w 505389"/>
              <a:gd name="connsiteY412" fmla="*/ 9354 h 608062"/>
              <a:gd name="connsiteX413" fmla="*/ 71257 w 505389"/>
              <a:gd name="connsiteY413" fmla="*/ 12913 h 608062"/>
              <a:gd name="connsiteX414" fmla="*/ 51842 w 505389"/>
              <a:gd name="connsiteY414" fmla="*/ 12913 h 608062"/>
              <a:gd name="connsiteX415" fmla="*/ 38831 w 505389"/>
              <a:gd name="connsiteY415" fmla="*/ 12913 h 608062"/>
              <a:gd name="connsiteX416" fmla="*/ 6506 w 505389"/>
              <a:gd name="connsiteY416" fmla="*/ 12913 h 608062"/>
              <a:gd name="connsiteX417" fmla="*/ 0 w 505389"/>
              <a:gd name="connsiteY417" fmla="*/ 6507 h 608062"/>
              <a:gd name="connsiteX418" fmla="*/ 6506 w 505389"/>
              <a:gd name="connsiteY418" fmla="*/ 0 h 60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</a:cxnLst>
            <a:rect l="l" t="t" r="r" b="b"/>
            <a:pathLst>
              <a:path w="505389" h="608062">
                <a:moveTo>
                  <a:pt x="6506" y="595078"/>
                </a:moveTo>
                <a:lnTo>
                  <a:pt x="38932" y="595078"/>
                </a:lnTo>
                <a:lnTo>
                  <a:pt x="51842" y="595078"/>
                </a:lnTo>
                <a:lnTo>
                  <a:pt x="64853" y="595078"/>
                </a:lnTo>
                <a:lnTo>
                  <a:pt x="71257" y="595078"/>
                </a:lnTo>
                <a:cubicBezTo>
                  <a:pt x="74815" y="595078"/>
                  <a:pt x="77763" y="598020"/>
                  <a:pt x="77763" y="601570"/>
                </a:cubicBezTo>
                <a:cubicBezTo>
                  <a:pt x="77763" y="602584"/>
                  <a:pt x="77458" y="603497"/>
                  <a:pt x="77051" y="604410"/>
                </a:cubicBezTo>
                <a:cubicBezTo>
                  <a:pt x="75933" y="606540"/>
                  <a:pt x="73799" y="608062"/>
                  <a:pt x="71257" y="608062"/>
                </a:cubicBezTo>
                <a:lnTo>
                  <a:pt x="51842" y="608062"/>
                </a:lnTo>
                <a:lnTo>
                  <a:pt x="38831" y="608062"/>
                </a:lnTo>
                <a:lnTo>
                  <a:pt x="6506" y="608062"/>
                </a:lnTo>
                <a:cubicBezTo>
                  <a:pt x="2948" y="608062"/>
                  <a:pt x="0" y="605120"/>
                  <a:pt x="0" y="601570"/>
                </a:cubicBezTo>
                <a:cubicBezTo>
                  <a:pt x="0" y="598020"/>
                  <a:pt x="2948" y="595078"/>
                  <a:pt x="6506" y="595078"/>
                </a:cubicBezTo>
                <a:close/>
                <a:moveTo>
                  <a:pt x="6506" y="569180"/>
                </a:moveTo>
                <a:lnTo>
                  <a:pt x="38932" y="569180"/>
                </a:lnTo>
                <a:lnTo>
                  <a:pt x="51842" y="569180"/>
                </a:lnTo>
                <a:lnTo>
                  <a:pt x="64853" y="569180"/>
                </a:lnTo>
                <a:lnTo>
                  <a:pt x="71257" y="569180"/>
                </a:lnTo>
                <a:cubicBezTo>
                  <a:pt x="74815" y="569180"/>
                  <a:pt x="77763" y="572129"/>
                  <a:pt x="77763" y="575687"/>
                </a:cubicBezTo>
                <a:cubicBezTo>
                  <a:pt x="77763" y="576704"/>
                  <a:pt x="77458" y="577619"/>
                  <a:pt x="77051" y="578534"/>
                </a:cubicBezTo>
                <a:cubicBezTo>
                  <a:pt x="75933" y="580670"/>
                  <a:pt x="73799" y="582093"/>
                  <a:pt x="71257" y="582093"/>
                </a:cubicBezTo>
                <a:lnTo>
                  <a:pt x="51842" y="582093"/>
                </a:lnTo>
                <a:lnTo>
                  <a:pt x="38831" y="582093"/>
                </a:lnTo>
                <a:lnTo>
                  <a:pt x="6506" y="582093"/>
                </a:lnTo>
                <a:cubicBezTo>
                  <a:pt x="2948" y="582093"/>
                  <a:pt x="0" y="579246"/>
                  <a:pt x="0" y="575687"/>
                </a:cubicBezTo>
                <a:cubicBezTo>
                  <a:pt x="0" y="572129"/>
                  <a:pt x="2948" y="569180"/>
                  <a:pt x="6506" y="569180"/>
                </a:cubicBezTo>
                <a:close/>
                <a:moveTo>
                  <a:pt x="6506" y="543283"/>
                </a:moveTo>
                <a:lnTo>
                  <a:pt x="38932" y="543283"/>
                </a:lnTo>
                <a:lnTo>
                  <a:pt x="51842" y="543283"/>
                </a:lnTo>
                <a:lnTo>
                  <a:pt x="64853" y="543283"/>
                </a:lnTo>
                <a:lnTo>
                  <a:pt x="71257" y="543283"/>
                </a:lnTo>
                <a:cubicBezTo>
                  <a:pt x="74815" y="543283"/>
                  <a:pt x="77763" y="546225"/>
                  <a:pt x="77763" y="549775"/>
                </a:cubicBezTo>
                <a:cubicBezTo>
                  <a:pt x="77763" y="550789"/>
                  <a:pt x="77458" y="551702"/>
                  <a:pt x="77051" y="552615"/>
                </a:cubicBezTo>
                <a:cubicBezTo>
                  <a:pt x="75933" y="554745"/>
                  <a:pt x="73799" y="556267"/>
                  <a:pt x="71257" y="556267"/>
                </a:cubicBezTo>
                <a:lnTo>
                  <a:pt x="51842" y="556267"/>
                </a:lnTo>
                <a:lnTo>
                  <a:pt x="38831" y="556267"/>
                </a:lnTo>
                <a:lnTo>
                  <a:pt x="6506" y="556267"/>
                </a:lnTo>
                <a:cubicBezTo>
                  <a:pt x="2948" y="556267"/>
                  <a:pt x="0" y="553325"/>
                  <a:pt x="0" y="549775"/>
                </a:cubicBezTo>
                <a:cubicBezTo>
                  <a:pt x="0" y="546225"/>
                  <a:pt x="2948" y="543283"/>
                  <a:pt x="6506" y="543283"/>
                </a:cubicBezTo>
                <a:close/>
                <a:moveTo>
                  <a:pt x="6506" y="517456"/>
                </a:moveTo>
                <a:lnTo>
                  <a:pt x="38932" y="517456"/>
                </a:lnTo>
                <a:lnTo>
                  <a:pt x="51842" y="517456"/>
                </a:lnTo>
                <a:lnTo>
                  <a:pt x="64853" y="517456"/>
                </a:lnTo>
                <a:lnTo>
                  <a:pt x="71257" y="517456"/>
                </a:lnTo>
                <a:cubicBezTo>
                  <a:pt x="74815" y="517456"/>
                  <a:pt x="77763" y="520389"/>
                  <a:pt x="77763" y="523928"/>
                </a:cubicBezTo>
                <a:cubicBezTo>
                  <a:pt x="77763" y="524939"/>
                  <a:pt x="77458" y="525849"/>
                  <a:pt x="77051" y="526760"/>
                </a:cubicBezTo>
                <a:cubicBezTo>
                  <a:pt x="75933" y="528883"/>
                  <a:pt x="73799" y="530299"/>
                  <a:pt x="71257" y="530299"/>
                </a:cubicBezTo>
                <a:lnTo>
                  <a:pt x="51842" y="530299"/>
                </a:lnTo>
                <a:lnTo>
                  <a:pt x="38831" y="530299"/>
                </a:lnTo>
                <a:lnTo>
                  <a:pt x="6506" y="530299"/>
                </a:lnTo>
                <a:cubicBezTo>
                  <a:pt x="2948" y="530299"/>
                  <a:pt x="0" y="527467"/>
                  <a:pt x="0" y="523928"/>
                </a:cubicBezTo>
                <a:cubicBezTo>
                  <a:pt x="0" y="520389"/>
                  <a:pt x="2948" y="517456"/>
                  <a:pt x="6506" y="517456"/>
                </a:cubicBezTo>
                <a:close/>
                <a:moveTo>
                  <a:pt x="414642" y="504543"/>
                </a:moveTo>
                <a:lnTo>
                  <a:pt x="479383" y="504543"/>
                </a:lnTo>
                <a:lnTo>
                  <a:pt x="485278" y="504543"/>
                </a:lnTo>
                <a:lnTo>
                  <a:pt x="414642" y="577296"/>
                </a:lnTo>
                <a:close/>
                <a:moveTo>
                  <a:pt x="6506" y="491559"/>
                </a:moveTo>
                <a:lnTo>
                  <a:pt x="38932" y="491559"/>
                </a:lnTo>
                <a:lnTo>
                  <a:pt x="51842" y="491559"/>
                </a:lnTo>
                <a:lnTo>
                  <a:pt x="64853" y="491559"/>
                </a:lnTo>
                <a:lnTo>
                  <a:pt x="71257" y="491559"/>
                </a:lnTo>
                <a:cubicBezTo>
                  <a:pt x="74815" y="491559"/>
                  <a:pt x="77763" y="494501"/>
                  <a:pt x="77763" y="498051"/>
                </a:cubicBezTo>
                <a:cubicBezTo>
                  <a:pt x="77763" y="499065"/>
                  <a:pt x="77458" y="499978"/>
                  <a:pt x="77051" y="500891"/>
                </a:cubicBezTo>
                <a:cubicBezTo>
                  <a:pt x="75933" y="503021"/>
                  <a:pt x="73799" y="504543"/>
                  <a:pt x="71257" y="504543"/>
                </a:cubicBezTo>
                <a:lnTo>
                  <a:pt x="51842" y="504543"/>
                </a:lnTo>
                <a:lnTo>
                  <a:pt x="38831" y="504543"/>
                </a:lnTo>
                <a:lnTo>
                  <a:pt x="6506" y="504543"/>
                </a:lnTo>
                <a:cubicBezTo>
                  <a:pt x="2948" y="504543"/>
                  <a:pt x="0" y="501601"/>
                  <a:pt x="0" y="498051"/>
                </a:cubicBezTo>
                <a:cubicBezTo>
                  <a:pt x="0" y="494501"/>
                  <a:pt x="2948" y="491559"/>
                  <a:pt x="6506" y="491559"/>
                </a:cubicBezTo>
                <a:close/>
                <a:moveTo>
                  <a:pt x="6506" y="465661"/>
                </a:moveTo>
                <a:lnTo>
                  <a:pt x="38932" y="465661"/>
                </a:lnTo>
                <a:lnTo>
                  <a:pt x="51842" y="465661"/>
                </a:lnTo>
                <a:lnTo>
                  <a:pt x="64853" y="465661"/>
                </a:lnTo>
                <a:lnTo>
                  <a:pt x="71257" y="465661"/>
                </a:lnTo>
                <a:cubicBezTo>
                  <a:pt x="74815" y="465661"/>
                  <a:pt x="77763" y="468610"/>
                  <a:pt x="77763" y="472168"/>
                </a:cubicBezTo>
                <a:cubicBezTo>
                  <a:pt x="77763" y="473185"/>
                  <a:pt x="77458" y="474100"/>
                  <a:pt x="77051" y="475015"/>
                </a:cubicBezTo>
                <a:cubicBezTo>
                  <a:pt x="75933" y="477151"/>
                  <a:pt x="73799" y="478574"/>
                  <a:pt x="71257" y="478574"/>
                </a:cubicBezTo>
                <a:lnTo>
                  <a:pt x="51842" y="478574"/>
                </a:lnTo>
                <a:lnTo>
                  <a:pt x="38831" y="478574"/>
                </a:lnTo>
                <a:lnTo>
                  <a:pt x="6506" y="478574"/>
                </a:lnTo>
                <a:cubicBezTo>
                  <a:pt x="2948" y="478574"/>
                  <a:pt x="0" y="475727"/>
                  <a:pt x="0" y="472168"/>
                </a:cubicBezTo>
                <a:cubicBezTo>
                  <a:pt x="0" y="468610"/>
                  <a:pt x="2948" y="465661"/>
                  <a:pt x="6506" y="465661"/>
                </a:cubicBezTo>
                <a:close/>
                <a:moveTo>
                  <a:pt x="6506" y="439834"/>
                </a:moveTo>
                <a:lnTo>
                  <a:pt x="38932" y="439834"/>
                </a:lnTo>
                <a:lnTo>
                  <a:pt x="51842" y="439834"/>
                </a:lnTo>
                <a:lnTo>
                  <a:pt x="64853" y="439834"/>
                </a:lnTo>
                <a:lnTo>
                  <a:pt x="71257" y="439834"/>
                </a:lnTo>
                <a:cubicBezTo>
                  <a:pt x="74815" y="439834"/>
                  <a:pt x="77763" y="442776"/>
                  <a:pt x="77763" y="446326"/>
                </a:cubicBezTo>
                <a:cubicBezTo>
                  <a:pt x="77763" y="447340"/>
                  <a:pt x="77458" y="448253"/>
                  <a:pt x="77051" y="449166"/>
                </a:cubicBezTo>
                <a:cubicBezTo>
                  <a:pt x="75933" y="451296"/>
                  <a:pt x="73799" y="452818"/>
                  <a:pt x="71257" y="452818"/>
                </a:cubicBezTo>
                <a:lnTo>
                  <a:pt x="51842" y="452818"/>
                </a:lnTo>
                <a:lnTo>
                  <a:pt x="38831" y="452818"/>
                </a:lnTo>
                <a:lnTo>
                  <a:pt x="6506" y="452818"/>
                </a:lnTo>
                <a:cubicBezTo>
                  <a:pt x="2948" y="452818"/>
                  <a:pt x="0" y="449876"/>
                  <a:pt x="0" y="446326"/>
                </a:cubicBezTo>
                <a:cubicBezTo>
                  <a:pt x="0" y="442776"/>
                  <a:pt x="2948" y="439834"/>
                  <a:pt x="6506" y="439834"/>
                </a:cubicBezTo>
                <a:close/>
                <a:moveTo>
                  <a:pt x="6506" y="413937"/>
                </a:moveTo>
                <a:lnTo>
                  <a:pt x="38932" y="413937"/>
                </a:lnTo>
                <a:lnTo>
                  <a:pt x="51842" y="413937"/>
                </a:lnTo>
                <a:lnTo>
                  <a:pt x="64853" y="413937"/>
                </a:lnTo>
                <a:lnTo>
                  <a:pt x="71257" y="413937"/>
                </a:lnTo>
                <a:cubicBezTo>
                  <a:pt x="74815" y="413937"/>
                  <a:pt x="77763" y="416886"/>
                  <a:pt x="77763" y="420444"/>
                </a:cubicBezTo>
                <a:cubicBezTo>
                  <a:pt x="77763" y="421461"/>
                  <a:pt x="77458" y="422376"/>
                  <a:pt x="77051" y="423291"/>
                </a:cubicBezTo>
                <a:cubicBezTo>
                  <a:pt x="75933" y="425427"/>
                  <a:pt x="73799" y="426850"/>
                  <a:pt x="71257" y="426850"/>
                </a:cubicBezTo>
                <a:lnTo>
                  <a:pt x="51842" y="426850"/>
                </a:lnTo>
                <a:lnTo>
                  <a:pt x="38831" y="426850"/>
                </a:lnTo>
                <a:lnTo>
                  <a:pt x="6506" y="426850"/>
                </a:lnTo>
                <a:cubicBezTo>
                  <a:pt x="2948" y="426850"/>
                  <a:pt x="0" y="424003"/>
                  <a:pt x="0" y="420444"/>
                </a:cubicBezTo>
                <a:cubicBezTo>
                  <a:pt x="0" y="416886"/>
                  <a:pt x="2948" y="413937"/>
                  <a:pt x="6506" y="413937"/>
                </a:cubicBezTo>
                <a:close/>
                <a:moveTo>
                  <a:pt x="6506" y="388110"/>
                </a:moveTo>
                <a:lnTo>
                  <a:pt x="38932" y="388110"/>
                </a:lnTo>
                <a:lnTo>
                  <a:pt x="51842" y="388110"/>
                </a:lnTo>
                <a:lnTo>
                  <a:pt x="64853" y="388110"/>
                </a:lnTo>
                <a:lnTo>
                  <a:pt x="71257" y="388110"/>
                </a:lnTo>
                <a:cubicBezTo>
                  <a:pt x="74815" y="388110"/>
                  <a:pt x="77763" y="391052"/>
                  <a:pt x="77763" y="394602"/>
                </a:cubicBezTo>
                <a:cubicBezTo>
                  <a:pt x="77763" y="395616"/>
                  <a:pt x="77458" y="396529"/>
                  <a:pt x="77051" y="397442"/>
                </a:cubicBezTo>
                <a:cubicBezTo>
                  <a:pt x="75933" y="399572"/>
                  <a:pt x="73799" y="401094"/>
                  <a:pt x="71257" y="401094"/>
                </a:cubicBezTo>
                <a:lnTo>
                  <a:pt x="51842" y="401094"/>
                </a:lnTo>
                <a:lnTo>
                  <a:pt x="38831" y="401094"/>
                </a:lnTo>
                <a:lnTo>
                  <a:pt x="6506" y="401094"/>
                </a:lnTo>
                <a:cubicBezTo>
                  <a:pt x="2948" y="401094"/>
                  <a:pt x="0" y="398152"/>
                  <a:pt x="0" y="394602"/>
                </a:cubicBezTo>
                <a:cubicBezTo>
                  <a:pt x="0" y="391052"/>
                  <a:pt x="2948" y="388110"/>
                  <a:pt x="6506" y="388110"/>
                </a:cubicBezTo>
                <a:close/>
                <a:moveTo>
                  <a:pt x="142578" y="375182"/>
                </a:moveTo>
                <a:lnTo>
                  <a:pt x="142578" y="388067"/>
                </a:lnTo>
                <a:lnTo>
                  <a:pt x="323882" y="388067"/>
                </a:lnTo>
                <a:lnTo>
                  <a:pt x="323983" y="388067"/>
                </a:lnTo>
                <a:lnTo>
                  <a:pt x="323983" y="375182"/>
                </a:lnTo>
                <a:close/>
                <a:moveTo>
                  <a:pt x="6506" y="362212"/>
                </a:moveTo>
                <a:lnTo>
                  <a:pt x="38932" y="362212"/>
                </a:lnTo>
                <a:lnTo>
                  <a:pt x="51842" y="362212"/>
                </a:lnTo>
                <a:lnTo>
                  <a:pt x="64853" y="362212"/>
                </a:lnTo>
                <a:lnTo>
                  <a:pt x="71257" y="362212"/>
                </a:lnTo>
                <a:cubicBezTo>
                  <a:pt x="74815" y="362212"/>
                  <a:pt x="77763" y="365161"/>
                  <a:pt x="77763" y="368719"/>
                </a:cubicBezTo>
                <a:cubicBezTo>
                  <a:pt x="77763" y="369736"/>
                  <a:pt x="77458" y="370651"/>
                  <a:pt x="77051" y="371566"/>
                </a:cubicBezTo>
                <a:cubicBezTo>
                  <a:pt x="75933" y="373702"/>
                  <a:pt x="73799" y="375125"/>
                  <a:pt x="71257" y="375125"/>
                </a:cubicBezTo>
                <a:lnTo>
                  <a:pt x="51842" y="375125"/>
                </a:lnTo>
                <a:lnTo>
                  <a:pt x="38831" y="375125"/>
                </a:lnTo>
                <a:lnTo>
                  <a:pt x="6506" y="375125"/>
                </a:lnTo>
                <a:cubicBezTo>
                  <a:pt x="2948" y="375125"/>
                  <a:pt x="0" y="372278"/>
                  <a:pt x="0" y="368719"/>
                </a:cubicBezTo>
                <a:cubicBezTo>
                  <a:pt x="0" y="365161"/>
                  <a:pt x="2948" y="362212"/>
                  <a:pt x="6506" y="362212"/>
                </a:cubicBezTo>
                <a:close/>
                <a:moveTo>
                  <a:pt x="142578" y="336325"/>
                </a:moveTo>
                <a:lnTo>
                  <a:pt x="142578" y="349311"/>
                </a:lnTo>
                <a:lnTo>
                  <a:pt x="466466" y="349311"/>
                </a:lnTo>
                <a:lnTo>
                  <a:pt x="466466" y="336325"/>
                </a:lnTo>
                <a:close/>
                <a:moveTo>
                  <a:pt x="6506" y="336315"/>
                </a:moveTo>
                <a:lnTo>
                  <a:pt x="38932" y="336315"/>
                </a:lnTo>
                <a:lnTo>
                  <a:pt x="51842" y="336315"/>
                </a:lnTo>
                <a:lnTo>
                  <a:pt x="64853" y="336315"/>
                </a:lnTo>
                <a:lnTo>
                  <a:pt x="71257" y="336315"/>
                </a:lnTo>
                <a:cubicBezTo>
                  <a:pt x="74815" y="336315"/>
                  <a:pt x="77763" y="339257"/>
                  <a:pt x="77763" y="342807"/>
                </a:cubicBezTo>
                <a:cubicBezTo>
                  <a:pt x="77763" y="343821"/>
                  <a:pt x="77458" y="344734"/>
                  <a:pt x="77051" y="345647"/>
                </a:cubicBezTo>
                <a:cubicBezTo>
                  <a:pt x="75933" y="347777"/>
                  <a:pt x="73799" y="349299"/>
                  <a:pt x="71257" y="349299"/>
                </a:cubicBezTo>
                <a:lnTo>
                  <a:pt x="51842" y="349299"/>
                </a:lnTo>
                <a:lnTo>
                  <a:pt x="38831" y="349299"/>
                </a:lnTo>
                <a:lnTo>
                  <a:pt x="6506" y="349299"/>
                </a:lnTo>
                <a:cubicBezTo>
                  <a:pt x="2948" y="349299"/>
                  <a:pt x="0" y="346357"/>
                  <a:pt x="0" y="342807"/>
                </a:cubicBezTo>
                <a:cubicBezTo>
                  <a:pt x="0" y="339257"/>
                  <a:pt x="2948" y="336315"/>
                  <a:pt x="6506" y="336315"/>
                </a:cubicBezTo>
                <a:close/>
                <a:moveTo>
                  <a:pt x="6506" y="310488"/>
                </a:moveTo>
                <a:lnTo>
                  <a:pt x="38932" y="310488"/>
                </a:lnTo>
                <a:lnTo>
                  <a:pt x="51842" y="310488"/>
                </a:lnTo>
                <a:lnTo>
                  <a:pt x="64853" y="310488"/>
                </a:lnTo>
                <a:lnTo>
                  <a:pt x="71257" y="310488"/>
                </a:lnTo>
                <a:cubicBezTo>
                  <a:pt x="74815" y="310488"/>
                  <a:pt x="77763" y="313421"/>
                  <a:pt x="77763" y="316960"/>
                </a:cubicBezTo>
                <a:cubicBezTo>
                  <a:pt x="77763" y="317971"/>
                  <a:pt x="77458" y="318881"/>
                  <a:pt x="77051" y="319792"/>
                </a:cubicBezTo>
                <a:cubicBezTo>
                  <a:pt x="75933" y="321915"/>
                  <a:pt x="73799" y="323331"/>
                  <a:pt x="71257" y="323331"/>
                </a:cubicBezTo>
                <a:lnTo>
                  <a:pt x="51842" y="323331"/>
                </a:lnTo>
                <a:lnTo>
                  <a:pt x="38831" y="323331"/>
                </a:lnTo>
                <a:lnTo>
                  <a:pt x="6506" y="323331"/>
                </a:lnTo>
                <a:cubicBezTo>
                  <a:pt x="2948" y="323331"/>
                  <a:pt x="0" y="320499"/>
                  <a:pt x="0" y="316960"/>
                </a:cubicBezTo>
                <a:cubicBezTo>
                  <a:pt x="0" y="313421"/>
                  <a:pt x="2948" y="310488"/>
                  <a:pt x="6506" y="310488"/>
                </a:cubicBezTo>
                <a:close/>
                <a:moveTo>
                  <a:pt x="142578" y="297569"/>
                </a:moveTo>
                <a:lnTo>
                  <a:pt x="142578" y="310454"/>
                </a:lnTo>
                <a:lnTo>
                  <a:pt x="466466" y="310454"/>
                </a:lnTo>
                <a:lnTo>
                  <a:pt x="466466" y="297569"/>
                </a:lnTo>
                <a:close/>
                <a:moveTo>
                  <a:pt x="6506" y="284590"/>
                </a:moveTo>
                <a:lnTo>
                  <a:pt x="38932" y="284590"/>
                </a:lnTo>
                <a:lnTo>
                  <a:pt x="51842" y="284590"/>
                </a:lnTo>
                <a:lnTo>
                  <a:pt x="64853" y="284590"/>
                </a:lnTo>
                <a:lnTo>
                  <a:pt x="71257" y="284590"/>
                </a:lnTo>
                <a:cubicBezTo>
                  <a:pt x="74815" y="284590"/>
                  <a:pt x="77763" y="287532"/>
                  <a:pt x="77763" y="291082"/>
                </a:cubicBezTo>
                <a:cubicBezTo>
                  <a:pt x="77763" y="292096"/>
                  <a:pt x="77458" y="293009"/>
                  <a:pt x="77051" y="293922"/>
                </a:cubicBezTo>
                <a:cubicBezTo>
                  <a:pt x="75933" y="296052"/>
                  <a:pt x="73799" y="297574"/>
                  <a:pt x="71257" y="297574"/>
                </a:cubicBezTo>
                <a:lnTo>
                  <a:pt x="51842" y="297574"/>
                </a:lnTo>
                <a:lnTo>
                  <a:pt x="38831" y="297574"/>
                </a:lnTo>
                <a:lnTo>
                  <a:pt x="6506" y="297574"/>
                </a:lnTo>
                <a:cubicBezTo>
                  <a:pt x="2948" y="297574"/>
                  <a:pt x="0" y="294632"/>
                  <a:pt x="0" y="291082"/>
                </a:cubicBezTo>
                <a:cubicBezTo>
                  <a:pt x="0" y="287532"/>
                  <a:pt x="2948" y="284590"/>
                  <a:pt x="6506" y="284590"/>
                </a:cubicBezTo>
                <a:close/>
                <a:moveTo>
                  <a:pt x="142578" y="258711"/>
                </a:moveTo>
                <a:lnTo>
                  <a:pt x="142578" y="271596"/>
                </a:lnTo>
                <a:lnTo>
                  <a:pt x="466466" y="271596"/>
                </a:lnTo>
                <a:lnTo>
                  <a:pt x="466466" y="258711"/>
                </a:lnTo>
                <a:close/>
                <a:moveTo>
                  <a:pt x="6506" y="258693"/>
                </a:moveTo>
                <a:lnTo>
                  <a:pt x="38932" y="258693"/>
                </a:lnTo>
                <a:lnTo>
                  <a:pt x="51842" y="258693"/>
                </a:lnTo>
                <a:lnTo>
                  <a:pt x="64853" y="258693"/>
                </a:lnTo>
                <a:lnTo>
                  <a:pt x="71257" y="258693"/>
                </a:lnTo>
                <a:cubicBezTo>
                  <a:pt x="74815" y="258693"/>
                  <a:pt x="77763" y="261642"/>
                  <a:pt x="77763" y="265200"/>
                </a:cubicBezTo>
                <a:cubicBezTo>
                  <a:pt x="77763" y="266217"/>
                  <a:pt x="77458" y="267132"/>
                  <a:pt x="77051" y="268047"/>
                </a:cubicBezTo>
                <a:cubicBezTo>
                  <a:pt x="75933" y="270183"/>
                  <a:pt x="73799" y="271606"/>
                  <a:pt x="71257" y="271606"/>
                </a:cubicBezTo>
                <a:lnTo>
                  <a:pt x="51842" y="271606"/>
                </a:lnTo>
                <a:lnTo>
                  <a:pt x="38831" y="271606"/>
                </a:lnTo>
                <a:lnTo>
                  <a:pt x="6506" y="271606"/>
                </a:lnTo>
                <a:cubicBezTo>
                  <a:pt x="2948" y="271606"/>
                  <a:pt x="0" y="268759"/>
                  <a:pt x="0" y="265200"/>
                </a:cubicBezTo>
                <a:cubicBezTo>
                  <a:pt x="0" y="261642"/>
                  <a:pt x="2948" y="258693"/>
                  <a:pt x="6506" y="258693"/>
                </a:cubicBezTo>
                <a:close/>
                <a:moveTo>
                  <a:pt x="6506" y="232866"/>
                </a:moveTo>
                <a:lnTo>
                  <a:pt x="38932" y="232866"/>
                </a:lnTo>
                <a:lnTo>
                  <a:pt x="51842" y="232866"/>
                </a:lnTo>
                <a:lnTo>
                  <a:pt x="64853" y="232866"/>
                </a:lnTo>
                <a:lnTo>
                  <a:pt x="71257" y="232866"/>
                </a:lnTo>
                <a:cubicBezTo>
                  <a:pt x="74815" y="232866"/>
                  <a:pt x="77763" y="235808"/>
                  <a:pt x="77763" y="239358"/>
                </a:cubicBezTo>
                <a:cubicBezTo>
                  <a:pt x="77763" y="240372"/>
                  <a:pt x="77458" y="241285"/>
                  <a:pt x="77051" y="242198"/>
                </a:cubicBezTo>
                <a:cubicBezTo>
                  <a:pt x="75933" y="244328"/>
                  <a:pt x="73799" y="245850"/>
                  <a:pt x="71257" y="245850"/>
                </a:cubicBezTo>
                <a:lnTo>
                  <a:pt x="51842" y="245850"/>
                </a:lnTo>
                <a:lnTo>
                  <a:pt x="38831" y="245850"/>
                </a:lnTo>
                <a:lnTo>
                  <a:pt x="6506" y="245850"/>
                </a:lnTo>
                <a:cubicBezTo>
                  <a:pt x="2948" y="245850"/>
                  <a:pt x="0" y="242908"/>
                  <a:pt x="0" y="239358"/>
                </a:cubicBezTo>
                <a:cubicBezTo>
                  <a:pt x="0" y="235808"/>
                  <a:pt x="2948" y="232866"/>
                  <a:pt x="6506" y="232866"/>
                </a:cubicBezTo>
                <a:close/>
                <a:moveTo>
                  <a:pt x="142578" y="219854"/>
                </a:moveTo>
                <a:lnTo>
                  <a:pt x="142578" y="232840"/>
                </a:lnTo>
                <a:lnTo>
                  <a:pt x="323983" y="232840"/>
                </a:lnTo>
                <a:lnTo>
                  <a:pt x="323983" y="219854"/>
                </a:lnTo>
                <a:close/>
                <a:moveTo>
                  <a:pt x="6506" y="206968"/>
                </a:moveTo>
                <a:lnTo>
                  <a:pt x="38932" y="206968"/>
                </a:lnTo>
                <a:lnTo>
                  <a:pt x="51842" y="206968"/>
                </a:lnTo>
                <a:lnTo>
                  <a:pt x="64853" y="206968"/>
                </a:lnTo>
                <a:lnTo>
                  <a:pt x="71257" y="206968"/>
                </a:lnTo>
                <a:cubicBezTo>
                  <a:pt x="74815" y="206968"/>
                  <a:pt x="77763" y="209917"/>
                  <a:pt x="77763" y="213475"/>
                </a:cubicBezTo>
                <a:cubicBezTo>
                  <a:pt x="77763" y="214492"/>
                  <a:pt x="77458" y="215407"/>
                  <a:pt x="77051" y="216322"/>
                </a:cubicBezTo>
                <a:cubicBezTo>
                  <a:pt x="75933" y="218458"/>
                  <a:pt x="73799" y="219881"/>
                  <a:pt x="71257" y="219881"/>
                </a:cubicBezTo>
                <a:lnTo>
                  <a:pt x="51842" y="219881"/>
                </a:lnTo>
                <a:lnTo>
                  <a:pt x="38831" y="219881"/>
                </a:lnTo>
                <a:lnTo>
                  <a:pt x="6506" y="219881"/>
                </a:lnTo>
                <a:cubicBezTo>
                  <a:pt x="2948" y="219881"/>
                  <a:pt x="0" y="217034"/>
                  <a:pt x="0" y="213475"/>
                </a:cubicBezTo>
                <a:cubicBezTo>
                  <a:pt x="0" y="209917"/>
                  <a:pt x="2948" y="206968"/>
                  <a:pt x="6506" y="206968"/>
                </a:cubicBezTo>
                <a:close/>
                <a:moveTo>
                  <a:pt x="142578" y="181098"/>
                </a:moveTo>
                <a:lnTo>
                  <a:pt x="142578" y="193983"/>
                </a:lnTo>
                <a:lnTo>
                  <a:pt x="323983" y="193983"/>
                </a:lnTo>
                <a:lnTo>
                  <a:pt x="323983" y="181098"/>
                </a:lnTo>
                <a:close/>
                <a:moveTo>
                  <a:pt x="6506" y="181071"/>
                </a:moveTo>
                <a:lnTo>
                  <a:pt x="38932" y="181071"/>
                </a:lnTo>
                <a:lnTo>
                  <a:pt x="51842" y="181071"/>
                </a:lnTo>
                <a:lnTo>
                  <a:pt x="64853" y="181071"/>
                </a:lnTo>
                <a:lnTo>
                  <a:pt x="71257" y="181071"/>
                </a:lnTo>
                <a:cubicBezTo>
                  <a:pt x="74815" y="181071"/>
                  <a:pt x="77763" y="184013"/>
                  <a:pt x="77763" y="187563"/>
                </a:cubicBezTo>
                <a:cubicBezTo>
                  <a:pt x="77763" y="188577"/>
                  <a:pt x="77458" y="189490"/>
                  <a:pt x="77051" y="190403"/>
                </a:cubicBezTo>
                <a:cubicBezTo>
                  <a:pt x="75933" y="192533"/>
                  <a:pt x="73799" y="194055"/>
                  <a:pt x="71257" y="194055"/>
                </a:cubicBezTo>
                <a:lnTo>
                  <a:pt x="51842" y="194055"/>
                </a:lnTo>
                <a:lnTo>
                  <a:pt x="38831" y="194055"/>
                </a:lnTo>
                <a:lnTo>
                  <a:pt x="6506" y="194055"/>
                </a:lnTo>
                <a:cubicBezTo>
                  <a:pt x="2948" y="194055"/>
                  <a:pt x="0" y="191113"/>
                  <a:pt x="0" y="187563"/>
                </a:cubicBezTo>
                <a:cubicBezTo>
                  <a:pt x="0" y="184013"/>
                  <a:pt x="2948" y="181071"/>
                  <a:pt x="6506" y="181071"/>
                </a:cubicBezTo>
                <a:close/>
                <a:moveTo>
                  <a:pt x="6506" y="155244"/>
                </a:moveTo>
                <a:lnTo>
                  <a:pt x="38932" y="155244"/>
                </a:lnTo>
                <a:lnTo>
                  <a:pt x="51842" y="155244"/>
                </a:lnTo>
                <a:lnTo>
                  <a:pt x="64853" y="155244"/>
                </a:lnTo>
                <a:lnTo>
                  <a:pt x="71257" y="155244"/>
                </a:lnTo>
                <a:cubicBezTo>
                  <a:pt x="74815" y="155244"/>
                  <a:pt x="77763" y="158177"/>
                  <a:pt x="77763" y="161716"/>
                </a:cubicBezTo>
                <a:cubicBezTo>
                  <a:pt x="77763" y="162727"/>
                  <a:pt x="77458" y="163637"/>
                  <a:pt x="77051" y="164548"/>
                </a:cubicBezTo>
                <a:cubicBezTo>
                  <a:pt x="75933" y="166671"/>
                  <a:pt x="73799" y="168087"/>
                  <a:pt x="71257" y="168087"/>
                </a:cubicBezTo>
                <a:lnTo>
                  <a:pt x="51842" y="168087"/>
                </a:lnTo>
                <a:lnTo>
                  <a:pt x="38831" y="168087"/>
                </a:lnTo>
                <a:lnTo>
                  <a:pt x="6506" y="168087"/>
                </a:lnTo>
                <a:cubicBezTo>
                  <a:pt x="2948" y="168087"/>
                  <a:pt x="0" y="165255"/>
                  <a:pt x="0" y="161716"/>
                </a:cubicBezTo>
                <a:cubicBezTo>
                  <a:pt x="0" y="158177"/>
                  <a:pt x="2948" y="155244"/>
                  <a:pt x="6506" y="155244"/>
                </a:cubicBezTo>
                <a:close/>
                <a:moveTo>
                  <a:pt x="142578" y="142342"/>
                </a:moveTo>
                <a:lnTo>
                  <a:pt x="142578" y="155227"/>
                </a:lnTo>
                <a:lnTo>
                  <a:pt x="323983" y="155227"/>
                </a:lnTo>
                <a:lnTo>
                  <a:pt x="323983" y="142342"/>
                </a:lnTo>
                <a:close/>
                <a:moveTo>
                  <a:pt x="6506" y="129346"/>
                </a:moveTo>
                <a:lnTo>
                  <a:pt x="38932" y="129346"/>
                </a:lnTo>
                <a:lnTo>
                  <a:pt x="51842" y="129346"/>
                </a:lnTo>
                <a:lnTo>
                  <a:pt x="64853" y="129346"/>
                </a:lnTo>
                <a:lnTo>
                  <a:pt x="71257" y="129346"/>
                </a:lnTo>
                <a:cubicBezTo>
                  <a:pt x="74815" y="129346"/>
                  <a:pt x="77763" y="132288"/>
                  <a:pt x="77763" y="135838"/>
                </a:cubicBezTo>
                <a:cubicBezTo>
                  <a:pt x="77763" y="136852"/>
                  <a:pt x="77458" y="137765"/>
                  <a:pt x="77051" y="138678"/>
                </a:cubicBezTo>
                <a:cubicBezTo>
                  <a:pt x="75933" y="140808"/>
                  <a:pt x="73799" y="142330"/>
                  <a:pt x="71257" y="142330"/>
                </a:cubicBezTo>
                <a:lnTo>
                  <a:pt x="51842" y="142330"/>
                </a:lnTo>
                <a:lnTo>
                  <a:pt x="38831" y="142330"/>
                </a:lnTo>
                <a:lnTo>
                  <a:pt x="6506" y="142330"/>
                </a:lnTo>
                <a:cubicBezTo>
                  <a:pt x="2948" y="142330"/>
                  <a:pt x="0" y="139388"/>
                  <a:pt x="0" y="135838"/>
                </a:cubicBezTo>
                <a:cubicBezTo>
                  <a:pt x="0" y="132288"/>
                  <a:pt x="2948" y="129346"/>
                  <a:pt x="6506" y="129346"/>
                </a:cubicBezTo>
                <a:close/>
                <a:moveTo>
                  <a:pt x="6506" y="103519"/>
                </a:moveTo>
                <a:lnTo>
                  <a:pt x="38932" y="103519"/>
                </a:lnTo>
                <a:lnTo>
                  <a:pt x="51842" y="103519"/>
                </a:lnTo>
                <a:lnTo>
                  <a:pt x="64853" y="103519"/>
                </a:lnTo>
                <a:lnTo>
                  <a:pt x="71257" y="103519"/>
                </a:lnTo>
                <a:cubicBezTo>
                  <a:pt x="74815" y="103519"/>
                  <a:pt x="77763" y="106452"/>
                  <a:pt x="77763" y="109991"/>
                </a:cubicBezTo>
                <a:cubicBezTo>
                  <a:pt x="77763" y="111002"/>
                  <a:pt x="77458" y="111912"/>
                  <a:pt x="77051" y="112823"/>
                </a:cubicBezTo>
                <a:cubicBezTo>
                  <a:pt x="75933" y="114946"/>
                  <a:pt x="73799" y="116362"/>
                  <a:pt x="71257" y="116362"/>
                </a:cubicBezTo>
                <a:lnTo>
                  <a:pt x="51842" y="116362"/>
                </a:lnTo>
                <a:lnTo>
                  <a:pt x="38831" y="116362"/>
                </a:lnTo>
                <a:lnTo>
                  <a:pt x="6506" y="116362"/>
                </a:lnTo>
                <a:cubicBezTo>
                  <a:pt x="2948" y="116362"/>
                  <a:pt x="0" y="113530"/>
                  <a:pt x="0" y="109991"/>
                </a:cubicBezTo>
                <a:cubicBezTo>
                  <a:pt x="0" y="106452"/>
                  <a:pt x="2948" y="103519"/>
                  <a:pt x="6506" y="103519"/>
                </a:cubicBezTo>
                <a:close/>
                <a:moveTo>
                  <a:pt x="142578" y="103485"/>
                </a:moveTo>
                <a:lnTo>
                  <a:pt x="142578" y="116369"/>
                </a:lnTo>
                <a:lnTo>
                  <a:pt x="323983" y="116369"/>
                </a:lnTo>
                <a:lnTo>
                  <a:pt x="323983" y="103485"/>
                </a:lnTo>
                <a:close/>
                <a:moveTo>
                  <a:pt x="6506" y="77622"/>
                </a:moveTo>
                <a:lnTo>
                  <a:pt x="38932" y="77622"/>
                </a:lnTo>
                <a:lnTo>
                  <a:pt x="51842" y="77622"/>
                </a:lnTo>
                <a:lnTo>
                  <a:pt x="64853" y="77622"/>
                </a:lnTo>
                <a:lnTo>
                  <a:pt x="71257" y="77622"/>
                </a:lnTo>
                <a:cubicBezTo>
                  <a:pt x="74815" y="77622"/>
                  <a:pt x="77763" y="80564"/>
                  <a:pt x="77763" y="84114"/>
                </a:cubicBezTo>
                <a:cubicBezTo>
                  <a:pt x="77763" y="85128"/>
                  <a:pt x="77458" y="86041"/>
                  <a:pt x="77051" y="86954"/>
                </a:cubicBezTo>
                <a:cubicBezTo>
                  <a:pt x="75933" y="89084"/>
                  <a:pt x="73799" y="90606"/>
                  <a:pt x="71257" y="90606"/>
                </a:cubicBezTo>
                <a:lnTo>
                  <a:pt x="51842" y="90606"/>
                </a:lnTo>
                <a:lnTo>
                  <a:pt x="38831" y="90606"/>
                </a:lnTo>
                <a:lnTo>
                  <a:pt x="6506" y="90606"/>
                </a:lnTo>
                <a:cubicBezTo>
                  <a:pt x="2948" y="90606"/>
                  <a:pt x="0" y="87664"/>
                  <a:pt x="0" y="84114"/>
                </a:cubicBezTo>
                <a:cubicBezTo>
                  <a:pt x="0" y="80564"/>
                  <a:pt x="2948" y="77622"/>
                  <a:pt x="6506" y="77622"/>
                </a:cubicBezTo>
                <a:close/>
                <a:moveTo>
                  <a:pt x="349898" y="64627"/>
                </a:moveTo>
                <a:lnTo>
                  <a:pt x="349898" y="206969"/>
                </a:lnTo>
                <a:lnTo>
                  <a:pt x="466466" y="206969"/>
                </a:lnTo>
                <a:lnTo>
                  <a:pt x="466466" y="64627"/>
                </a:lnTo>
                <a:close/>
                <a:moveTo>
                  <a:pt x="142578" y="64627"/>
                </a:moveTo>
                <a:lnTo>
                  <a:pt x="142578" y="77613"/>
                </a:lnTo>
                <a:lnTo>
                  <a:pt x="323983" y="77613"/>
                </a:lnTo>
                <a:lnTo>
                  <a:pt x="323983" y="64627"/>
                </a:lnTo>
                <a:close/>
                <a:moveTo>
                  <a:pt x="6506" y="51724"/>
                </a:moveTo>
                <a:lnTo>
                  <a:pt x="38932" y="51724"/>
                </a:lnTo>
                <a:lnTo>
                  <a:pt x="51842" y="51724"/>
                </a:lnTo>
                <a:lnTo>
                  <a:pt x="64853" y="51724"/>
                </a:lnTo>
                <a:lnTo>
                  <a:pt x="71257" y="51724"/>
                </a:lnTo>
                <a:cubicBezTo>
                  <a:pt x="74815" y="51724"/>
                  <a:pt x="77763" y="54673"/>
                  <a:pt x="77763" y="58231"/>
                </a:cubicBezTo>
                <a:cubicBezTo>
                  <a:pt x="77763" y="59248"/>
                  <a:pt x="77458" y="60163"/>
                  <a:pt x="77051" y="61078"/>
                </a:cubicBezTo>
                <a:cubicBezTo>
                  <a:pt x="75933" y="63214"/>
                  <a:pt x="73799" y="64637"/>
                  <a:pt x="71257" y="64637"/>
                </a:cubicBezTo>
                <a:lnTo>
                  <a:pt x="51842" y="64637"/>
                </a:lnTo>
                <a:lnTo>
                  <a:pt x="38831" y="64637"/>
                </a:lnTo>
                <a:lnTo>
                  <a:pt x="6506" y="64637"/>
                </a:lnTo>
                <a:cubicBezTo>
                  <a:pt x="2948" y="64637"/>
                  <a:pt x="0" y="61790"/>
                  <a:pt x="0" y="58231"/>
                </a:cubicBezTo>
                <a:cubicBezTo>
                  <a:pt x="0" y="54673"/>
                  <a:pt x="2948" y="51724"/>
                  <a:pt x="6506" y="51724"/>
                </a:cubicBezTo>
                <a:close/>
                <a:moveTo>
                  <a:pt x="6506" y="25897"/>
                </a:moveTo>
                <a:lnTo>
                  <a:pt x="38932" y="25897"/>
                </a:lnTo>
                <a:lnTo>
                  <a:pt x="51842" y="25897"/>
                </a:lnTo>
                <a:lnTo>
                  <a:pt x="64853" y="25897"/>
                </a:lnTo>
                <a:lnTo>
                  <a:pt x="71257" y="25897"/>
                </a:lnTo>
                <a:cubicBezTo>
                  <a:pt x="74815" y="25897"/>
                  <a:pt x="77763" y="28839"/>
                  <a:pt x="77763" y="32389"/>
                </a:cubicBezTo>
                <a:cubicBezTo>
                  <a:pt x="77763" y="33403"/>
                  <a:pt x="77458" y="34316"/>
                  <a:pt x="77051" y="35229"/>
                </a:cubicBezTo>
                <a:cubicBezTo>
                  <a:pt x="75933" y="37359"/>
                  <a:pt x="73799" y="38881"/>
                  <a:pt x="71257" y="38881"/>
                </a:cubicBezTo>
                <a:lnTo>
                  <a:pt x="51842" y="38881"/>
                </a:lnTo>
                <a:lnTo>
                  <a:pt x="38831" y="38881"/>
                </a:lnTo>
                <a:lnTo>
                  <a:pt x="6506" y="38881"/>
                </a:lnTo>
                <a:cubicBezTo>
                  <a:pt x="2948" y="38881"/>
                  <a:pt x="0" y="35939"/>
                  <a:pt x="0" y="32389"/>
                </a:cubicBezTo>
                <a:cubicBezTo>
                  <a:pt x="0" y="28839"/>
                  <a:pt x="2948" y="25897"/>
                  <a:pt x="6506" y="25897"/>
                </a:cubicBezTo>
                <a:close/>
                <a:moveTo>
                  <a:pt x="89528" y="0"/>
                </a:moveTo>
                <a:lnTo>
                  <a:pt x="505389" y="0"/>
                </a:lnTo>
                <a:lnTo>
                  <a:pt x="505389" y="485058"/>
                </a:lnTo>
                <a:lnTo>
                  <a:pt x="499799" y="491552"/>
                </a:lnTo>
                <a:lnTo>
                  <a:pt x="499495" y="491552"/>
                </a:lnTo>
                <a:lnTo>
                  <a:pt x="485267" y="491552"/>
                </a:lnTo>
                <a:lnTo>
                  <a:pt x="418497" y="491552"/>
                </a:lnTo>
                <a:lnTo>
                  <a:pt x="414635" y="491552"/>
                </a:lnTo>
                <a:lnTo>
                  <a:pt x="401729" y="491552"/>
                </a:lnTo>
                <a:lnTo>
                  <a:pt x="401729" y="500175"/>
                </a:lnTo>
                <a:lnTo>
                  <a:pt x="401729" y="577180"/>
                </a:lnTo>
                <a:lnTo>
                  <a:pt x="401729" y="606095"/>
                </a:lnTo>
                <a:lnTo>
                  <a:pt x="400103" y="607921"/>
                </a:lnTo>
                <a:lnTo>
                  <a:pt x="89528" y="607921"/>
                </a:lnTo>
                <a:cubicBezTo>
                  <a:pt x="90239" y="605892"/>
                  <a:pt x="90747" y="603761"/>
                  <a:pt x="90747" y="601428"/>
                </a:cubicBezTo>
                <a:cubicBezTo>
                  <a:pt x="90747" y="596457"/>
                  <a:pt x="88715" y="591993"/>
                  <a:pt x="85666" y="588543"/>
                </a:cubicBezTo>
                <a:cubicBezTo>
                  <a:pt x="88715" y="585093"/>
                  <a:pt x="90747" y="580629"/>
                  <a:pt x="90747" y="575557"/>
                </a:cubicBezTo>
                <a:cubicBezTo>
                  <a:pt x="90747" y="570585"/>
                  <a:pt x="88715" y="566121"/>
                  <a:pt x="85666" y="562672"/>
                </a:cubicBezTo>
                <a:cubicBezTo>
                  <a:pt x="88715" y="559222"/>
                  <a:pt x="90747" y="554758"/>
                  <a:pt x="90747" y="549686"/>
                </a:cubicBezTo>
                <a:cubicBezTo>
                  <a:pt x="90747" y="544714"/>
                  <a:pt x="88715" y="540250"/>
                  <a:pt x="85666" y="536801"/>
                </a:cubicBezTo>
                <a:cubicBezTo>
                  <a:pt x="88715" y="533351"/>
                  <a:pt x="90747" y="528887"/>
                  <a:pt x="90747" y="523814"/>
                </a:cubicBezTo>
                <a:cubicBezTo>
                  <a:pt x="90747" y="518843"/>
                  <a:pt x="88715" y="514379"/>
                  <a:pt x="85666" y="510930"/>
                </a:cubicBezTo>
                <a:cubicBezTo>
                  <a:pt x="88715" y="507480"/>
                  <a:pt x="90747" y="503016"/>
                  <a:pt x="90747" y="497943"/>
                </a:cubicBezTo>
                <a:cubicBezTo>
                  <a:pt x="90747" y="492972"/>
                  <a:pt x="88715" y="488508"/>
                  <a:pt x="85666" y="485058"/>
                </a:cubicBezTo>
                <a:cubicBezTo>
                  <a:pt x="88715" y="481609"/>
                  <a:pt x="90747" y="477145"/>
                  <a:pt x="90747" y="472174"/>
                </a:cubicBezTo>
                <a:cubicBezTo>
                  <a:pt x="90747" y="467101"/>
                  <a:pt x="88715" y="462637"/>
                  <a:pt x="85666" y="459187"/>
                </a:cubicBezTo>
                <a:cubicBezTo>
                  <a:pt x="88715" y="455738"/>
                  <a:pt x="90747" y="451274"/>
                  <a:pt x="90747" y="446302"/>
                </a:cubicBezTo>
                <a:cubicBezTo>
                  <a:pt x="90747" y="441230"/>
                  <a:pt x="88715" y="436766"/>
                  <a:pt x="85666" y="433316"/>
                </a:cubicBezTo>
                <a:cubicBezTo>
                  <a:pt x="88715" y="429867"/>
                  <a:pt x="90747" y="425403"/>
                  <a:pt x="90747" y="420431"/>
                </a:cubicBezTo>
                <a:cubicBezTo>
                  <a:pt x="90747" y="415359"/>
                  <a:pt x="88715" y="410895"/>
                  <a:pt x="85666" y="407445"/>
                </a:cubicBezTo>
                <a:cubicBezTo>
                  <a:pt x="88715" y="403996"/>
                  <a:pt x="90747" y="399532"/>
                  <a:pt x="90747" y="394560"/>
                </a:cubicBezTo>
                <a:cubicBezTo>
                  <a:pt x="90747" y="389487"/>
                  <a:pt x="88715" y="385023"/>
                  <a:pt x="85666" y="381574"/>
                </a:cubicBezTo>
                <a:cubicBezTo>
                  <a:pt x="88715" y="378124"/>
                  <a:pt x="90747" y="373660"/>
                  <a:pt x="90747" y="368689"/>
                </a:cubicBezTo>
                <a:cubicBezTo>
                  <a:pt x="90747" y="363616"/>
                  <a:pt x="88715" y="359152"/>
                  <a:pt x="85666" y="355703"/>
                </a:cubicBezTo>
                <a:cubicBezTo>
                  <a:pt x="88715" y="352253"/>
                  <a:pt x="90747" y="347789"/>
                  <a:pt x="90747" y="342818"/>
                </a:cubicBezTo>
                <a:cubicBezTo>
                  <a:pt x="90747" y="337745"/>
                  <a:pt x="88715" y="333281"/>
                  <a:pt x="85666" y="329832"/>
                </a:cubicBezTo>
                <a:cubicBezTo>
                  <a:pt x="88715" y="326382"/>
                  <a:pt x="90747" y="321918"/>
                  <a:pt x="90747" y="316947"/>
                </a:cubicBezTo>
                <a:cubicBezTo>
                  <a:pt x="90747" y="311874"/>
                  <a:pt x="88715" y="307410"/>
                  <a:pt x="85666" y="303961"/>
                </a:cubicBezTo>
                <a:cubicBezTo>
                  <a:pt x="88715" y="300511"/>
                  <a:pt x="90747" y="296047"/>
                  <a:pt x="90747" y="291076"/>
                </a:cubicBezTo>
                <a:cubicBezTo>
                  <a:pt x="90747" y="286003"/>
                  <a:pt x="88715" y="281539"/>
                  <a:pt x="85666" y="278089"/>
                </a:cubicBezTo>
                <a:cubicBezTo>
                  <a:pt x="88715" y="274640"/>
                  <a:pt x="90747" y="270176"/>
                  <a:pt x="90747" y="265205"/>
                </a:cubicBezTo>
                <a:cubicBezTo>
                  <a:pt x="90747" y="260132"/>
                  <a:pt x="88715" y="255668"/>
                  <a:pt x="85666" y="252218"/>
                </a:cubicBezTo>
                <a:cubicBezTo>
                  <a:pt x="88715" y="248769"/>
                  <a:pt x="90747" y="244305"/>
                  <a:pt x="90747" y="239333"/>
                </a:cubicBezTo>
                <a:cubicBezTo>
                  <a:pt x="90747" y="234261"/>
                  <a:pt x="88715" y="229797"/>
                  <a:pt x="85666" y="226347"/>
                </a:cubicBezTo>
                <a:cubicBezTo>
                  <a:pt x="88715" y="222898"/>
                  <a:pt x="90747" y="218434"/>
                  <a:pt x="90747" y="213462"/>
                </a:cubicBezTo>
                <a:cubicBezTo>
                  <a:pt x="90747" y="208389"/>
                  <a:pt x="88715" y="203925"/>
                  <a:pt x="85666" y="200476"/>
                </a:cubicBezTo>
                <a:cubicBezTo>
                  <a:pt x="88715" y="197026"/>
                  <a:pt x="90747" y="192562"/>
                  <a:pt x="90747" y="187591"/>
                </a:cubicBezTo>
                <a:cubicBezTo>
                  <a:pt x="90747" y="182518"/>
                  <a:pt x="88715" y="178054"/>
                  <a:pt x="85666" y="174605"/>
                </a:cubicBezTo>
                <a:cubicBezTo>
                  <a:pt x="88715" y="171155"/>
                  <a:pt x="90747" y="166691"/>
                  <a:pt x="90747" y="161720"/>
                </a:cubicBezTo>
                <a:cubicBezTo>
                  <a:pt x="90747" y="156647"/>
                  <a:pt x="88715" y="152183"/>
                  <a:pt x="85666" y="148734"/>
                </a:cubicBezTo>
                <a:cubicBezTo>
                  <a:pt x="88715" y="145284"/>
                  <a:pt x="90747" y="140820"/>
                  <a:pt x="90747" y="135849"/>
                </a:cubicBezTo>
                <a:cubicBezTo>
                  <a:pt x="90747" y="130776"/>
                  <a:pt x="88715" y="126312"/>
                  <a:pt x="85666" y="122863"/>
                </a:cubicBezTo>
                <a:cubicBezTo>
                  <a:pt x="88715" y="119413"/>
                  <a:pt x="90747" y="114949"/>
                  <a:pt x="90747" y="109978"/>
                </a:cubicBezTo>
                <a:cubicBezTo>
                  <a:pt x="90747" y="104905"/>
                  <a:pt x="88715" y="100441"/>
                  <a:pt x="85666" y="96991"/>
                </a:cubicBezTo>
                <a:cubicBezTo>
                  <a:pt x="88715" y="93542"/>
                  <a:pt x="90747" y="89078"/>
                  <a:pt x="90747" y="84107"/>
                </a:cubicBezTo>
                <a:cubicBezTo>
                  <a:pt x="90747" y="79135"/>
                  <a:pt x="88715" y="74570"/>
                  <a:pt x="85666" y="71120"/>
                </a:cubicBezTo>
                <a:cubicBezTo>
                  <a:pt x="88715" y="67671"/>
                  <a:pt x="90747" y="63207"/>
                  <a:pt x="90747" y="58235"/>
                </a:cubicBezTo>
                <a:cubicBezTo>
                  <a:pt x="90747" y="53264"/>
                  <a:pt x="88715" y="48699"/>
                  <a:pt x="85666" y="45249"/>
                </a:cubicBezTo>
                <a:cubicBezTo>
                  <a:pt x="88715" y="41800"/>
                  <a:pt x="90747" y="37336"/>
                  <a:pt x="90747" y="32364"/>
                </a:cubicBezTo>
                <a:cubicBezTo>
                  <a:pt x="90747" y="27393"/>
                  <a:pt x="88715" y="22827"/>
                  <a:pt x="85666" y="19378"/>
                </a:cubicBezTo>
                <a:cubicBezTo>
                  <a:pt x="88715" y="15929"/>
                  <a:pt x="90747" y="11464"/>
                  <a:pt x="90747" y="6493"/>
                </a:cubicBezTo>
                <a:cubicBezTo>
                  <a:pt x="90747" y="4160"/>
                  <a:pt x="90239" y="2029"/>
                  <a:pt x="89528" y="0"/>
                </a:cubicBezTo>
                <a:close/>
                <a:moveTo>
                  <a:pt x="6506" y="0"/>
                </a:moveTo>
                <a:lnTo>
                  <a:pt x="38932" y="0"/>
                </a:lnTo>
                <a:lnTo>
                  <a:pt x="51842" y="0"/>
                </a:lnTo>
                <a:lnTo>
                  <a:pt x="64853" y="0"/>
                </a:lnTo>
                <a:lnTo>
                  <a:pt x="71257" y="0"/>
                </a:lnTo>
                <a:cubicBezTo>
                  <a:pt x="74815" y="0"/>
                  <a:pt x="77763" y="2949"/>
                  <a:pt x="77763" y="6507"/>
                </a:cubicBezTo>
                <a:cubicBezTo>
                  <a:pt x="77763" y="7524"/>
                  <a:pt x="77458" y="8439"/>
                  <a:pt x="77051" y="9354"/>
                </a:cubicBezTo>
                <a:cubicBezTo>
                  <a:pt x="75933" y="11490"/>
                  <a:pt x="73799" y="12913"/>
                  <a:pt x="71257" y="12913"/>
                </a:cubicBezTo>
                <a:lnTo>
                  <a:pt x="51842" y="12913"/>
                </a:lnTo>
                <a:lnTo>
                  <a:pt x="38831" y="12913"/>
                </a:lnTo>
                <a:lnTo>
                  <a:pt x="6506" y="12913"/>
                </a:lnTo>
                <a:cubicBezTo>
                  <a:pt x="2948" y="12913"/>
                  <a:pt x="0" y="10066"/>
                  <a:pt x="0" y="6507"/>
                </a:cubicBezTo>
                <a:cubicBezTo>
                  <a:pt x="0" y="2949"/>
                  <a:pt x="2948" y="0"/>
                  <a:pt x="650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iconfont-10043-4933178"/>
          <p:cNvSpPr>
            <a:spLocks noChangeAspect="1"/>
          </p:cNvSpPr>
          <p:nvPr/>
        </p:nvSpPr>
        <p:spPr bwMode="auto">
          <a:xfrm>
            <a:off x="1872599" y="4055241"/>
            <a:ext cx="297930" cy="302782"/>
          </a:xfrm>
          <a:custGeom>
            <a:avLst/>
            <a:gdLst>
              <a:gd name="connsiteX0" fmla="*/ 202382 w 598042"/>
              <a:gd name="connsiteY0" fmla="*/ 450278 h 607780"/>
              <a:gd name="connsiteX1" fmla="*/ 237968 w 598042"/>
              <a:gd name="connsiteY1" fmla="*/ 450278 h 607780"/>
              <a:gd name="connsiteX2" fmla="*/ 360096 w 598042"/>
              <a:gd name="connsiteY2" fmla="*/ 450278 h 607780"/>
              <a:gd name="connsiteX3" fmla="*/ 285225 w 598042"/>
              <a:gd name="connsiteY3" fmla="*/ 525048 h 607780"/>
              <a:gd name="connsiteX4" fmla="*/ 254570 w 598042"/>
              <a:gd name="connsiteY4" fmla="*/ 555662 h 607780"/>
              <a:gd name="connsiteX5" fmla="*/ 202382 w 598042"/>
              <a:gd name="connsiteY5" fmla="*/ 607780 h 607780"/>
              <a:gd name="connsiteX6" fmla="*/ 202382 w 598042"/>
              <a:gd name="connsiteY6" fmla="*/ 607288 h 607780"/>
              <a:gd name="connsiteX7" fmla="*/ 440258 w 598042"/>
              <a:gd name="connsiteY7" fmla="*/ 367575 h 607780"/>
              <a:gd name="connsiteX8" fmla="*/ 598042 w 598042"/>
              <a:gd name="connsiteY8" fmla="*/ 367575 h 607780"/>
              <a:gd name="connsiteX9" fmla="*/ 492360 w 598042"/>
              <a:gd name="connsiteY9" fmla="*/ 473124 h 607780"/>
              <a:gd name="connsiteX10" fmla="*/ 440258 w 598042"/>
              <a:gd name="connsiteY10" fmla="*/ 525077 h 607780"/>
              <a:gd name="connsiteX11" fmla="*/ 440258 w 598042"/>
              <a:gd name="connsiteY11" fmla="*/ 524585 h 607780"/>
              <a:gd name="connsiteX12" fmla="*/ 0 w 598042"/>
              <a:gd name="connsiteY12" fmla="*/ 82703 h 607780"/>
              <a:gd name="connsiteX13" fmla="*/ 237954 w 598042"/>
              <a:gd name="connsiteY13" fmla="*/ 82703 h 607780"/>
              <a:gd name="connsiteX14" fmla="*/ 360095 w 598042"/>
              <a:gd name="connsiteY14" fmla="*/ 82703 h 607780"/>
              <a:gd name="connsiteX15" fmla="*/ 360095 w 598042"/>
              <a:gd name="connsiteY15" fmla="*/ 430155 h 607780"/>
              <a:gd name="connsiteX16" fmla="*/ 237954 w 598042"/>
              <a:gd name="connsiteY16" fmla="*/ 430155 h 607780"/>
              <a:gd name="connsiteX17" fmla="*/ 202363 w 598042"/>
              <a:gd name="connsiteY17" fmla="*/ 430155 h 607780"/>
              <a:gd name="connsiteX18" fmla="*/ 182226 w 598042"/>
              <a:gd name="connsiteY18" fmla="*/ 450265 h 607780"/>
              <a:gd name="connsiteX19" fmla="*/ 182226 w 598042"/>
              <a:gd name="connsiteY19" fmla="*/ 607780 h 607780"/>
              <a:gd name="connsiteX20" fmla="*/ 0 w 598042"/>
              <a:gd name="connsiteY20" fmla="*/ 607780 h 607780"/>
              <a:gd name="connsiteX21" fmla="*/ 237876 w 598042"/>
              <a:gd name="connsiteY21" fmla="*/ 0 h 607780"/>
              <a:gd name="connsiteX22" fmla="*/ 598042 w 598042"/>
              <a:gd name="connsiteY22" fmla="*/ 0 h 607780"/>
              <a:gd name="connsiteX23" fmla="*/ 598042 w 598042"/>
              <a:gd name="connsiteY23" fmla="*/ 347452 h 607780"/>
              <a:gd name="connsiteX24" fmla="*/ 440233 w 598042"/>
              <a:gd name="connsiteY24" fmla="*/ 347452 h 607780"/>
              <a:gd name="connsiteX25" fmla="*/ 420178 w 598042"/>
              <a:gd name="connsiteY25" fmla="*/ 367562 h 607780"/>
              <a:gd name="connsiteX26" fmla="*/ 420178 w 598042"/>
              <a:gd name="connsiteY26" fmla="*/ 525077 h 607780"/>
              <a:gd name="connsiteX27" fmla="*/ 314068 w 598042"/>
              <a:gd name="connsiteY27" fmla="*/ 525077 h 607780"/>
              <a:gd name="connsiteX28" fmla="*/ 374233 w 598042"/>
              <a:gd name="connsiteY28" fmla="*/ 465650 h 607780"/>
              <a:gd name="connsiteX29" fmla="*/ 380151 w 598042"/>
              <a:gd name="connsiteY29" fmla="*/ 459740 h 607780"/>
              <a:gd name="connsiteX30" fmla="*/ 380151 w 598042"/>
              <a:gd name="connsiteY30" fmla="*/ 451368 h 607780"/>
              <a:gd name="connsiteX31" fmla="*/ 380151 w 598042"/>
              <a:gd name="connsiteY31" fmla="*/ 82738 h 607780"/>
              <a:gd name="connsiteX32" fmla="*/ 380151 w 598042"/>
              <a:gd name="connsiteY32" fmla="*/ 62628 h 607780"/>
              <a:gd name="connsiteX33" fmla="*/ 360096 w 598042"/>
              <a:gd name="connsiteY33" fmla="*/ 62628 h 607780"/>
              <a:gd name="connsiteX34" fmla="*/ 237958 w 598042"/>
              <a:gd name="connsiteY34" fmla="*/ 62628 h 607780"/>
              <a:gd name="connsiteX35" fmla="*/ 237876 w 598042"/>
              <a:gd name="connsiteY35" fmla="*/ 62628 h 607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98042" h="607780">
                <a:moveTo>
                  <a:pt x="202382" y="450278"/>
                </a:moveTo>
                <a:lnTo>
                  <a:pt x="237968" y="450278"/>
                </a:lnTo>
                <a:lnTo>
                  <a:pt x="360096" y="450278"/>
                </a:lnTo>
                <a:lnTo>
                  <a:pt x="285225" y="525048"/>
                </a:lnTo>
                <a:lnTo>
                  <a:pt x="254570" y="555662"/>
                </a:lnTo>
                <a:lnTo>
                  <a:pt x="202382" y="607780"/>
                </a:lnTo>
                <a:lnTo>
                  <a:pt x="202382" y="607288"/>
                </a:lnTo>
                <a:close/>
                <a:moveTo>
                  <a:pt x="440258" y="367575"/>
                </a:moveTo>
                <a:lnTo>
                  <a:pt x="598042" y="367575"/>
                </a:lnTo>
                <a:lnTo>
                  <a:pt x="492360" y="473124"/>
                </a:lnTo>
                <a:lnTo>
                  <a:pt x="440258" y="525077"/>
                </a:lnTo>
                <a:lnTo>
                  <a:pt x="440258" y="524585"/>
                </a:lnTo>
                <a:close/>
                <a:moveTo>
                  <a:pt x="0" y="82703"/>
                </a:moveTo>
                <a:lnTo>
                  <a:pt x="237954" y="82703"/>
                </a:lnTo>
                <a:lnTo>
                  <a:pt x="360095" y="82703"/>
                </a:lnTo>
                <a:lnTo>
                  <a:pt x="360095" y="430155"/>
                </a:lnTo>
                <a:lnTo>
                  <a:pt x="237954" y="430155"/>
                </a:lnTo>
                <a:lnTo>
                  <a:pt x="202363" y="430155"/>
                </a:lnTo>
                <a:cubicBezTo>
                  <a:pt x="191185" y="430155"/>
                  <a:pt x="182226" y="439184"/>
                  <a:pt x="182226" y="450265"/>
                </a:cubicBezTo>
                <a:lnTo>
                  <a:pt x="182226" y="607780"/>
                </a:lnTo>
                <a:lnTo>
                  <a:pt x="0" y="607780"/>
                </a:lnTo>
                <a:close/>
                <a:moveTo>
                  <a:pt x="237876" y="0"/>
                </a:moveTo>
                <a:lnTo>
                  <a:pt x="598042" y="0"/>
                </a:lnTo>
                <a:lnTo>
                  <a:pt x="598042" y="347452"/>
                </a:lnTo>
                <a:lnTo>
                  <a:pt x="440233" y="347452"/>
                </a:lnTo>
                <a:cubicBezTo>
                  <a:pt x="429137" y="347452"/>
                  <a:pt x="420178" y="356481"/>
                  <a:pt x="420178" y="367562"/>
                </a:cubicBezTo>
                <a:lnTo>
                  <a:pt x="420178" y="525077"/>
                </a:lnTo>
                <a:lnTo>
                  <a:pt x="314068" y="525077"/>
                </a:lnTo>
                <a:lnTo>
                  <a:pt x="374233" y="465650"/>
                </a:lnTo>
                <a:lnTo>
                  <a:pt x="380151" y="459740"/>
                </a:lnTo>
                <a:lnTo>
                  <a:pt x="380151" y="451368"/>
                </a:lnTo>
                <a:lnTo>
                  <a:pt x="380151" y="82738"/>
                </a:lnTo>
                <a:lnTo>
                  <a:pt x="380151" y="62628"/>
                </a:lnTo>
                <a:lnTo>
                  <a:pt x="360096" y="62628"/>
                </a:lnTo>
                <a:lnTo>
                  <a:pt x="237958" y="62628"/>
                </a:lnTo>
                <a:lnTo>
                  <a:pt x="237876" y="626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550763" y="2223521"/>
            <a:ext cx="1537568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输入标题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9" name="文本框 20"/>
          <p:cNvSpPr txBox="1"/>
          <p:nvPr/>
        </p:nvSpPr>
        <p:spPr>
          <a:xfrm>
            <a:off x="7550763" y="2669509"/>
            <a:ext cx="2730229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675977" y="5196721"/>
            <a:ext cx="2494614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输入标题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675977" y="5829121"/>
            <a:ext cx="273817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1400" spc="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SHU RU BIAO TI</a:t>
            </a:r>
            <a:endParaRPr lang="zh-CN" altLang="en-US" sz="1400" spc="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186771" y="4976024"/>
            <a:ext cx="2432315" cy="1393074"/>
            <a:chOff x="544923" y="2418093"/>
            <a:chExt cx="3243086" cy="1857433"/>
          </a:xfrm>
        </p:grpSpPr>
        <p:sp>
          <p:nvSpPr>
            <p:cNvPr id="33" name="矩形 32"/>
            <p:cNvSpPr/>
            <p:nvPr/>
          </p:nvSpPr>
          <p:spPr>
            <a:xfrm>
              <a:off x="544923" y="2910536"/>
              <a:ext cx="3243086" cy="1364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26"/>
            <p:cNvSpPr txBox="1"/>
            <p:nvPr/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021411" y="4976024"/>
            <a:ext cx="2432315" cy="1393074"/>
            <a:chOff x="544923" y="2418093"/>
            <a:chExt cx="3243086" cy="1857433"/>
          </a:xfrm>
        </p:grpSpPr>
        <p:sp>
          <p:nvSpPr>
            <p:cNvPr id="36" name="矩形 35"/>
            <p:cNvSpPr/>
            <p:nvPr/>
          </p:nvSpPr>
          <p:spPr>
            <a:xfrm>
              <a:off x="544923" y="2910536"/>
              <a:ext cx="3243086" cy="1364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文本框 26"/>
            <p:cNvSpPr txBox="1"/>
            <p:nvPr/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3" name="图片 2" descr="图示, 工程绘图&#10;&#10;描述已自动生成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41" b="24441"/>
          <a:stretch>
            <a:fillRect/>
          </a:stretch>
        </p:blipFill>
        <p:spPr>
          <a:xfrm>
            <a:off x="6186679" y="1648916"/>
            <a:ext cx="5400675" cy="1635832"/>
          </a:xfrm>
          <a:prstGeom prst="rect">
            <a:avLst/>
          </a:prstGeom>
        </p:spPr>
      </p:pic>
      <p:sp>
        <p:nvSpPr>
          <p:cNvPr id="52" name="文本框3"/>
          <p:cNvSpPr txBox="1"/>
          <p:nvPr/>
        </p:nvSpPr>
        <p:spPr>
          <a:xfrm>
            <a:off x="793999" y="2423244"/>
            <a:ext cx="4887855" cy="81746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单击此处输入你的正文内容，文字是您思想的提炼，为了最终演示发布的良好效果，请尽量言简意赅的阐述观点；根据需要可酌情增减文字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3" name="文本框 3"/>
          <p:cNvSpPr txBox="1"/>
          <p:nvPr/>
        </p:nvSpPr>
        <p:spPr>
          <a:xfrm>
            <a:off x="674309" y="1954908"/>
            <a:ext cx="3084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ea"/>
                <a:sym typeface="+mn-lt"/>
              </a:rPr>
              <a:t>单击此处添加副标题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86004" y="3793541"/>
            <a:ext cx="855684" cy="946299"/>
            <a:chOff x="695325" y="3648337"/>
            <a:chExt cx="855684" cy="946299"/>
          </a:xfrm>
        </p:grpSpPr>
        <p:sp>
          <p:nvSpPr>
            <p:cNvPr id="55" name="任意多边形: 形状 54"/>
            <p:cNvSpPr/>
            <p:nvPr/>
          </p:nvSpPr>
          <p:spPr>
            <a:xfrm flipH="1">
              <a:off x="695325" y="3648337"/>
              <a:ext cx="473149" cy="946299"/>
            </a:xfrm>
            <a:custGeom>
              <a:avLst/>
              <a:gdLst>
                <a:gd name="connsiteX0" fmla="*/ 0 w 2658140"/>
                <a:gd name="connsiteY0" fmla="*/ 0 h 5316280"/>
                <a:gd name="connsiteX1" fmla="*/ 2658140 w 2658140"/>
                <a:gd name="connsiteY1" fmla="*/ 2658140 h 5316280"/>
                <a:gd name="connsiteX2" fmla="*/ 0 w 2658140"/>
                <a:gd name="connsiteY2" fmla="*/ 5316280 h 5316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58140" h="5316280">
                  <a:moveTo>
                    <a:pt x="0" y="0"/>
                  </a:moveTo>
                  <a:cubicBezTo>
                    <a:pt x="1468050" y="0"/>
                    <a:pt x="2658140" y="1190090"/>
                    <a:pt x="2658140" y="2658140"/>
                  </a:cubicBezTo>
                  <a:cubicBezTo>
                    <a:pt x="2658140" y="4126190"/>
                    <a:pt x="1468050" y="5316280"/>
                    <a:pt x="0" y="5316280"/>
                  </a:cubicBezTo>
                  <a:close/>
                </a:path>
              </a:pathLst>
            </a:custGeom>
            <a:gradFill flip="none" rotWithShape="1">
              <a:gsLst>
                <a:gs pos="50000">
                  <a:srgbClr val="6299DA"/>
                </a:gs>
                <a:gs pos="100000">
                  <a:schemeClr val="accent1"/>
                </a:gs>
                <a:gs pos="0">
                  <a:schemeClr val="accent1"/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114300" dist="127000" dir="2700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 flipH="1">
              <a:off x="801651" y="3755915"/>
              <a:ext cx="731141" cy="7311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14300" dist="127000" dir="19800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7" name="文本框 9"/>
            <p:cNvSpPr txBox="1"/>
            <p:nvPr/>
          </p:nvSpPr>
          <p:spPr>
            <a:xfrm>
              <a:off x="783432" y="3863596"/>
              <a:ext cx="7675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A7FD0"/>
                  </a:solidFill>
                  <a:effectLst/>
                  <a:uLnTx/>
                  <a:uFillTx/>
                  <a:cs typeface="+mn-ea"/>
                  <a:sym typeface="+mn-lt"/>
                </a:rPr>
                <a:t>01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A7FD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cxnSp>
        <p:nvCxnSpPr>
          <p:cNvPr id="58" name="直接连接符 57"/>
          <p:cNvCxnSpPr/>
          <p:nvPr/>
        </p:nvCxnSpPr>
        <p:spPr>
          <a:xfrm>
            <a:off x="786004" y="4989969"/>
            <a:ext cx="4887855" cy="0"/>
          </a:xfrm>
          <a:prstGeom prst="lin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任意多边形: 形状 58"/>
          <p:cNvSpPr/>
          <p:nvPr/>
        </p:nvSpPr>
        <p:spPr>
          <a:xfrm flipH="1">
            <a:off x="786004" y="5252746"/>
            <a:ext cx="473149" cy="946299"/>
          </a:xfrm>
          <a:custGeom>
            <a:avLst/>
            <a:gdLst>
              <a:gd name="connsiteX0" fmla="*/ 0 w 2658140"/>
              <a:gd name="connsiteY0" fmla="*/ 0 h 5316280"/>
              <a:gd name="connsiteX1" fmla="*/ 2658140 w 2658140"/>
              <a:gd name="connsiteY1" fmla="*/ 2658140 h 5316280"/>
              <a:gd name="connsiteX2" fmla="*/ 0 w 2658140"/>
              <a:gd name="connsiteY2" fmla="*/ 5316280 h 5316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8140" h="5316280">
                <a:moveTo>
                  <a:pt x="0" y="0"/>
                </a:moveTo>
                <a:cubicBezTo>
                  <a:pt x="1468050" y="0"/>
                  <a:pt x="2658140" y="1190090"/>
                  <a:pt x="2658140" y="2658140"/>
                </a:cubicBezTo>
                <a:cubicBezTo>
                  <a:pt x="2658140" y="4126190"/>
                  <a:pt x="1468050" y="5316280"/>
                  <a:pt x="0" y="5316280"/>
                </a:cubicBezTo>
                <a:close/>
              </a:path>
            </a:pathLst>
          </a:custGeom>
          <a:gradFill flip="none" rotWithShape="1">
            <a:gsLst>
              <a:gs pos="50000">
                <a:srgbClr val="6299DA"/>
              </a:gs>
              <a:gs pos="100000">
                <a:schemeClr val="accent1"/>
              </a:gs>
              <a:gs pos="0">
                <a:schemeClr val="accent1"/>
              </a:gs>
            </a:gsLst>
            <a:lin ang="13500000" scaled="1"/>
            <a:tileRect/>
          </a:gradFill>
          <a:ln>
            <a:noFill/>
          </a:ln>
          <a:effectLst>
            <a:outerShdw blurRad="114300" dist="127000" dir="27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0" name="椭圆 59"/>
          <p:cNvSpPr/>
          <p:nvPr/>
        </p:nvSpPr>
        <p:spPr>
          <a:xfrm flipH="1">
            <a:off x="892330" y="5360324"/>
            <a:ext cx="731141" cy="73114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14300" dist="127000" dir="198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1" name="文本框 15"/>
          <p:cNvSpPr txBox="1"/>
          <p:nvPr/>
        </p:nvSpPr>
        <p:spPr>
          <a:xfrm>
            <a:off x="874111" y="5468005"/>
            <a:ext cx="767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A7FD0"/>
                </a:solidFill>
                <a:effectLst/>
                <a:uLnTx/>
                <a:uFillTx/>
                <a:cs typeface="+mn-ea"/>
                <a:sym typeface="+mn-lt"/>
              </a:rPr>
              <a:t>03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A7FD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62" name="直接连接符 61"/>
          <p:cNvCxnSpPr/>
          <p:nvPr/>
        </p:nvCxnSpPr>
        <p:spPr>
          <a:xfrm>
            <a:off x="786004" y="6449174"/>
            <a:ext cx="4887855" cy="0"/>
          </a:xfrm>
          <a:prstGeom prst="lin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任意多边形: 形状 62"/>
          <p:cNvSpPr/>
          <p:nvPr/>
        </p:nvSpPr>
        <p:spPr>
          <a:xfrm flipH="1">
            <a:off x="6623471" y="3793541"/>
            <a:ext cx="473149" cy="946299"/>
          </a:xfrm>
          <a:custGeom>
            <a:avLst/>
            <a:gdLst>
              <a:gd name="connsiteX0" fmla="*/ 0 w 2658140"/>
              <a:gd name="connsiteY0" fmla="*/ 0 h 5316280"/>
              <a:gd name="connsiteX1" fmla="*/ 2658140 w 2658140"/>
              <a:gd name="connsiteY1" fmla="*/ 2658140 h 5316280"/>
              <a:gd name="connsiteX2" fmla="*/ 0 w 2658140"/>
              <a:gd name="connsiteY2" fmla="*/ 5316280 h 5316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8140" h="5316280">
                <a:moveTo>
                  <a:pt x="0" y="0"/>
                </a:moveTo>
                <a:cubicBezTo>
                  <a:pt x="1468050" y="0"/>
                  <a:pt x="2658140" y="1190090"/>
                  <a:pt x="2658140" y="2658140"/>
                </a:cubicBezTo>
                <a:cubicBezTo>
                  <a:pt x="2658140" y="4126190"/>
                  <a:pt x="1468050" y="5316280"/>
                  <a:pt x="0" y="5316280"/>
                </a:cubicBezTo>
                <a:close/>
              </a:path>
            </a:pathLst>
          </a:custGeom>
          <a:gradFill flip="none" rotWithShape="1">
            <a:gsLst>
              <a:gs pos="50000">
                <a:srgbClr val="6299DA"/>
              </a:gs>
              <a:gs pos="100000">
                <a:schemeClr val="accent1"/>
              </a:gs>
              <a:gs pos="0">
                <a:schemeClr val="accent1"/>
              </a:gs>
            </a:gsLst>
            <a:lin ang="13500000" scaled="1"/>
            <a:tileRect/>
          </a:gradFill>
          <a:ln>
            <a:noFill/>
          </a:ln>
          <a:effectLst>
            <a:outerShdw blurRad="114300" dist="127000" dir="27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4" name="椭圆 63"/>
          <p:cNvSpPr/>
          <p:nvPr/>
        </p:nvSpPr>
        <p:spPr>
          <a:xfrm flipH="1">
            <a:off x="6729797" y="3901119"/>
            <a:ext cx="731141" cy="73114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14300" dist="127000" dir="198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5" name="文本框 30"/>
          <p:cNvSpPr txBox="1"/>
          <p:nvPr/>
        </p:nvSpPr>
        <p:spPr>
          <a:xfrm>
            <a:off x="6711578" y="4008800"/>
            <a:ext cx="767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3A7FD0"/>
                </a:solidFill>
                <a:effectLst/>
                <a:uLnTx/>
                <a:uFillTx/>
                <a:cs typeface="+mn-ea"/>
                <a:sym typeface="+mn-lt"/>
              </a:rPr>
              <a:t>02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A7FD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66" name="直接连接符 65"/>
          <p:cNvCxnSpPr/>
          <p:nvPr/>
        </p:nvCxnSpPr>
        <p:spPr>
          <a:xfrm>
            <a:off x="6623471" y="4989969"/>
            <a:ext cx="4887855" cy="0"/>
          </a:xfrm>
          <a:prstGeom prst="lin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任意多边形: 形状 66"/>
          <p:cNvSpPr/>
          <p:nvPr/>
        </p:nvSpPr>
        <p:spPr>
          <a:xfrm flipH="1">
            <a:off x="6623471" y="5252746"/>
            <a:ext cx="473149" cy="946299"/>
          </a:xfrm>
          <a:custGeom>
            <a:avLst/>
            <a:gdLst>
              <a:gd name="connsiteX0" fmla="*/ 0 w 2658140"/>
              <a:gd name="connsiteY0" fmla="*/ 0 h 5316280"/>
              <a:gd name="connsiteX1" fmla="*/ 2658140 w 2658140"/>
              <a:gd name="connsiteY1" fmla="*/ 2658140 h 5316280"/>
              <a:gd name="connsiteX2" fmla="*/ 0 w 2658140"/>
              <a:gd name="connsiteY2" fmla="*/ 5316280 h 5316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8140" h="5316280">
                <a:moveTo>
                  <a:pt x="0" y="0"/>
                </a:moveTo>
                <a:cubicBezTo>
                  <a:pt x="1468050" y="0"/>
                  <a:pt x="2658140" y="1190090"/>
                  <a:pt x="2658140" y="2658140"/>
                </a:cubicBezTo>
                <a:cubicBezTo>
                  <a:pt x="2658140" y="4126190"/>
                  <a:pt x="1468050" y="5316280"/>
                  <a:pt x="0" y="5316280"/>
                </a:cubicBezTo>
                <a:close/>
              </a:path>
            </a:pathLst>
          </a:custGeom>
          <a:gradFill flip="none" rotWithShape="1">
            <a:gsLst>
              <a:gs pos="50000">
                <a:srgbClr val="6299DA"/>
              </a:gs>
              <a:gs pos="100000">
                <a:schemeClr val="accent1"/>
              </a:gs>
              <a:gs pos="0">
                <a:schemeClr val="accent1"/>
              </a:gs>
            </a:gsLst>
            <a:lin ang="13500000" scaled="1"/>
            <a:tileRect/>
          </a:gradFill>
          <a:ln>
            <a:noFill/>
          </a:ln>
          <a:effectLst>
            <a:outerShdw blurRad="114300" dist="127000" dir="27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8" name="椭圆 67"/>
          <p:cNvSpPr/>
          <p:nvPr/>
        </p:nvSpPr>
        <p:spPr>
          <a:xfrm flipH="1">
            <a:off x="6729797" y="5360324"/>
            <a:ext cx="731141" cy="73114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14300" dist="127000" dir="198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9" name="文本框 24"/>
          <p:cNvSpPr txBox="1"/>
          <p:nvPr/>
        </p:nvSpPr>
        <p:spPr>
          <a:xfrm>
            <a:off x="6711578" y="5468005"/>
            <a:ext cx="767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3A7FD0"/>
                </a:solidFill>
                <a:effectLst/>
                <a:uLnTx/>
                <a:uFillTx/>
                <a:cs typeface="+mn-ea"/>
                <a:sym typeface="+mn-lt"/>
              </a:rPr>
              <a:t>04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A7FD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70" name="直接连接符 69"/>
          <p:cNvCxnSpPr/>
          <p:nvPr/>
        </p:nvCxnSpPr>
        <p:spPr>
          <a:xfrm>
            <a:off x="6623471" y="6449174"/>
            <a:ext cx="4887855" cy="0"/>
          </a:xfrm>
          <a:prstGeom prst="lin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/>
        </p:nvGrpSpPr>
        <p:grpSpPr>
          <a:xfrm>
            <a:off x="1880219" y="3775035"/>
            <a:ext cx="3757868" cy="1069908"/>
            <a:chOff x="544923" y="2418093"/>
            <a:chExt cx="5010490" cy="1426545"/>
          </a:xfrm>
        </p:grpSpPr>
        <p:sp>
          <p:nvSpPr>
            <p:cNvPr id="72" name="矩形 71"/>
            <p:cNvSpPr/>
            <p:nvPr/>
          </p:nvSpPr>
          <p:spPr>
            <a:xfrm>
              <a:off x="544923" y="2910536"/>
              <a:ext cx="5010490" cy="934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accent1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4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26"/>
            <p:cNvSpPr txBox="1"/>
            <p:nvPr/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1923986" y="5300618"/>
            <a:ext cx="3757868" cy="1069908"/>
            <a:chOff x="544923" y="2418093"/>
            <a:chExt cx="5010490" cy="1426545"/>
          </a:xfrm>
        </p:grpSpPr>
        <p:sp>
          <p:nvSpPr>
            <p:cNvPr id="75" name="矩形 74"/>
            <p:cNvSpPr/>
            <p:nvPr/>
          </p:nvSpPr>
          <p:spPr>
            <a:xfrm>
              <a:off x="544923" y="2910536"/>
              <a:ext cx="5010490" cy="934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accent1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4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76" name="文本框 26"/>
            <p:cNvSpPr txBox="1"/>
            <p:nvPr/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7604867" y="3793541"/>
            <a:ext cx="3757868" cy="1069908"/>
            <a:chOff x="544923" y="2418093"/>
            <a:chExt cx="5010490" cy="1426545"/>
          </a:xfrm>
        </p:grpSpPr>
        <p:sp>
          <p:nvSpPr>
            <p:cNvPr id="78" name="矩形 77"/>
            <p:cNvSpPr/>
            <p:nvPr/>
          </p:nvSpPr>
          <p:spPr>
            <a:xfrm>
              <a:off x="544923" y="2910536"/>
              <a:ext cx="5010490" cy="934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accent1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4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79" name="文本框 26"/>
            <p:cNvSpPr txBox="1"/>
            <p:nvPr/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7648634" y="5319124"/>
            <a:ext cx="3757868" cy="1069908"/>
            <a:chOff x="544923" y="2418093"/>
            <a:chExt cx="5010490" cy="1426545"/>
          </a:xfrm>
        </p:grpSpPr>
        <p:sp>
          <p:nvSpPr>
            <p:cNvPr id="81" name="矩形 80"/>
            <p:cNvSpPr/>
            <p:nvPr/>
          </p:nvSpPr>
          <p:spPr>
            <a:xfrm>
              <a:off x="544923" y="2910536"/>
              <a:ext cx="5010490" cy="934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accent1"/>
                  </a:solidFill>
                  <a:cs typeface="+mn-ea"/>
                  <a:sym typeface="+mn-lt"/>
                </a:rPr>
                <a:t>请在这里输入你的正文内容，确保你的内容是正确的，内容大小长度调整至合适的。</a:t>
              </a:r>
              <a:endParaRPr lang="zh-CN" altLang="en-US" sz="14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82" name="文本框 26"/>
            <p:cNvSpPr txBox="1"/>
            <p:nvPr/>
          </p:nvSpPr>
          <p:spPr>
            <a:xfrm>
              <a:off x="544923" y="2418093"/>
              <a:ext cx="21441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单击添加标题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5199921" y="1840933"/>
            <a:ext cx="1792158" cy="17697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1500" b="1" dirty="0">
                <a:solidFill>
                  <a:schemeClr val="accent1"/>
                </a:solidFill>
                <a:latin typeface="+mj-ea"/>
                <a:ea typeface="+mj-ea"/>
                <a:cs typeface="Alibaba PuHuiTi B" pitchFamily="18" charset="-122"/>
              </a:rPr>
              <a:t>06</a:t>
            </a:r>
            <a:endParaRPr kumimoji="1" lang="zh-CN" altLang="en-US" sz="11500" b="1" dirty="0">
              <a:solidFill>
                <a:schemeClr val="accent1"/>
              </a:solidFill>
              <a:latin typeface="+mj-ea"/>
              <a:ea typeface="+mj-ea"/>
              <a:cs typeface="Alibaba PuHuiTi B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998054" y="3555218"/>
            <a:ext cx="4231928" cy="10156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zh-CN" altLang="en-US" sz="6600" dirty="0">
                <a:solidFill>
                  <a:schemeClr val="accent1"/>
                </a:solidFill>
                <a:latin typeface="+mj-ea"/>
                <a:ea typeface="+mj-ea"/>
              </a:rPr>
              <a:t>过渡页标题</a:t>
            </a:r>
            <a:endParaRPr kumimoji="1" lang="zh-CN" altLang="en-US" sz="6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026494" y="4570881"/>
            <a:ext cx="4139011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dist"/>
            <a:r>
              <a:rPr kumimoji="1" lang="en-US" altLang="zh-CN" dirty="0">
                <a:solidFill>
                  <a:schemeClr val="accent1"/>
                </a:solidFill>
              </a:rPr>
              <a:t>Transition Page Title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201332" y="2402839"/>
            <a:ext cx="1828802" cy="182880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25400" cap="flat" cmpd="sng" algn="ctr">
            <a:noFill/>
            <a:prstDash val="solid"/>
            <a:miter lim="800000"/>
          </a:ln>
          <a:effectLst>
            <a:outerShdw blurRad="254000" dist="88900" dir="2700000" algn="tl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弧形 21"/>
          <p:cNvSpPr/>
          <p:nvPr/>
        </p:nvSpPr>
        <p:spPr>
          <a:xfrm>
            <a:off x="4940494" y="2142001"/>
            <a:ext cx="2350478" cy="2350478"/>
          </a:xfrm>
          <a:prstGeom prst="arc">
            <a:avLst>
              <a:gd name="adj1" fmla="val 12947235"/>
              <a:gd name="adj2" fmla="val 15334976"/>
            </a:avLst>
          </a:prstGeom>
          <a:noFill/>
          <a:ln w="25400" cap="flat" cmpd="sng" algn="ctr">
            <a:solidFill>
              <a:schemeClr val="accent1"/>
            </a:solidFill>
            <a:prstDash val="solid"/>
            <a:miter lim="800000"/>
            <a:headEnd type="none"/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弧形 22"/>
          <p:cNvSpPr/>
          <p:nvPr/>
        </p:nvSpPr>
        <p:spPr>
          <a:xfrm>
            <a:off x="4940494" y="2142001"/>
            <a:ext cx="2350478" cy="2350478"/>
          </a:xfrm>
          <a:prstGeom prst="arc">
            <a:avLst>
              <a:gd name="adj1" fmla="val 10531014"/>
              <a:gd name="adj2" fmla="val 12654201"/>
            </a:avLst>
          </a:prstGeom>
          <a:noFill/>
          <a:ln w="25400" cap="flat" cmpd="sng" algn="ctr">
            <a:solidFill>
              <a:schemeClr val="accent1"/>
            </a:solidFill>
            <a:prstDash val="solid"/>
            <a:miter lim="800000"/>
            <a:headEnd type="oval"/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弧形 23"/>
          <p:cNvSpPr/>
          <p:nvPr/>
        </p:nvSpPr>
        <p:spPr>
          <a:xfrm>
            <a:off x="4940494" y="2142001"/>
            <a:ext cx="2350478" cy="2350478"/>
          </a:xfrm>
          <a:prstGeom prst="arc">
            <a:avLst>
              <a:gd name="adj1" fmla="val 9194216"/>
              <a:gd name="adj2" fmla="val 10224935"/>
            </a:avLst>
          </a:prstGeom>
          <a:noFill/>
          <a:ln w="25400" cap="flat" cmpd="sng" algn="ctr">
            <a:solidFill>
              <a:schemeClr val="accent1"/>
            </a:solidFill>
            <a:prstDash val="solid"/>
            <a:miter lim="800000"/>
            <a:headEnd type="none"/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弧形 24"/>
          <p:cNvSpPr/>
          <p:nvPr/>
        </p:nvSpPr>
        <p:spPr>
          <a:xfrm>
            <a:off x="4940494" y="2142001"/>
            <a:ext cx="2350478" cy="2350478"/>
          </a:xfrm>
          <a:prstGeom prst="arc">
            <a:avLst>
              <a:gd name="adj1" fmla="val 5241815"/>
              <a:gd name="adj2" fmla="val 9051982"/>
            </a:avLst>
          </a:prstGeom>
          <a:noFill/>
          <a:ln w="25400" cap="flat" cmpd="sng" algn="ctr">
            <a:solidFill>
              <a:schemeClr val="accent1"/>
            </a:solidFill>
            <a:prstDash val="solid"/>
            <a:miter lim="800000"/>
            <a:headEnd type="oval"/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弧形 25"/>
          <p:cNvSpPr/>
          <p:nvPr/>
        </p:nvSpPr>
        <p:spPr>
          <a:xfrm>
            <a:off x="4940494" y="2142001"/>
            <a:ext cx="2350478" cy="2350478"/>
          </a:xfrm>
          <a:prstGeom prst="arc">
            <a:avLst>
              <a:gd name="adj1" fmla="val 1983261"/>
              <a:gd name="adj2" fmla="val 4886885"/>
            </a:avLst>
          </a:prstGeom>
          <a:noFill/>
          <a:ln w="25400" cap="flat" cmpd="sng" algn="ctr">
            <a:solidFill>
              <a:schemeClr val="accent1"/>
            </a:solidFill>
            <a:prstDash val="solid"/>
            <a:miter lim="800000"/>
            <a:headEnd type="none"/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弧形 26"/>
          <p:cNvSpPr/>
          <p:nvPr/>
        </p:nvSpPr>
        <p:spPr>
          <a:xfrm>
            <a:off x="4940494" y="2142001"/>
            <a:ext cx="2350478" cy="2350478"/>
          </a:xfrm>
          <a:prstGeom prst="arc">
            <a:avLst>
              <a:gd name="adj1" fmla="val 138107"/>
              <a:gd name="adj2" fmla="val 1817282"/>
            </a:avLst>
          </a:prstGeom>
          <a:noFill/>
          <a:ln w="25400" cap="flat" cmpd="sng" algn="ctr">
            <a:solidFill>
              <a:schemeClr val="accent1"/>
            </a:solidFill>
            <a:prstDash val="solid"/>
            <a:miter lim="800000"/>
            <a:headEnd type="oval"/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弧形 27"/>
          <p:cNvSpPr/>
          <p:nvPr/>
        </p:nvSpPr>
        <p:spPr>
          <a:xfrm>
            <a:off x="4940494" y="2142001"/>
            <a:ext cx="2350478" cy="2350478"/>
          </a:xfrm>
          <a:prstGeom prst="arc">
            <a:avLst>
              <a:gd name="adj1" fmla="val 19913688"/>
              <a:gd name="adj2" fmla="val 21506966"/>
            </a:avLst>
          </a:prstGeom>
          <a:noFill/>
          <a:ln w="25400" cap="flat" cmpd="sng" algn="ctr">
            <a:solidFill>
              <a:schemeClr val="accent1"/>
            </a:solidFill>
            <a:prstDash val="solid"/>
            <a:miter lim="800000"/>
            <a:headEnd type="none"/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弧形 28"/>
          <p:cNvSpPr/>
          <p:nvPr/>
        </p:nvSpPr>
        <p:spPr>
          <a:xfrm>
            <a:off x="4940494" y="2142001"/>
            <a:ext cx="2350478" cy="2350478"/>
          </a:xfrm>
          <a:prstGeom prst="arc">
            <a:avLst>
              <a:gd name="adj1" fmla="val 15789769"/>
              <a:gd name="adj2" fmla="val 19801853"/>
            </a:avLst>
          </a:prstGeom>
          <a:noFill/>
          <a:ln w="25400" cap="flat" cmpd="sng" algn="ctr">
            <a:solidFill>
              <a:schemeClr val="accent1"/>
            </a:solidFill>
            <a:prstDash val="solid"/>
            <a:miter lim="800000"/>
            <a:headEnd type="oval"/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任意多边形: 形状 29"/>
          <p:cNvSpPr/>
          <p:nvPr/>
        </p:nvSpPr>
        <p:spPr>
          <a:xfrm>
            <a:off x="3278505" y="2021840"/>
            <a:ext cx="1819275" cy="695325"/>
          </a:xfrm>
          <a:custGeom>
            <a:avLst/>
            <a:gdLst>
              <a:gd name="connsiteX0" fmla="*/ 1819275 w 1819275"/>
              <a:gd name="connsiteY0" fmla="*/ 695325 h 695325"/>
              <a:gd name="connsiteX1" fmla="*/ 1123950 w 1819275"/>
              <a:gd name="connsiteY1" fmla="*/ 0 h 695325"/>
              <a:gd name="connsiteX2" fmla="*/ 0 w 1819275"/>
              <a:gd name="connsiteY2" fmla="*/ 0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9275" h="695325">
                <a:moveTo>
                  <a:pt x="1819275" y="695325"/>
                </a:moveTo>
                <a:lnTo>
                  <a:pt x="1123950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任意多边形: 形状 30"/>
          <p:cNvSpPr/>
          <p:nvPr/>
        </p:nvSpPr>
        <p:spPr>
          <a:xfrm flipV="1">
            <a:off x="3278505" y="3898265"/>
            <a:ext cx="1819275" cy="695325"/>
          </a:xfrm>
          <a:custGeom>
            <a:avLst/>
            <a:gdLst>
              <a:gd name="connsiteX0" fmla="*/ 1819275 w 1819275"/>
              <a:gd name="connsiteY0" fmla="*/ 695325 h 695325"/>
              <a:gd name="connsiteX1" fmla="*/ 1123950 w 1819275"/>
              <a:gd name="connsiteY1" fmla="*/ 0 h 695325"/>
              <a:gd name="connsiteX2" fmla="*/ 0 w 1819275"/>
              <a:gd name="connsiteY2" fmla="*/ 0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9275" h="695325">
                <a:moveTo>
                  <a:pt x="1819275" y="695325"/>
                </a:moveTo>
                <a:lnTo>
                  <a:pt x="1123950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 flipH="1" flipV="1">
            <a:off x="7133686" y="3898265"/>
            <a:ext cx="1819275" cy="695325"/>
          </a:xfrm>
          <a:custGeom>
            <a:avLst/>
            <a:gdLst>
              <a:gd name="connsiteX0" fmla="*/ 1819275 w 1819275"/>
              <a:gd name="connsiteY0" fmla="*/ 695325 h 695325"/>
              <a:gd name="connsiteX1" fmla="*/ 1123950 w 1819275"/>
              <a:gd name="connsiteY1" fmla="*/ 0 h 695325"/>
              <a:gd name="connsiteX2" fmla="*/ 0 w 1819275"/>
              <a:gd name="connsiteY2" fmla="*/ 0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9275" h="695325">
                <a:moveTo>
                  <a:pt x="1819275" y="695325"/>
                </a:moveTo>
                <a:lnTo>
                  <a:pt x="1123950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任意多边形: 形状 32"/>
          <p:cNvSpPr/>
          <p:nvPr/>
        </p:nvSpPr>
        <p:spPr>
          <a:xfrm flipH="1">
            <a:off x="7113905" y="2021840"/>
            <a:ext cx="1819275" cy="695325"/>
          </a:xfrm>
          <a:custGeom>
            <a:avLst/>
            <a:gdLst>
              <a:gd name="connsiteX0" fmla="*/ 1819275 w 1819275"/>
              <a:gd name="connsiteY0" fmla="*/ 695325 h 695325"/>
              <a:gd name="connsiteX1" fmla="*/ 1123950 w 1819275"/>
              <a:gd name="connsiteY1" fmla="*/ 0 h 695325"/>
              <a:gd name="connsiteX2" fmla="*/ 0 w 1819275"/>
              <a:gd name="connsiteY2" fmla="*/ 0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9275" h="695325">
                <a:moveTo>
                  <a:pt x="1819275" y="695325"/>
                </a:moveTo>
                <a:lnTo>
                  <a:pt x="1123950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572480" y="3414773"/>
            <a:ext cx="114300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关键词标题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5" name="iconfont-1179-866479"/>
          <p:cNvSpPr/>
          <p:nvPr/>
        </p:nvSpPr>
        <p:spPr>
          <a:xfrm>
            <a:off x="5892175" y="2717165"/>
            <a:ext cx="514772" cy="609685"/>
          </a:xfrm>
          <a:custGeom>
            <a:avLst/>
            <a:gdLst>
              <a:gd name="T0" fmla="*/ 6573 w 9390"/>
              <a:gd name="T1" fmla="*/ 3437 h 11120"/>
              <a:gd name="T2" fmla="*/ 7967 w 9390"/>
              <a:gd name="T3" fmla="*/ 1730 h 11120"/>
              <a:gd name="T4" fmla="*/ 5311 w 9390"/>
              <a:gd name="T5" fmla="*/ 1140 h 11120"/>
              <a:gd name="T6" fmla="*/ 3129 w 9390"/>
              <a:gd name="T7" fmla="*/ 876 h 11120"/>
              <a:gd name="T8" fmla="*/ 2455 w 9390"/>
              <a:gd name="T9" fmla="*/ 3147 h 11120"/>
              <a:gd name="T10" fmla="*/ 7438 w 9390"/>
              <a:gd name="T11" fmla="*/ 4336 h 11120"/>
              <a:gd name="T12" fmla="*/ 2969 w 9390"/>
              <a:gd name="T13" fmla="*/ 4006 h 11120"/>
              <a:gd name="T14" fmla="*/ 0 w 9390"/>
              <a:gd name="T15" fmla="*/ 8570 h 11120"/>
              <a:gd name="T16" fmla="*/ 6860 w 9390"/>
              <a:gd name="T17" fmla="*/ 11120 h 11120"/>
              <a:gd name="T18" fmla="*/ 7438 w 9390"/>
              <a:gd name="T19" fmla="*/ 4336 h 11120"/>
              <a:gd name="T20" fmla="*/ 5549 w 9390"/>
              <a:gd name="T21" fmla="*/ 7248 h 11120"/>
              <a:gd name="T22" fmla="*/ 5919 w 9390"/>
              <a:gd name="T23" fmla="*/ 7515 h 11120"/>
              <a:gd name="T24" fmla="*/ 6098 w 9390"/>
              <a:gd name="T25" fmla="*/ 7695 h 11120"/>
              <a:gd name="T26" fmla="*/ 5384 w 9390"/>
              <a:gd name="T27" fmla="*/ 7874 h 11120"/>
              <a:gd name="T28" fmla="*/ 5195 w 9390"/>
              <a:gd name="T29" fmla="*/ 8151 h 11120"/>
              <a:gd name="T30" fmla="*/ 5919 w 9390"/>
              <a:gd name="T31" fmla="*/ 8331 h 11120"/>
              <a:gd name="T32" fmla="*/ 5919 w 9390"/>
              <a:gd name="T33" fmla="*/ 8690 h 11120"/>
              <a:gd name="T34" fmla="*/ 5195 w 9390"/>
              <a:gd name="T35" fmla="*/ 8870 h 11120"/>
              <a:gd name="T36" fmla="*/ 5015 w 9390"/>
              <a:gd name="T37" fmla="*/ 9507 h 11120"/>
              <a:gd name="T38" fmla="*/ 4510 w 9390"/>
              <a:gd name="T39" fmla="*/ 9327 h 11120"/>
              <a:gd name="T40" fmla="*/ 4330 w 9390"/>
              <a:gd name="T41" fmla="*/ 8690 h 11120"/>
              <a:gd name="T42" fmla="*/ 3612 w 9390"/>
              <a:gd name="T43" fmla="*/ 8510 h 11120"/>
              <a:gd name="T44" fmla="*/ 4329 w 9390"/>
              <a:gd name="T45" fmla="*/ 8331 h 11120"/>
              <a:gd name="T46" fmla="*/ 4511 w 9390"/>
              <a:gd name="T47" fmla="*/ 8063 h 11120"/>
              <a:gd name="T48" fmla="*/ 3792 w 9390"/>
              <a:gd name="T49" fmla="*/ 7873 h 11120"/>
              <a:gd name="T50" fmla="*/ 3612 w 9390"/>
              <a:gd name="T51" fmla="*/ 7694 h 11120"/>
              <a:gd name="T52" fmla="*/ 3999 w 9390"/>
              <a:gd name="T53" fmla="*/ 7514 h 11120"/>
              <a:gd name="T54" fmla="*/ 3406 w 9390"/>
              <a:gd name="T55" fmla="*/ 5887 h 11120"/>
              <a:gd name="T56" fmla="*/ 3920 w 9390"/>
              <a:gd name="T57" fmla="*/ 5620 h 11120"/>
              <a:gd name="T58" fmla="*/ 4691 w 9390"/>
              <a:gd name="T59" fmla="*/ 6937 h 11120"/>
              <a:gd name="T60" fmla="*/ 5623 w 9390"/>
              <a:gd name="T61" fmla="*/ 5719 h 11120"/>
              <a:gd name="T62" fmla="*/ 6140 w 9390"/>
              <a:gd name="T63" fmla="*/ 5620 h 11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390" h="11120">
                <a:moveTo>
                  <a:pt x="3078" y="3437"/>
                </a:moveTo>
                <a:lnTo>
                  <a:pt x="6573" y="3437"/>
                </a:lnTo>
                <a:cubicBezTo>
                  <a:pt x="6809" y="3437"/>
                  <a:pt x="7036" y="3338"/>
                  <a:pt x="7187" y="3157"/>
                </a:cubicBezTo>
                <a:cubicBezTo>
                  <a:pt x="7548" y="2728"/>
                  <a:pt x="7890" y="2202"/>
                  <a:pt x="7967" y="1730"/>
                </a:cubicBezTo>
                <a:cubicBezTo>
                  <a:pt x="8121" y="786"/>
                  <a:pt x="7717" y="307"/>
                  <a:pt x="6544" y="307"/>
                </a:cubicBezTo>
                <a:cubicBezTo>
                  <a:pt x="5370" y="307"/>
                  <a:pt x="5767" y="1077"/>
                  <a:pt x="5311" y="1140"/>
                </a:cubicBezTo>
                <a:cubicBezTo>
                  <a:pt x="4971" y="1187"/>
                  <a:pt x="4983" y="739"/>
                  <a:pt x="4449" y="308"/>
                </a:cubicBezTo>
                <a:cubicBezTo>
                  <a:pt x="4066" y="0"/>
                  <a:pt x="3636" y="871"/>
                  <a:pt x="3129" y="876"/>
                </a:cubicBezTo>
                <a:cubicBezTo>
                  <a:pt x="2538" y="884"/>
                  <a:pt x="1707" y="720"/>
                  <a:pt x="1707" y="1730"/>
                </a:cubicBezTo>
                <a:cubicBezTo>
                  <a:pt x="1707" y="2138"/>
                  <a:pt x="2065" y="2690"/>
                  <a:pt x="2455" y="3147"/>
                </a:cubicBezTo>
                <a:cubicBezTo>
                  <a:pt x="2612" y="3330"/>
                  <a:pt x="2838" y="3437"/>
                  <a:pt x="3078" y="3437"/>
                </a:cubicBezTo>
                <a:close/>
                <a:moveTo>
                  <a:pt x="7438" y="4336"/>
                </a:moveTo>
                <a:cubicBezTo>
                  <a:pt x="7252" y="4125"/>
                  <a:pt x="6981" y="4006"/>
                  <a:pt x="6699" y="4006"/>
                </a:cubicBezTo>
                <a:lnTo>
                  <a:pt x="2969" y="4006"/>
                </a:lnTo>
                <a:cubicBezTo>
                  <a:pt x="2700" y="4006"/>
                  <a:pt x="2440" y="4115"/>
                  <a:pt x="2253" y="4310"/>
                </a:cubicBezTo>
                <a:cubicBezTo>
                  <a:pt x="1081" y="5538"/>
                  <a:pt x="0" y="7291"/>
                  <a:pt x="0" y="8570"/>
                </a:cubicBezTo>
                <a:cubicBezTo>
                  <a:pt x="0" y="9697"/>
                  <a:pt x="1133" y="11120"/>
                  <a:pt x="2530" y="11120"/>
                </a:cubicBezTo>
                <a:lnTo>
                  <a:pt x="6860" y="11120"/>
                </a:lnTo>
                <a:cubicBezTo>
                  <a:pt x="8257" y="11120"/>
                  <a:pt x="9390" y="9709"/>
                  <a:pt x="9390" y="8570"/>
                </a:cubicBezTo>
                <a:cubicBezTo>
                  <a:pt x="9390" y="7268"/>
                  <a:pt x="8520" y="5564"/>
                  <a:pt x="7438" y="4336"/>
                </a:cubicBezTo>
                <a:close/>
                <a:moveTo>
                  <a:pt x="6299" y="5888"/>
                </a:moveTo>
                <a:lnTo>
                  <a:pt x="5549" y="7248"/>
                </a:lnTo>
                <a:cubicBezTo>
                  <a:pt x="5483" y="7368"/>
                  <a:pt x="5570" y="7515"/>
                  <a:pt x="5706" y="7515"/>
                </a:cubicBezTo>
                <a:lnTo>
                  <a:pt x="5919" y="7515"/>
                </a:lnTo>
                <a:cubicBezTo>
                  <a:pt x="6017" y="7515"/>
                  <a:pt x="6098" y="7595"/>
                  <a:pt x="6098" y="7695"/>
                </a:cubicBezTo>
                <a:lnTo>
                  <a:pt x="6098" y="7695"/>
                </a:lnTo>
                <a:cubicBezTo>
                  <a:pt x="6098" y="7793"/>
                  <a:pt x="6018" y="7874"/>
                  <a:pt x="5919" y="7874"/>
                </a:cubicBezTo>
                <a:lnTo>
                  <a:pt x="5384" y="7874"/>
                </a:lnTo>
                <a:cubicBezTo>
                  <a:pt x="5279" y="7874"/>
                  <a:pt x="5196" y="7958"/>
                  <a:pt x="5195" y="8062"/>
                </a:cubicBezTo>
                <a:lnTo>
                  <a:pt x="5195" y="8151"/>
                </a:lnTo>
                <a:cubicBezTo>
                  <a:pt x="5195" y="8249"/>
                  <a:pt x="5275" y="8331"/>
                  <a:pt x="5375" y="8331"/>
                </a:cubicBezTo>
                <a:lnTo>
                  <a:pt x="5919" y="8331"/>
                </a:lnTo>
                <a:cubicBezTo>
                  <a:pt x="6017" y="8331"/>
                  <a:pt x="6098" y="8411"/>
                  <a:pt x="6098" y="8510"/>
                </a:cubicBezTo>
                <a:cubicBezTo>
                  <a:pt x="6098" y="8610"/>
                  <a:pt x="6018" y="8690"/>
                  <a:pt x="5919" y="8690"/>
                </a:cubicBezTo>
                <a:lnTo>
                  <a:pt x="5375" y="8690"/>
                </a:lnTo>
                <a:cubicBezTo>
                  <a:pt x="5276" y="8690"/>
                  <a:pt x="5195" y="8770"/>
                  <a:pt x="5195" y="8870"/>
                </a:cubicBezTo>
                <a:lnTo>
                  <a:pt x="5195" y="9327"/>
                </a:lnTo>
                <a:cubicBezTo>
                  <a:pt x="5195" y="9426"/>
                  <a:pt x="5115" y="9507"/>
                  <a:pt x="5015" y="9507"/>
                </a:cubicBezTo>
                <a:lnTo>
                  <a:pt x="4690" y="9507"/>
                </a:lnTo>
                <a:cubicBezTo>
                  <a:pt x="4591" y="9507"/>
                  <a:pt x="4510" y="9427"/>
                  <a:pt x="4510" y="9327"/>
                </a:cubicBezTo>
                <a:lnTo>
                  <a:pt x="4510" y="8870"/>
                </a:lnTo>
                <a:cubicBezTo>
                  <a:pt x="4510" y="8771"/>
                  <a:pt x="4430" y="8690"/>
                  <a:pt x="4330" y="8690"/>
                </a:cubicBezTo>
                <a:lnTo>
                  <a:pt x="3792" y="8690"/>
                </a:lnTo>
                <a:cubicBezTo>
                  <a:pt x="3693" y="8690"/>
                  <a:pt x="3612" y="8610"/>
                  <a:pt x="3612" y="8510"/>
                </a:cubicBezTo>
                <a:cubicBezTo>
                  <a:pt x="3612" y="8411"/>
                  <a:pt x="3692" y="8331"/>
                  <a:pt x="3792" y="8331"/>
                </a:cubicBezTo>
                <a:lnTo>
                  <a:pt x="4329" y="8331"/>
                </a:lnTo>
                <a:cubicBezTo>
                  <a:pt x="4429" y="8331"/>
                  <a:pt x="4509" y="8251"/>
                  <a:pt x="4510" y="8151"/>
                </a:cubicBezTo>
                <a:lnTo>
                  <a:pt x="4511" y="8063"/>
                </a:lnTo>
                <a:cubicBezTo>
                  <a:pt x="4512" y="7959"/>
                  <a:pt x="4427" y="7873"/>
                  <a:pt x="4322" y="7873"/>
                </a:cubicBezTo>
                <a:lnTo>
                  <a:pt x="3792" y="7873"/>
                </a:lnTo>
                <a:cubicBezTo>
                  <a:pt x="3693" y="7873"/>
                  <a:pt x="3612" y="7793"/>
                  <a:pt x="3612" y="7694"/>
                </a:cubicBezTo>
                <a:lnTo>
                  <a:pt x="3612" y="7694"/>
                </a:lnTo>
                <a:cubicBezTo>
                  <a:pt x="3612" y="7595"/>
                  <a:pt x="3692" y="7514"/>
                  <a:pt x="3792" y="7514"/>
                </a:cubicBezTo>
                <a:lnTo>
                  <a:pt x="3999" y="7514"/>
                </a:lnTo>
                <a:cubicBezTo>
                  <a:pt x="4136" y="7514"/>
                  <a:pt x="4221" y="7367"/>
                  <a:pt x="4156" y="7247"/>
                </a:cubicBezTo>
                <a:lnTo>
                  <a:pt x="3406" y="5887"/>
                </a:lnTo>
                <a:cubicBezTo>
                  <a:pt x="3340" y="5767"/>
                  <a:pt x="3426" y="5620"/>
                  <a:pt x="3562" y="5620"/>
                </a:cubicBezTo>
                <a:lnTo>
                  <a:pt x="3920" y="5620"/>
                </a:lnTo>
                <a:cubicBezTo>
                  <a:pt x="3988" y="5620"/>
                  <a:pt x="4050" y="5659"/>
                  <a:pt x="4080" y="5719"/>
                </a:cubicBezTo>
                <a:lnTo>
                  <a:pt x="4691" y="6937"/>
                </a:lnTo>
                <a:cubicBezTo>
                  <a:pt x="4756" y="7069"/>
                  <a:pt x="4945" y="7069"/>
                  <a:pt x="5012" y="6937"/>
                </a:cubicBezTo>
                <a:lnTo>
                  <a:pt x="5623" y="5719"/>
                </a:lnTo>
                <a:cubicBezTo>
                  <a:pt x="5653" y="5659"/>
                  <a:pt x="5715" y="5620"/>
                  <a:pt x="5783" y="5620"/>
                </a:cubicBezTo>
                <a:lnTo>
                  <a:pt x="6140" y="5620"/>
                </a:lnTo>
                <a:cubicBezTo>
                  <a:pt x="6278" y="5622"/>
                  <a:pt x="6365" y="5768"/>
                  <a:pt x="6299" y="58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3152971" y="1978123"/>
            <a:ext cx="87434" cy="874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152971" y="4549873"/>
            <a:ext cx="87434" cy="874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9026232" y="1978123"/>
            <a:ext cx="87434" cy="874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9026232" y="4549873"/>
            <a:ext cx="87434" cy="874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18624" y="2272808"/>
            <a:ext cx="258352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汉仪雅酷黑-45J" panose="00020600040101010101" charset="-122"/>
                <a:cs typeface="Arial" panose="020B0604020202020204" pitchFamily="34" charset="0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汉仪雅酷黑-45J" panose="00020600040101010101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728974" y="1895765"/>
            <a:ext cx="127317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关键词标题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18624" y="4815983"/>
            <a:ext cx="258352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汉仪雅酷黑-45J" panose="00020600040101010101" charset="-122"/>
                <a:cs typeface="Arial" panose="020B0604020202020204" pitchFamily="34" charset="0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汉仪雅酷黑-45J" panose="00020600040101010101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728974" y="4438940"/>
            <a:ext cx="127317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关键词标题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243057" y="4815983"/>
            <a:ext cx="258352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汉仪雅酷黑-45J" panose="00020600040101010101" charset="-122"/>
                <a:cs typeface="Arial" panose="020B0604020202020204" pitchFamily="34" charset="0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汉仪雅酷黑-45J" panose="00020600040101010101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243057" y="4438940"/>
            <a:ext cx="127317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关键词标题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243057" y="2244233"/>
            <a:ext cx="258352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汉仪雅酷黑-45J" panose="00020600040101010101" charset="-122"/>
                <a:cs typeface="Arial" panose="020B0604020202020204" pitchFamily="34" charset="0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汉仪雅酷黑-45J" panose="00020600040101010101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243057" y="1867190"/>
            <a:ext cx="127317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关键词标题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071950" y="2195452"/>
            <a:ext cx="2824340" cy="3104821"/>
          </a:xfrm>
          <a:prstGeom prst="roundRect">
            <a:avLst>
              <a:gd name="adj" fmla="val 8509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1397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30158" y="2596693"/>
            <a:ext cx="127317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汉仪雅酷黑 95W" panose="020B0A04020202020204" charset="-122"/>
                <a:sym typeface="Arial" panose="020B0604020202020204" pitchFamily="34" charset="0"/>
              </a:rPr>
              <a:t>关键词标题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  <a:ea typeface="汉仪雅酷黑 95W" panose="020B0A0402020202020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97497" y="3239028"/>
            <a:ext cx="2406092" cy="22155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单击此处输入你的正文，文字是您思想的提炼，为了最终演示发布的良好效果，请尽量言简意赅的阐述观点；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88527" y="4222375"/>
            <a:ext cx="2224033" cy="2166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 flipH="1">
            <a:off x="1344267" y="2190523"/>
            <a:ext cx="834539" cy="909418"/>
          </a:xfrm>
          <a:custGeom>
            <a:avLst/>
            <a:gdLst>
              <a:gd name="connsiteX0" fmla="*/ 260819 w 783160"/>
              <a:gd name="connsiteY0" fmla="*/ 0 h 1870538"/>
              <a:gd name="connsiteX1" fmla="*/ 262045 w 783160"/>
              <a:gd name="connsiteY1" fmla="*/ 0 h 1870538"/>
              <a:gd name="connsiteX2" fmla="*/ 783160 w 783160"/>
              <a:gd name="connsiteY2" fmla="*/ 0 h 1870538"/>
              <a:gd name="connsiteX3" fmla="*/ 783160 w 783160"/>
              <a:gd name="connsiteY3" fmla="*/ 247 h 1870538"/>
              <a:gd name="connsiteX4" fmla="*/ 719242 w 783160"/>
              <a:gd name="connsiteY4" fmla="*/ 13151 h 1870538"/>
              <a:gd name="connsiteX5" fmla="*/ 617024 w 783160"/>
              <a:gd name="connsiteY5" fmla="*/ 167362 h 1870538"/>
              <a:gd name="connsiteX6" fmla="*/ 617024 w 783160"/>
              <a:gd name="connsiteY6" fmla="*/ 167363 h 1870538"/>
              <a:gd name="connsiteX7" fmla="*/ 617024 w 783160"/>
              <a:gd name="connsiteY7" fmla="*/ 237470 h 1870538"/>
              <a:gd name="connsiteX8" fmla="*/ 618869 w 783160"/>
              <a:gd name="connsiteY8" fmla="*/ 237470 h 1870538"/>
              <a:gd name="connsiteX9" fmla="*/ 618869 w 783160"/>
              <a:gd name="connsiteY9" fmla="*/ 1156547 h 1870538"/>
              <a:gd name="connsiteX10" fmla="*/ 716786 w 783160"/>
              <a:gd name="connsiteY10" fmla="*/ 1156547 h 1870538"/>
              <a:gd name="connsiteX11" fmla="*/ 358393 w 783160"/>
              <a:gd name="connsiteY11" fmla="*/ 1870538 h 1870538"/>
              <a:gd name="connsiteX12" fmla="*/ 0 w 783160"/>
              <a:gd name="connsiteY12" fmla="*/ 1156547 h 1870538"/>
              <a:gd name="connsiteX13" fmla="*/ 97917 w 783160"/>
              <a:gd name="connsiteY13" fmla="*/ 1156547 h 1870538"/>
              <a:gd name="connsiteX14" fmla="*/ 97917 w 783160"/>
              <a:gd name="connsiteY14" fmla="*/ 237470 h 1870538"/>
              <a:gd name="connsiteX15" fmla="*/ 94683 w 783160"/>
              <a:gd name="connsiteY15" fmla="*/ 237470 h 1870538"/>
              <a:gd name="connsiteX16" fmla="*/ 94683 w 783160"/>
              <a:gd name="connsiteY16" fmla="*/ 167368 h 1870538"/>
              <a:gd name="connsiteX17" fmla="*/ 94682 w 783160"/>
              <a:gd name="connsiteY17" fmla="*/ 167363 h 1870538"/>
              <a:gd name="connsiteX18" fmla="*/ 196900 w 783160"/>
              <a:gd name="connsiteY18" fmla="*/ 13152 h 1870538"/>
              <a:gd name="connsiteX19" fmla="*/ 260819 w 783160"/>
              <a:gd name="connsiteY19" fmla="*/ 247 h 1870538"/>
              <a:gd name="connsiteX0-1" fmla="*/ 260819 w 783160"/>
              <a:gd name="connsiteY0-2" fmla="*/ 0 h 1870538"/>
              <a:gd name="connsiteX1-3" fmla="*/ 262045 w 783160"/>
              <a:gd name="connsiteY1-4" fmla="*/ 0 h 1870538"/>
              <a:gd name="connsiteX2-5" fmla="*/ 783160 w 783160"/>
              <a:gd name="connsiteY2-6" fmla="*/ 0 h 1870538"/>
              <a:gd name="connsiteX3-7" fmla="*/ 783160 w 783160"/>
              <a:gd name="connsiteY3-8" fmla="*/ 247 h 1870538"/>
              <a:gd name="connsiteX4-9" fmla="*/ 719242 w 783160"/>
              <a:gd name="connsiteY4-10" fmla="*/ 13151 h 1870538"/>
              <a:gd name="connsiteX5-11" fmla="*/ 617024 w 783160"/>
              <a:gd name="connsiteY5-12" fmla="*/ 167362 h 1870538"/>
              <a:gd name="connsiteX6-13" fmla="*/ 617024 w 783160"/>
              <a:gd name="connsiteY6-14" fmla="*/ 167363 h 1870538"/>
              <a:gd name="connsiteX7-15" fmla="*/ 617024 w 783160"/>
              <a:gd name="connsiteY7-16" fmla="*/ 237470 h 1870538"/>
              <a:gd name="connsiteX8-17" fmla="*/ 618869 w 783160"/>
              <a:gd name="connsiteY8-18" fmla="*/ 237470 h 1870538"/>
              <a:gd name="connsiteX9-19" fmla="*/ 618869 w 783160"/>
              <a:gd name="connsiteY9-20" fmla="*/ 1156547 h 1870538"/>
              <a:gd name="connsiteX10-21" fmla="*/ 716786 w 783160"/>
              <a:gd name="connsiteY10-22" fmla="*/ 1156547 h 1870538"/>
              <a:gd name="connsiteX11-23" fmla="*/ 358393 w 783160"/>
              <a:gd name="connsiteY11-24" fmla="*/ 1870538 h 1870538"/>
              <a:gd name="connsiteX12-25" fmla="*/ 0 w 783160"/>
              <a:gd name="connsiteY12-26" fmla="*/ 1156547 h 1870538"/>
              <a:gd name="connsiteX13-27" fmla="*/ 97917 w 783160"/>
              <a:gd name="connsiteY13-28" fmla="*/ 1156547 h 1870538"/>
              <a:gd name="connsiteX14-29" fmla="*/ 94683 w 783160"/>
              <a:gd name="connsiteY14-30" fmla="*/ 237470 h 1870538"/>
              <a:gd name="connsiteX15-31" fmla="*/ 94683 w 783160"/>
              <a:gd name="connsiteY15-32" fmla="*/ 167368 h 1870538"/>
              <a:gd name="connsiteX16-33" fmla="*/ 94682 w 783160"/>
              <a:gd name="connsiteY16-34" fmla="*/ 167363 h 1870538"/>
              <a:gd name="connsiteX17-35" fmla="*/ 196900 w 783160"/>
              <a:gd name="connsiteY17-36" fmla="*/ 13152 h 1870538"/>
              <a:gd name="connsiteX18-37" fmla="*/ 260819 w 783160"/>
              <a:gd name="connsiteY18-38" fmla="*/ 247 h 1870538"/>
              <a:gd name="connsiteX19-39" fmla="*/ 260819 w 783160"/>
              <a:gd name="connsiteY19-40" fmla="*/ 0 h 1870538"/>
              <a:gd name="connsiteX0-41" fmla="*/ 260819 w 783160"/>
              <a:gd name="connsiteY0-42" fmla="*/ 0 h 1870538"/>
              <a:gd name="connsiteX1-43" fmla="*/ 262045 w 783160"/>
              <a:gd name="connsiteY1-44" fmla="*/ 0 h 1870538"/>
              <a:gd name="connsiteX2-45" fmla="*/ 783160 w 783160"/>
              <a:gd name="connsiteY2-46" fmla="*/ 0 h 1870538"/>
              <a:gd name="connsiteX3-47" fmla="*/ 783160 w 783160"/>
              <a:gd name="connsiteY3-48" fmla="*/ 247 h 1870538"/>
              <a:gd name="connsiteX4-49" fmla="*/ 719242 w 783160"/>
              <a:gd name="connsiteY4-50" fmla="*/ 13151 h 1870538"/>
              <a:gd name="connsiteX5-51" fmla="*/ 617024 w 783160"/>
              <a:gd name="connsiteY5-52" fmla="*/ 167362 h 1870538"/>
              <a:gd name="connsiteX6-53" fmla="*/ 617024 w 783160"/>
              <a:gd name="connsiteY6-54" fmla="*/ 167363 h 1870538"/>
              <a:gd name="connsiteX7-55" fmla="*/ 617024 w 783160"/>
              <a:gd name="connsiteY7-56" fmla="*/ 237470 h 1870538"/>
              <a:gd name="connsiteX8-57" fmla="*/ 618869 w 783160"/>
              <a:gd name="connsiteY8-58" fmla="*/ 1156547 h 1870538"/>
              <a:gd name="connsiteX9-59" fmla="*/ 716786 w 783160"/>
              <a:gd name="connsiteY9-60" fmla="*/ 1156547 h 1870538"/>
              <a:gd name="connsiteX10-61" fmla="*/ 358393 w 783160"/>
              <a:gd name="connsiteY10-62" fmla="*/ 1870538 h 1870538"/>
              <a:gd name="connsiteX11-63" fmla="*/ 0 w 783160"/>
              <a:gd name="connsiteY11-64" fmla="*/ 1156547 h 1870538"/>
              <a:gd name="connsiteX12-65" fmla="*/ 97917 w 783160"/>
              <a:gd name="connsiteY12-66" fmla="*/ 1156547 h 1870538"/>
              <a:gd name="connsiteX13-67" fmla="*/ 94683 w 783160"/>
              <a:gd name="connsiteY13-68" fmla="*/ 237470 h 1870538"/>
              <a:gd name="connsiteX14-69" fmla="*/ 94683 w 783160"/>
              <a:gd name="connsiteY14-70" fmla="*/ 167368 h 1870538"/>
              <a:gd name="connsiteX15-71" fmla="*/ 94682 w 783160"/>
              <a:gd name="connsiteY15-72" fmla="*/ 167363 h 1870538"/>
              <a:gd name="connsiteX16-73" fmla="*/ 196900 w 783160"/>
              <a:gd name="connsiteY16-74" fmla="*/ 13152 h 1870538"/>
              <a:gd name="connsiteX17-75" fmla="*/ 260819 w 783160"/>
              <a:gd name="connsiteY17-76" fmla="*/ 247 h 1870538"/>
              <a:gd name="connsiteX18-77" fmla="*/ 260819 w 783160"/>
              <a:gd name="connsiteY18-78" fmla="*/ 0 h 18705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</a:cxnLst>
            <a:rect l="l" t="t" r="r" b="b"/>
            <a:pathLst>
              <a:path w="783160" h="1870538">
                <a:moveTo>
                  <a:pt x="260819" y="0"/>
                </a:moveTo>
                <a:lnTo>
                  <a:pt x="262045" y="0"/>
                </a:lnTo>
                <a:lnTo>
                  <a:pt x="783160" y="0"/>
                </a:lnTo>
                <a:lnTo>
                  <a:pt x="783160" y="247"/>
                </a:lnTo>
                <a:lnTo>
                  <a:pt x="719242" y="13151"/>
                </a:lnTo>
                <a:cubicBezTo>
                  <a:pt x="659173" y="38558"/>
                  <a:pt x="617024" y="98038"/>
                  <a:pt x="617024" y="167362"/>
                </a:cubicBezTo>
                <a:lnTo>
                  <a:pt x="617024" y="167363"/>
                </a:lnTo>
                <a:lnTo>
                  <a:pt x="617024" y="237470"/>
                </a:lnTo>
                <a:lnTo>
                  <a:pt x="618869" y="1156547"/>
                </a:lnTo>
                <a:lnTo>
                  <a:pt x="716786" y="1156547"/>
                </a:lnTo>
                <a:lnTo>
                  <a:pt x="358393" y="1870538"/>
                </a:lnTo>
                <a:lnTo>
                  <a:pt x="0" y="1156547"/>
                </a:lnTo>
                <a:lnTo>
                  <a:pt x="97917" y="1156547"/>
                </a:lnTo>
                <a:lnTo>
                  <a:pt x="94683" y="237470"/>
                </a:lnTo>
                <a:lnTo>
                  <a:pt x="94683" y="167368"/>
                </a:lnTo>
                <a:cubicBezTo>
                  <a:pt x="94683" y="167366"/>
                  <a:pt x="94682" y="167365"/>
                  <a:pt x="94682" y="167363"/>
                </a:cubicBezTo>
                <a:cubicBezTo>
                  <a:pt x="94682" y="98039"/>
                  <a:pt x="136831" y="38559"/>
                  <a:pt x="196900" y="13152"/>
                </a:cubicBezTo>
                <a:lnTo>
                  <a:pt x="260819" y="247"/>
                </a:lnTo>
                <a:lnTo>
                  <a:pt x="260819" y="0"/>
                </a:lnTo>
                <a:close/>
              </a:path>
            </a:pathLst>
          </a:custGeom>
          <a:gradFill flip="none" rotWithShape="0">
            <a:gsLst>
              <a:gs pos="5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254000" dist="152400" dir="5400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457200"/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rPr>
              <a:t>01</a:t>
            </a:r>
            <a:endParaRPr lang="zh-CN" altLang="en-US" dirty="0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4683830" y="2195452"/>
            <a:ext cx="2824340" cy="3104821"/>
          </a:xfrm>
          <a:prstGeom prst="roundRect">
            <a:avLst>
              <a:gd name="adj" fmla="val 8509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1397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42038" y="2596693"/>
            <a:ext cx="127317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汉仪雅酷黑 95W" panose="020B0A04020202020204" charset="-122"/>
                <a:sym typeface="Arial" panose="020B0604020202020204" pitchFamily="34" charset="0"/>
              </a:rPr>
              <a:t>关键词标题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  <a:ea typeface="汉仪雅酷黑 95W" panose="020B0A04020202020204" charset="-122"/>
              <a:sym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/>
        </p:nvSpPr>
        <p:spPr>
          <a:xfrm flipH="1">
            <a:off x="4956147" y="2190523"/>
            <a:ext cx="834539" cy="909418"/>
          </a:xfrm>
          <a:custGeom>
            <a:avLst/>
            <a:gdLst>
              <a:gd name="connsiteX0" fmla="*/ 260819 w 783160"/>
              <a:gd name="connsiteY0" fmla="*/ 0 h 1870538"/>
              <a:gd name="connsiteX1" fmla="*/ 262045 w 783160"/>
              <a:gd name="connsiteY1" fmla="*/ 0 h 1870538"/>
              <a:gd name="connsiteX2" fmla="*/ 783160 w 783160"/>
              <a:gd name="connsiteY2" fmla="*/ 0 h 1870538"/>
              <a:gd name="connsiteX3" fmla="*/ 783160 w 783160"/>
              <a:gd name="connsiteY3" fmla="*/ 247 h 1870538"/>
              <a:gd name="connsiteX4" fmla="*/ 719242 w 783160"/>
              <a:gd name="connsiteY4" fmla="*/ 13151 h 1870538"/>
              <a:gd name="connsiteX5" fmla="*/ 617024 w 783160"/>
              <a:gd name="connsiteY5" fmla="*/ 167362 h 1870538"/>
              <a:gd name="connsiteX6" fmla="*/ 617024 w 783160"/>
              <a:gd name="connsiteY6" fmla="*/ 167363 h 1870538"/>
              <a:gd name="connsiteX7" fmla="*/ 617024 w 783160"/>
              <a:gd name="connsiteY7" fmla="*/ 237470 h 1870538"/>
              <a:gd name="connsiteX8" fmla="*/ 618869 w 783160"/>
              <a:gd name="connsiteY8" fmla="*/ 237470 h 1870538"/>
              <a:gd name="connsiteX9" fmla="*/ 618869 w 783160"/>
              <a:gd name="connsiteY9" fmla="*/ 1156547 h 1870538"/>
              <a:gd name="connsiteX10" fmla="*/ 716786 w 783160"/>
              <a:gd name="connsiteY10" fmla="*/ 1156547 h 1870538"/>
              <a:gd name="connsiteX11" fmla="*/ 358393 w 783160"/>
              <a:gd name="connsiteY11" fmla="*/ 1870538 h 1870538"/>
              <a:gd name="connsiteX12" fmla="*/ 0 w 783160"/>
              <a:gd name="connsiteY12" fmla="*/ 1156547 h 1870538"/>
              <a:gd name="connsiteX13" fmla="*/ 97917 w 783160"/>
              <a:gd name="connsiteY13" fmla="*/ 1156547 h 1870538"/>
              <a:gd name="connsiteX14" fmla="*/ 97917 w 783160"/>
              <a:gd name="connsiteY14" fmla="*/ 237470 h 1870538"/>
              <a:gd name="connsiteX15" fmla="*/ 94683 w 783160"/>
              <a:gd name="connsiteY15" fmla="*/ 237470 h 1870538"/>
              <a:gd name="connsiteX16" fmla="*/ 94683 w 783160"/>
              <a:gd name="connsiteY16" fmla="*/ 167368 h 1870538"/>
              <a:gd name="connsiteX17" fmla="*/ 94682 w 783160"/>
              <a:gd name="connsiteY17" fmla="*/ 167363 h 1870538"/>
              <a:gd name="connsiteX18" fmla="*/ 196900 w 783160"/>
              <a:gd name="connsiteY18" fmla="*/ 13152 h 1870538"/>
              <a:gd name="connsiteX19" fmla="*/ 260819 w 783160"/>
              <a:gd name="connsiteY19" fmla="*/ 247 h 1870538"/>
              <a:gd name="connsiteX0-1" fmla="*/ 260819 w 783160"/>
              <a:gd name="connsiteY0-2" fmla="*/ 0 h 1870538"/>
              <a:gd name="connsiteX1-3" fmla="*/ 262045 w 783160"/>
              <a:gd name="connsiteY1-4" fmla="*/ 0 h 1870538"/>
              <a:gd name="connsiteX2-5" fmla="*/ 783160 w 783160"/>
              <a:gd name="connsiteY2-6" fmla="*/ 0 h 1870538"/>
              <a:gd name="connsiteX3-7" fmla="*/ 783160 w 783160"/>
              <a:gd name="connsiteY3-8" fmla="*/ 247 h 1870538"/>
              <a:gd name="connsiteX4-9" fmla="*/ 719242 w 783160"/>
              <a:gd name="connsiteY4-10" fmla="*/ 13151 h 1870538"/>
              <a:gd name="connsiteX5-11" fmla="*/ 617024 w 783160"/>
              <a:gd name="connsiteY5-12" fmla="*/ 167362 h 1870538"/>
              <a:gd name="connsiteX6-13" fmla="*/ 617024 w 783160"/>
              <a:gd name="connsiteY6-14" fmla="*/ 167363 h 1870538"/>
              <a:gd name="connsiteX7-15" fmla="*/ 617024 w 783160"/>
              <a:gd name="connsiteY7-16" fmla="*/ 237470 h 1870538"/>
              <a:gd name="connsiteX8-17" fmla="*/ 618869 w 783160"/>
              <a:gd name="connsiteY8-18" fmla="*/ 237470 h 1870538"/>
              <a:gd name="connsiteX9-19" fmla="*/ 618869 w 783160"/>
              <a:gd name="connsiteY9-20" fmla="*/ 1156547 h 1870538"/>
              <a:gd name="connsiteX10-21" fmla="*/ 716786 w 783160"/>
              <a:gd name="connsiteY10-22" fmla="*/ 1156547 h 1870538"/>
              <a:gd name="connsiteX11-23" fmla="*/ 358393 w 783160"/>
              <a:gd name="connsiteY11-24" fmla="*/ 1870538 h 1870538"/>
              <a:gd name="connsiteX12-25" fmla="*/ 0 w 783160"/>
              <a:gd name="connsiteY12-26" fmla="*/ 1156547 h 1870538"/>
              <a:gd name="connsiteX13-27" fmla="*/ 97917 w 783160"/>
              <a:gd name="connsiteY13-28" fmla="*/ 1156547 h 1870538"/>
              <a:gd name="connsiteX14-29" fmla="*/ 94683 w 783160"/>
              <a:gd name="connsiteY14-30" fmla="*/ 237470 h 1870538"/>
              <a:gd name="connsiteX15-31" fmla="*/ 94683 w 783160"/>
              <a:gd name="connsiteY15-32" fmla="*/ 167368 h 1870538"/>
              <a:gd name="connsiteX16-33" fmla="*/ 94682 w 783160"/>
              <a:gd name="connsiteY16-34" fmla="*/ 167363 h 1870538"/>
              <a:gd name="connsiteX17-35" fmla="*/ 196900 w 783160"/>
              <a:gd name="connsiteY17-36" fmla="*/ 13152 h 1870538"/>
              <a:gd name="connsiteX18-37" fmla="*/ 260819 w 783160"/>
              <a:gd name="connsiteY18-38" fmla="*/ 247 h 1870538"/>
              <a:gd name="connsiteX19-39" fmla="*/ 260819 w 783160"/>
              <a:gd name="connsiteY19-40" fmla="*/ 0 h 1870538"/>
              <a:gd name="connsiteX0-41" fmla="*/ 260819 w 783160"/>
              <a:gd name="connsiteY0-42" fmla="*/ 0 h 1870538"/>
              <a:gd name="connsiteX1-43" fmla="*/ 262045 w 783160"/>
              <a:gd name="connsiteY1-44" fmla="*/ 0 h 1870538"/>
              <a:gd name="connsiteX2-45" fmla="*/ 783160 w 783160"/>
              <a:gd name="connsiteY2-46" fmla="*/ 0 h 1870538"/>
              <a:gd name="connsiteX3-47" fmla="*/ 783160 w 783160"/>
              <a:gd name="connsiteY3-48" fmla="*/ 247 h 1870538"/>
              <a:gd name="connsiteX4-49" fmla="*/ 719242 w 783160"/>
              <a:gd name="connsiteY4-50" fmla="*/ 13151 h 1870538"/>
              <a:gd name="connsiteX5-51" fmla="*/ 617024 w 783160"/>
              <a:gd name="connsiteY5-52" fmla="*/ 167362 h 1870538"/>
              <a:gd name="connsiteX6-53" fmla="*/ 617024 w 783160"/>
              <a:gd name="connsiteY6-54" fmla="*/ 167363 h 1870538"/>
              <a:gd name="connsiteX7-55" fmla="*/ 617024 w 783160"/>
              <a:gd name="connsiteY7-56" fmla="*/ 237470 h 1870538"/>
              <a:gd name="connsiteX8-57" fmla="*/ 618869 w 783160"/>
              <a:gd name="connsiteY8-58" fmla="*/ 1156547 h 1870538"/>
              <a:gd name="connsiteX9-59" fmla="*/ 716786 w 783160"/>
              <a:gd name="connsiteY9-60" fmla="*/ 1156547 h 1870538"/>
              <a:gd name="connsiteX10-61" fmla="*/ 358393 w 783160"/>
              <a:gd name="connsiteY10-62" fmla="*/ 1870538 h 1870538"/>
              <a:gd name="connsiteX11-63" fmla="*/ 0 w 783160"/>
              <a:gd name="connsiteY11-64" fmla="*/ 1156547 h 1870538"/>
              <a:gd name="connsiteX12-65" fmla="*/ 97917 w 783160"/>
              <a:gd name="connsiteY12-66" fmla="*/ 1156547 h 1870538"/>
              <a:gd name="connsiteX13-67" fmla="*/ 94683 w 783160"/>
              <a:gd name="connsiteY13-68" fmla="*/ 237470 h 1870538"/>
              <a:gd name="connsiteX14-69" fmla="*/ 94683 w 783160"/>
              <a:gd name="connsiteY14-70" fmla="*/ 167368 h 1870538"/>
              <a:gd name="connsiteX15-71" fmla="*/ 94682 w 783160"/>
              <a:gd name="connsiteY15-72" fmla="*/ 167363 h 1870538"/>
              <a:gd name="connsiteX16-73" fmla="*/ 196900 w 783160"/>
              <a:gd name="connsiteY16-74" fmla="*/ 13152 h 1870538"/>
              <a:gd name="connsiteX17-75" fmla="*/ 260819 w 783160"/>
              <a:gd name="connsiteY17-76" fmla="*/ 247 h 1870538"/>
              <a:gd name="connsiteX18-77" fmla="*/ 260819 w 783160"/>
              <a:gd name="connsiteY18-78" fmla="*/ 0 h 18705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</a:cxnLst>
            <a:rect l="l" t="t" r="r" b="b"/>
            <a:pathLst>
              <a:path w="783160" h="1870538">
                <a:moveTo>
                  <a:pt x="260819" y="0"/>
                </a:moveTo>
                <a:lnTo>
                  <a:pt x="262045" y="0"/>
                </a:lnTo>
                <a:lnTo>
                  <a:pt x="783160" y="0"/>
                </a:lnTo>
                <a:lnTo>
                  <a:pt x="783160" y="247"/>
                </a:lnTo>
                <a:lnTo>
                  <a:pt x="719242" y="13151"/>
                </a:lnTo>
                <a:cubicBezTo>
                  <a:pt x="659173" y="38558"/>
                  <a:pt x="617024" y="98038"/>
                  <a:pt x="617024" y="167362"/>
                </a:cubicBezTo>
                <a:lnTo>
                  <a:pt x="617024" y="167363"/>
                </a:lnTo>
                <a:lnTo>
                  <a:pt x="617024" y="237470"/>
                </a:lnTo>
                <a:lnTo>
                  <a:pt x="618869" y="1156547"/>
                </a:lnTo>
                <a:lnTo>
                  <a:pt x="716786" y="1156547"/>
                </a:lnTo>
                <a:lnTo>
                  <a:pt x="358393" y="1870538"/>
                </a:lnTo>
                <a:lnTo>
                  <a:pt x="0" y="1156547"/>
                </a:lnTo>
                <a:lnTo>
                  <a:pt x="97917" y="1156547"/>
                </a:lnTo>
                <a:lnTo>
                  <a:pt x="94683" y="237470"/>
                </a:lnTo>
                <a:lnTo>
                  <a:pt x="94683" y="167368"/>
                </a:lnTo>
                <a:cubicBezTo>
                  <a:pt x="94683" y="167366"/>
                  <a:pt x="94682" y="167365"/>
                  <a:pt x="94682" y="167363"/>
                </a:cubicBezTo>
                <a:cubicBezTo>
                  <a:pt x="94682" y="98039"/>
                  <a:pt x="136831" y="38559"/>
                  <a:pt x="196900" y="13152"/>
                </a:cubicBezTo>
                <a:lnTo>
                  <a:pt x="260819" y="247"/>
                </a:lnTo>
                <a:lnTo>
                  <a:pt x="260819" y="0"/>
                </a:lnTo>
                <a:close/>
              </a:path>
            </a:pathLst>
          </a:custGeom>
          <a:gradFill flip="none" rotWithShape="0">
            <a:gsLst>
              <a:gs pos="5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254000" dist="152400" dir="5400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457200"/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rPr>
              <a:t>02</a:t>
            </a:r>
            <a:endParaRPr lang="zh-CN" altLang="en-US" dirty="0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8295710" y="2195452"/>
            <a:ext cx="2824340" cy="3104821"/>
          </a:xfrm>
          <a:prstGeom prst="roundRect">
            <a:avLst>
              <a:gd name="adj" fmla="val 8509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1397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553918" y="2596693"/>
            <a:ext cx="127317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汉仪雅酷黑 95W" panose="020B0A04020202020204" charset="-122"/>
                <a:sym typeface="Arial" panose="020B0604020202020204" pitchFamily="34" charset="0"/>
              </a:rPr>
              <a:t>关键词标题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  <a:ea typeface="汉仪雅酷黑 95W" panose="020B0A04020202020204" charset="-122"/>
              <a:sym typeface="Arial" panose="020B0604020202020204" pitchFamily="34" charset="0"/>
            </a:endParaRPr>
          </a:p>
        </p:txBody>
      </p:sp>
      <p:sp>
        <p:nvSpPr>
          <p:cNvPr id="12" name="任意多边形: 形状 11"/>
          <p:cNvSpPr/>
          <p:nvPr/>
        </p:nvSpPr>
        <p:spPr>
          <a:xfrm flipH="1">
            <a:off x="8568027" y="2190523"/>
            <a:ext cx="834539" cy="909418"/>
          </a:xfrm>
          <a:custGeom>
            <a:avLst/>
            <a:gdLst>
              <a:gd name="connsiteX0" fmla="*/ 260819 w 783160"/>
              <a:gd name="connsiteY0" fmla="*/ 0 h 1870538"/>
              <a:gd name="connsiteX1" fmla="*/ 262045 w 783160"/>
              <a:gd name="connsiteY1" fmla="*/ 0 h 1870538"/>
              <a:gd name="connsiteX2" fmla="*/ 783160 w 783160"/>
              <a:gd name="connsiteY2" fmla="*/ 0 h 1870538"/>
              <a:gd name="connsiteX3" fmla="*/ 783160 w 783160"/>
              <a:gd name="connsiteY3" fmla="*/ 247 h 1870538"/>
              <a:gd name="connsiteX4" fmla="*/ 719242 w 783160"/>
              <a:gd name="connsiteY4" fmla="*/ 13151 h 1870538"/>
              <a:gd name="connsiteX5" fmla="*/ 617024 w 783160"/>
              <a:gd name="connsiteY5" fmla="*/ 167362 h 1870538"/>
              <a:gd name="connsiteX6" fmla="*/ 617024 w 783160"/>
              <a:gd name="connsiteY6" fmla="*/ 167363 h 1870538"/>
              <a:gd name="connsiteX7" fmla="*/ 617024 w 783160"/>
              <a:gd name="connsiteY7" fmla="*/ 237470 h 1870538"/>
              <a:gd name="connsiteX8" fmla="*/ 618869 w 783160"/>
              <a:gd name="connsiteY8" fmla="*/ 237470 h 1870538"/>
              <a:gd name="connsiteX9" fmla="*/ 618869 w 783160"/>
              <a:gd name="connsiteY9" fmla="*/ 1156547 h 1870538"/>
              <a:gd name="connsiteX10" fmla="*/ 716786 w 783160"/>
              <a:gd name="connsiteY10" fmla="*/ 1156547 h 1870538"/>
              <a:gd name="connsiteX11" fmla="*/ 358393 w 783160"/>
              <a:gd name="connsiteY11" fmla="*/ 1870538 h 1870538"/>
              <a:gd name="connsiteX12" fmla="*/ 0 w 783160"/>
              <a:gd name="connsiteY12" fmla="*/ 1156547 h 1870538"/>
              <a:gd name="connsiteX13" fmla="*/ 97917 w 783160"/>
              <a:gd name="connsiteY13" fmla="*/ 1156547 h 1870538"/>
              <a:gd name="connsiteX14" fmla="*/ 97917 w 783160"/>
              <a:gd name="connsiteY14" fmla="*/ 237470 h 1870538"/>
              <a:gd name="connsiteX15" fmla="*/ 94683 w 783160"/>
              <a:gd name="connsiteY15" fmla="*/ 237470 h 1870538"/>
              <a:gd name="connsiteX16" fmla="*/ 94683 w 783160"/>
              <a:gd name="connsiteY16" fmla="*/ 167368 h 1870538"/>
              <a:gd name="connsiteX17" fmla="*/ 94682 w 783160"/>
              <a:gd name="connsiteY17" fmla="*/ 167363 h 1870538"/>
              <a:gd name="connsiteX18" fmla="*/ 196900 w 783160"/>
              <a:gd name="connsiteY18" fmla="*/ 13152 h 1870538"/>
              <a:gd name="connsiteX19" fmla="*/ 260819 w 783160"/>
              <a:gd name="connsiteY19" fmla="*/ 247 h 1870538"/>
              <a:gd name="connsiteX0-1" fmla="*/ 260819 w 783160"/>
              <a:gd name="connsiteY0-2" fmla="*/ 0 h 1870538"/>
              <a:gd name="connsiteX1-3" fmla="*/ 262045 w 783160"/>
              <a:gd name="connsiteY1-4" fmla="*/ 0 h 1870538"/>
              <a:gd name="connsiteX2-5" fmla="*/ 783160 w 783160"/>
              <a:gd name="connsiteY2-6" fmla="*/ 0 h 1870538"/>
              <a:gd name="connsiteX3-7" fmla="*/ 783160 w 783160"/>
              <a:gd name="connsiteY3-8" fmla="*/ 247 h 1870538"/>
              <a:gd name="connsiteX4-9" fmla="*/ 719242 w 783160"/>
              <a:gd name="connsiteY4-10" fmla="*/ 13151 h 1870538"/>
              <a:gd name="connsiteX5-11" fmla="*/ 617024 w 783160"/>
              <a:gd name="connsiteY5-12" fmla="*/ 167362 h 1870538"/>
              <a:gd name="connsiteX6-13" fmla="*/ 617024 w 783160"/>
              <a:gd name="connsiteY6-14" fmla="*/ 167363 h 1870538"/>
              <a:gd name="connsiteX7-15" fmla="*/ 617024 w 783160"/>
              <a:gd name="connsiteY7-16" fmla="*/ 237470 h 1870538"/>
              <a:gd name="connsiteX8-17" fmla="*/ 618869 w 783160"/>
              <a:gd name="connsiteY8-18" fmla="*/ 237470 h 1870538"/>
              <a:gd name="connsiteX9-19" fmla="*/ 618869 w 783160"/>
              <a:gd name="connsiteY9-20" fmla="*/ 1156547 h 1870538"/>
              <a:gd name="connsiteX10-21" fmla="*/ 716786 w 783160"/>
              <a:gd name="connsiteY10-22" fmla="*/ 1156547 h 1870538"/>
              <a:gd name="connsiteX11-23" fmla="*/ 358393 w 783160"/>
              <a:gd name="connsiteY11-24" fmla="*/ 1870538 h 1870538"/>
              <a:gd name="connsiteX12-25" fmla="*/ 0 w 783160"/>
              <a:gd name="connsiteY12-26" fmla="*/ 1156547 h 1870538"/>
              <a:gd name="connsiteX13-27" fmla="*/ 97917 w 783160"/>
              <a:gd name="connsiteY13-28" fmla="*/ 1156547 h 1870538"/>
              <a:gd name="connsiteX14-29" fmla="*/ 94683 w 783160"/>
              <a:gd name="connsiteY14-30" fmla="*/ 237470 h 1870538"/>
              <a:gd name="connsiteX15-31" fmla="*/ 94683 w 783160"/>
              <a:gd name="connsiteY15-32" fmla="*/ 167368 h 1870538"/>
              <a:gd name="connsiteX16-33" fmla="*/ 94682 w 783160"/>
              <a:gd name="connsiteY16-34" fmla="*/ 167363 h 1870538"/>
              <a:gd name="connsiteX17-35" fmla="*/ 196900 w 783160"/>
              <a:gd name="connsiteY17-36" fmla="*/ 13152 h 1870538"/>
              <a:gd name="connsiteX18-37" fmla="*/ 260819 w 783160"/>
              <a:gd name="connsiteY18-38" fmla="*/ 247 h 1870538"/>
              <a:gd name="connsiteX19-39" fmla="*/ 260819 w 783160"/>
              <a:gd name="connsiteY19-40" fmla="*/ 0 h 1870538"/>
              <a:gd name="connsiteX0-41" fmla="*/ 260819 w 783160"/>
              <a:gd name="connsiteY0-42" fmla="*/ 0 h 1870538"/>
              <a:gd name="connsiteX1-43" fmla="*/ 262045 w 783160"/>
              <a:gd name="connsiteY1-44" fmla="*/ 0 h 1870538"/>
              <a:gd name="connsiteX2-45" fmla="*/ 783160 w 783160"/>
              <a:gd name="connsiteY2-46" fmla="*/ 0 h 1870538"/>
              <a:gd name="connsiteX3-47" fmla="*/ 783160 w 783160"/>
              <a:gd name="connsiteY3-48" fmla="*/ 247 h 1870538"/>
              <a:gd name="connsiteX4-49" fmla="*/ 719242 w 783160"/>
              <a:gd name="connsiteY4-50" fmla="*/ 13151 h 1870538"/>
              <a:gd name="connsiteX5-51" fmla="*/ 617024 w 783160"/>
              <a:gd name="connsiteY5-52" fmla="*/ 167362 h 1870538"/>
              <a:gd name="connsiteX6-53" fmla="*/ 617024 w 783160"/>
              <a:gd name="connsiteY6-54" fmla="*/ 167363 h 1870538"/>
              <a:gd name="connsiteX7-55" fmla="*/ 617024 w 783160"/>
              <a:gd name="connsiteY7-56" fmla="*/ 237470 h 1870538"/>
              <a:gd name="connsiteX8-57" fmla="*/ 618869 w 783160"/>
              <a:gd name="connsiteY8-58" fmla="*/ 1156547 h 1870538"/>
              <a:gd name="connsiteX9-59" fmla="*/ 716786 w 783160"/>
              <a:gd name="connsiteY9-60" fmla="*/ 1156547 h 1870538"/>
              <a:gd name="connsiteX10-61" fmla="*/ 358393 w 783160"/>
              <a:gd name="connsiteY10-62" fmla="*/ 1870538 h 1870538"/>
              <a:gd name="connsiteX11-63" fmla="*/ 0 w 783160"/>
              <a:gd name="connsiteY11-64" fmla="*/ 1156547 h 1870538"/>
              <a:gd name="connsiteX12-65" fmla="*/ 97917 w 783160"/>
              <a:gd name="connsiteY12-66" fmla="*/ 1156547 h 1870538"/>
              <a:gd name="connsiteX13-67" fmla="*/ 94683 w 783160"/>
              <a:gd name="connsiteY13-68" fmla="*/ 237470 h 1870538"/>
              <a:gd name="connsiteX14-69" fmla="*/ 94683 w 783160"/>
              <a:gd name="connsiteY14-70" fmla="*/ 167368 h 1870538"/>
              <a:gd name="connsiteX15-71" fmla="*/ 94682 w 783160"/>
              <a:gd name="connsiteY15-72" fmla="*/ 167363 h 1870538"/>
              <a:gd name="connsiteX16-73" fmla="*/ 196900 w 783160"/>
              <a:gd name="connsiteY16-74" fmla="*/ 13152 h 1870538"/>
              <a:gd name="connsiteX17-75" fmla="*/ 260819 w 783160"/>
              <a:gd name="connsiteY17-76" fmla="*/ 247 h 1870538"/>
              <a:gd name="connsiteX18-77" fmla="*/ 260819 w 783160"/>
              <a:gd name="connsiteY18-78" fmla="*/ 0 h 18705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</a:cxnLst>
            <a:rect l="l" t="t" r="r" b="b"/>
            <a:pathLst>
              <a:path w="783160" h="1870538">
                <a:moveTo>
                  <a:pt x="260819" y="0"/>
                </a:moveTo>
                <a:lnTo>
                  <a:pt x="262045" y="0"/>
                </a:lnTo>
                <a:lnTo>
                  <a:pt x="783160" y="0"/>
                </a:lnTo>
                <a:lnTo>
                  <a:pt x="783160" y="247"/>
                </a:lnTo>
                <a:lnTo>
                  <a:pt x="719242" y="13151"/>
                </a:lnTo>
                <a:cubicBezTo>
                  <a:pt x="659173" y="38558"/>
                  <a:pt x="617024" y="98038"/>
                  <a:pt x="617024" y="167362"/>
                </a:cubicBezTo>
                <a:lnTo>
                  <a:pt x="617024" y="167363"/>
                </a:lnTo>
                <a:lnTo>
                  <a:pt x="617024" y="237470"/>
                </a:lnTo>
                <a:lnTo>
                  <a:pt x="618869" y="1156547"/>
                </a:lnTo>
                <a:lnTo>
                  <a:pt x="716786" y="1156547"/>
                </a:lnTo>
                <a:lnTo>
                  <a:pt x="358393" y="1870538"/>
                </a:lnTo>
                <a:lnTo>
                  <a:pt x="0" y="1156547"/>
                </a:lnTo>
                <a:lnTo>
                  <a:pt x="97917" y="1156547"/>
                </a:lnTo>
                <a:lnTo>
                  <a:pt x="94683" y="237470"/>
                </a:lnTo>
                <a:lnTo>
                  <a:pt x="94683" y="167368"/>
                </a:lnTo>
                <a:cubicBezTo>
                  <a:pt x="94683" y="167366"/>
                  <a:pt x="94682" y="167365"/>
                  <a:pt x="94682" y="167363"/>
                </a:cubicBezTo>
                <a:cubicBezTo>
                  <a:pt x="94682" y="98039"/>
                  <a:pt x="136831" y="38559"/>
                  <a:pt x="196900" y="13152"/>
                </a:cubicBezTo>
                <a:lnTo>
                  <a:pt x="260819" y="247"/>
                </a:lnTo>
                <a:lnTo>
                  <a:pt x="260819" y="0"/>
                </a:lnTo>
                <a:close/>
              </a:path>
            </a:pathLst>
          </a:custGeom>
          <a:gradFill flip="none" rotWithShape="0">
            <a:gsLst>
              <a:gs pos="5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254000" dist="152400" dir="5400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457200"/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rPr>
              <a:t>03</a:t>
            </a:r>
            <a:endParaRPr lang="zh-CN" altLang="en-US" dirty="0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92954" y="3239028"/>
            <a:ext cx="2406092" cy="22155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单击此处输入你的正文，文字是您思想的提炼，为了最终演示发布的良好效果，请尽量言简意赅的阐述观点；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488411" y="3239028"/>
            <a:ext cx="2406092" cy="22155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单击此处输入你的正文，文字是您思想的提炼，为了最终演示发布的良好效果，请尽量言简意赅的阐述观点；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任意多边形: 形状 1"/>
          <p:cNvSpPr/>
          <p:nvPr/>
        </p:nvSpPr>
        <p:spPr>
          <a:xfrm>
            <a:off x="-9144" y="3435795"/>
            <a:ext cx="12201144" cy="796187"/>
          </a:xfrm>
          <a:custGeom>
            <a:avLst/>
            <a:gdLst>
              <a:gd name="connsiteX0" fmla="*/ 0 w 12865608"/>
              <a:gd name="connsiteY0" fmla="*/ 514413 h 796187"/>
              <a:gd name="connsiteX1" fmla="*/ 1755648 w 12865608"/>
              <a:gd name="connsiteY1" fmla="*/ 2349 h 796187"/>
              <a:gd name="connsiteX2" fmla="*/ 4626864 w 12865608"/>
              <a:gd name="connsiteY2" fmla="*/ 697293 h 796187"/>
              <a:gd name="connsiteX3" fmla="*/ 8220456 w 12865608"/>
              <a:gd name="connsiteY3" fmla="*/ 75501 h 796187"/>
              <a:gd name="connsiteX4" fmla="*/ 11567160 w 12865608"/>
              <a:gd name="connsiteY4" fmla="*/ 779589 h 796187"/>
              <a:gd name="connsiteX5" fmla="*/ 12865608 w 12865608"/>
              <a:gd name="connsiteY5" fmla="*/ 505269 h 79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65608" h="796187">
                <a:moveTo>
                  <a:pt x="0" y="514413"/>
                </a:moveTo>
                <a:cubicBezTo>
                  <a:pt x="492252" y="243141"/>
                  <a:pt x="984504" y="-28131"/>
                  <a:pt x="1755648" y="2349"/>
                </a:cubicBezTo>
                <a:cubicBezTo>
                  <a:pt x="2526792" y="32829"/>
                  <a:pt x="3549396" y="685101"/>
                  <a:pt x="4626864" y="697293"/>
                </a:cubicBezTo>
                <a:cubicBezTo>
                  <a:pt x="5704332" y="709485"/>
                  <a:pt x="7063740" y="61785"/>
                  <a:pt x="8220456" y="75501"/>
                </a:cubicBezTo>
                <a:cubicBezTo>
                  <a:pt x="9377172" y="89217"/>
                  <a:pt x="10792968" y="707961"/>
                  <a:pt x="11567160" y="779589"/>
                </a:cubicBezTo>
                <a:cubicBezTo>
                  <a:pt x="12341352" y="851217"/>
                  <a:pt x="12603480" y="678243"/>
                  <a:pt x="12865608" y="505269"/>
                </a:cubicBez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-9144" y="3638582"/>
            <a:ext cx="12201144" cy="476218"/>
          </a:xfrm>
          <a:custGeom>
            <a:avLst/>
            <a:gdLst>
              <a:gd name="connsiteX0" fmla="*/ 0 w 13459968"/>
              <a:gd name="connsiteY0" fmla="*/ 83026 h 476218"/>
              <a:gd name="connsiteX1" fmla="*/ 1261872 w 13459968"/>
              <a:gd name="connsiteY1" fmla="*/ 275050 h 476218"/>
              <a:gd name="connsiteX2" fmla="*/ 3493008 w 13459968"/>
              <a:gd name="connsiteY2" fmla="*/ 730 h 476218"/>
              <a:gd name="connsiteX3" fmla="*/ 7781544 w 13459968"/>
              <a:gd name="connsiteY3" fmla="*/ 375634 h 476218"/>
              <a:gd name="connsiteX4" fmla="*/ 10945368 w 13459968"/>
              <a:gd name="connsiteY4" fmla="*/ 110458 h 476218"/>
              <a:gd name="connsiteX5" fmla="*/ 13459968 w 13459968"/>
              <a:gd name="connsiteY5" fmla="*/ 476218 h 476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59968" h="476218">
                <a:moveTo>
                  <a:pt x="0" y="83026"/>
                </a:moveTo>
                <a:cubicBezTo>
                  <a:pt x="339852" y="185896"/>
                  <a:pt x="679704" y="288766"/>
                  <a:pt x="1261872" y="275050"/>
                </a:cubicBezTo>
                <a:cubicBezTo>
                  <a:pt x="1844040" y="261334"/>
                  <a:pt x="2406396" y="-16034"/>
                  <a:pt x="3493008" y="730"/>
                </a:cubicBezTo>
                <a:cubicBezTo>
                  <a:pt x="4579620" y="17494"/>
                  <a:pt x="6539484" y="357346"/>
                  <a:pt x="7781544" y="375634"/>
                </a:cubicBezTo>
                <a:cubicBezTo>
                  <a:pt x="9023604" y="393922"/>
                  <a:pt x="9998964" y="93694"/>
                  <a:pt x="10945368" y="110458"/>
                </a:cubicBezTo>
                <a:cubicBezTo>
                  <a:pt x="11891772" y="127222"/>
                  <a:pt x="12675870" y="301720"/>
                  <a:pt x="13459968" y="476218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0" y="3547429"/>
            <a:ext cx="12192000" cy="476935"/>
          </a:xfrm>
          <a:custGeom>
            <a:avLst/>
            <a:gdLst>
              <a:gd name="connsiteX0" fmla="*/ 0 w 12243816"/>
              <a:gd name="connsiteY0" fmla="*/ 274763 h 476935"/>
              <a:gd name="connsiteX1" fmla="*/ 1216152 w 12243816"/>
              <a:gd name="connsiteY1" fmla="*/ 101027 h 476935"/>
              <a:gd name="connsiteX2" fmla="*/ 4434840 w 12243816"/>
              <a:gd name="connsiteY2" fmla="*/ 384491 h 476935"/>
              <a:gd name="connsiteX3" fmla="*/ 6437376 w 12243816"/>
              <a:gd name="connsiteY3" fmla="*/ 443 h 476935"/>
              <a:gd name="connsiteX4" fmla="*/ 9189720 w 12243816"/>
              <a:gd name="connsiteY4" fmla="*/ 475931 h 476935"/>
              <a:gd name="connsiteX5" fmla="*/ 12243816 w 12243816"/>
              <a:gd name="connsiteY5" fmla="*/ 101027 h 476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43816" h="476935">
                <a:moveTo>
                  <a:pt x="0" y="274763"/>
                </a:moveTo>
                <a:cubicBezTo>
                  <a:pt x="238506" y="178751"/>
                  <a:pt x="477012" y="82739"/>
                  <a:pt x="1216152" y="101027"/>
                </a:cubicBezTo>
                <a:cubicBezTo>
                  <a:pt x="1955292" y="119315"/>
                  <a:pt x="3564636" y="401255"/>
                  <a:pt x="4434840" y="384491"/>
                </a:cubicBezTo>
                <a:cubicBezTo>
                  <a:pt x="5305044" y="367727"/>
                  <a:pt x="5644896" y="-14797"/>
                  <a:pt x="6437376" y="443"/>
                </a:cubicBezTo>
                <a:cubicBezTo>
                  <a:pt x="7229856" y="15683"/>
                  <a:pt x="8221980" y="459167"/>
                  <a:pt x="9189720" y="475931"/>
                </a:cubicBezTo>
                <a:cubicBezTo>
                  <a:pt x="10157460" y="492695"/>
                  <a:pt x="11200638" y="296861"/>
                  <a:pt x="12243816" y="101027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746504" y="2184742"/>
            <a:ext cx="0" cy="1244258"/>
          </a:xfrm>
          <a:prstGeom prst="line">
            <a:avLst/>
          </a:prstGeom>
          <a:ln w="38100" cap="rnd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1678597" y="2048929"/>
            <a:ext cx="135813" cy="135813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accent1"/>
            </a:solidFill>
          </a:ln>
          <a:effectLst>
            <a:outerShdw blurRad="127000" sx="102000" sy="102000" algn="ctr" rotWithShape="0">
              <a:schemeClr val="accent1">
                <a:lumMod val="90000"/>
                <a:lumOff val="1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7" name="直接连接符 6"/>
          <p:cNvCxnSpPr>
            <a:stCxn id="8" idx="0"/>
          </p:cNvCxnSpPr>
          <p:nvPr/>
        </p:nvCxnSpPr>
        <p:spPr>
          <a:xfrm flipV="1">
            <a:off x="3939731" y="4138616"/>
            <a:ext cx="25" cy="1032792"/>
          </a:xfrm>
          <a:prstGeom prst="line">
            <a:avLst/>
          </a:prstGeom>
          <a:ln w="38100" cap="rnd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3871824" y="5171408"/>
            <a:ext cx="135813" cy="135813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accent1"/>
            </a:solidFill>
          </a:ln>
          <a:effectLst>
            <a:outerShdw blurRad="127000" sx="102000" sy="102000" algn="ctr" rotWithShape="0">
              <a:schemeClr val="accent1">
                <a:lumMod val="90000"/>
                <a:lumOff val="1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331928" y="2184742"/>
            <a:ext cx="0" cy="1582586"/>
          </a:xfrm>
          <a:prstGeom prst="line">
            <a:avLst/>
          </a:prstGeom>
          <a:ln w="38100" cap="rnd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6264021" y="2048929"/>
            <a:ext cx="135813" cy="135813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accent1"/>
            </a:solidFill>
          </a:ln>
          <a:effectLst>
            <a:outerShdw blurRad="127000" sx="102000" sy="102000" algn="ctr" rotWithShape="0">
              <a:schemeClr val="accent1">
                <a:lumMod val="90000"/>
                <a:lumOff val="1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1" name="直接连接符 10"/>
          <p:cNvCxnSpPr>
            <a:stCxn id="12" idx="0"/>
          </p:cNvCxnSpPr>
          <p:nvPr/>
        </p:nvCxnSpPr>
        <p:spPr>
          <a:xfrm flipV="1">
            <a:off x="8525155" y="3547429"/>
            <a:ext cx="0" cy="1623979"/>
          </a:xfrm>
          <a:prstGeom prst="line">
            <a:avLst/>
          </a:prstGeom>
          <a:ln w="38100" cap="rnd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8457248" y="5171408"/>
            <a:ext cx="135813" cy="135813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accent1"/>
            </a:solidFill>
          </a:ln>
          <a:effectLst>
            <a:outerShdw blurRad="127000" sx="102000" sy="102000" algn="ctr" rotWithShape="0">
              <a:schemeClr val="accent1">
                <a:lumMod val="90000"/>
                <a:lumOff val="1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045416" y="2131489"/>
            <a:ext cx="2446786" cy="8528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14" name="TextBox 20"/>
          <p:cNvSpPr txBox="1"/>
          <p:nvPr/>
        </p:nvSpPr>
        <p:spPr>
          <a:xfrm>
            <a:off x="2087150" y="1799011"/>
            <a:ext cx="1771650" cy="315595"/>
          </a:xfrm>
          <a:prstGeom prst="rect">
            <a:avLst/>
          </a:prstGeom>
          <a:noFill/>
        </p:spPr>
        <p:txBody>
          <a:bodyPr wrap="none" lIns="70907" tIns="35455" rIns="70907" bIns="3545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b="1" kern="100" dirty="0">
                <a:solidFill>
                  <a:schemeClr val="accent1"/>
                </a:solidFill>
                <a:latin typeface="Arial" panose="020B0604020202020204" pitchFamily="34" charset="0"/>
                <a:ea typeface="汉仪雅酷黑-45J" panose="00020600040101010101" charset="-122"/>
                <a:cs typeface="Arial" panose="020B0604020202020204" pitchFamily="34" charset="0"/>
                <a:sym typeface="Arial" panose="020B0604020202020204" pitchFamily="34" charset="0"/>
              </a:rPr>
              <a:t>请在这里输入标题</a:t>
            </a:r>
            <a:endParaRPr lang="zh-CN" altLang="en-US" sz="1600" b="1" kern="100" dirty="0">
              <a:solidFill>
                <a:schemeClr val="accent1"/>
              </a:solidFill>
              <a:latin typeface="Arial" panose="020B0604020202020204" pitchFamily="34" charset="0"/>
              <a:ea typeface="汉仪雅酷黑-45J" panose="00020600040101010101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15178" y="2131489"/>
            <a:ext cx="2446786" cy="8528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16" name="TextBox 20"/>
          <p:cNvSpPr txBox="1"/>
          <p:nvPr/>
        </p:nvSpPr>
        <p:spPr>
          <a:xfrm>
            <a:off x="6856912" y="1799011"/>
            <a:ext cx="1771650" cy="315595"/>
          </a:xfrm>
          <a:prstGeom prst="rect">
            <a:avLst/>
          </a:prstGeom>
          <a:noFill/>
        </p:spPr>
        <p:txBody>
          <a:bodyPr wrap="none" lIns="70907" tIns="35455" rIns="70907" bIns="3545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b="1" kern="100" dirty="0">
                <a:solidFill>
                  <a:schemeClr val="accent1"/>
                </a:solidFill>
                <a:latin typeface="Arial" panose="020B0604020202020204" pitchFamily="34" charset="0"/>
                <a:ea typeface="汉仪雅酷黑-45J" panose="00020600040101010101" charset="-122"/>
                <a:cs typeface="Arial" panose="020B0604020202020204" pitchFamily="34" charset="0"/>
                <a:sym typeface="Arial" panose="020B0604020202020204" pitchFamily="34" charset="0"/>
              </a:rPr>
              <a:t>请在这里输入标题</a:t>
            </a:r>
            <a:endParaRPr lang="zh-CN" altLang="en-US" sz="1600" b="1" kern="100" dirty="0">
              <a:solidFill>
                <a:schemeClr val="accent1"/>
              </a:solidFill>
              <a:latin typeface="Arial" panose="020B0604020202020204" pitchFamily="34" charset="0"/>
              <a:ea typeface="汉仪雅酷黑-45J" panose="00020600040101010101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410126" y="4997389"/>
            <a:ext cx="2446786" cy="8528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19" name="TextBox 20"/>
          <p:cNvSpPr txBox="1"/>
          <p:nvPr/>
        </p:nvSpPr>
        <p:spPr>
          <a:xfrm>
            <a:off x="4451860" y="4664911"/>
            <a:ext cx="1771650" cy="315595"/>
          </a:xfrm>
          <a:prstGeom prst="rect">
            <a:avLst/>
          </a:prstGeom>
          <a:noFill/>
        </p:spPr>
        <p:txBody>
          <a:bodyPr wrap="none" lIns="70907" tIns="35455" rIns="70907" bIns="3545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b="1" kern="100" dirty="0">
                <a:solidFill>
                  <a:schemeClr val="accent1"/>
                </a:solidFill>
                <a:latin typeface="Arial" panose="020B0604020202020204" pitchFamily="34" charset="0"/>
                <a:ea typeface="汉仪雅酷黑-45J" panose="00020600040101010101" charset="-122"/>
                <a:cs typeface="Arial" panose="020B0604020202020204" pitchFamily="34" charset="0"/>
                <a:sym typeface="Arial" panose="020B0604020202020204" pitchFamily="34" charset="0"/>
              </a:rPr>
              <a:t>请在这里输入标题</a:t>
            </a:r>
            <a:endParaRPr lang="zh-CN" altLang="en-US" sz="1600" b="1" kern="100" dirty="0">
              <a:solidFill>
                <a:schemeClr val="accent1"/>
              </a:solidFill>
              <a:latin typeface="Arial" panose="020B0604020202020204" pitchFamily="34" charset="0"/>
              <a:ea typeface="汉仪雅酷黑-45J" panose="00020600040101010101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970004" y="4982735"/>
            <a:ext cx="2446786" cy="8528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11738" y="4650257"/>
            <a:ext cx="1771650" cy="315595"/>
          </a:xfrm>
          <a:prstGeom prst="rect">
            <a:avLst/>
          </a:prstGeom>
          <a:noFill/>
        </p:spPr>
        <p:txBody>
          <a:bodyPr wrap="none" lIns="70907" tIns="35455" rIns="70907" bIns="3545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b="1" kern="100" dirty="0">
                <a:solidFill>
                  <a:schemeClr val="accent1"/>
                </a:solidFill>
                <a:latin typeface="Arial" panose="020B0604020202020204" pitchFamily="34" charset="0"/>
                <a:ea typeface="汉仪雅酷黑-45J" panose="00020600040101010101" charset="-122"/>
                <a:cs typeface="Arial" panose="020B0604020202020204" pitchFamily="34" charset="0"/>
                <a:sym typeface="Arial" panose="020B0604020202020204" pitchFamily="34" charset="0"/>
              </a:rPr>
              <a:t>请在这里输入标题</a:t>
            </a:r>
            <a:endParaRPr lang="zh-CN" altLang="en-US" sz="1600" b="1" kern="100" dirty="0">
              <a:solidFill>
                <a:schemeClr val="accent1"/>
              </a:solidFill>
              <a:latin typeface="Arial" panose="020B0604020202020204" pitchFamily="34" charset="0"/>
              <a:ea typeface="汉仪雅酷黑-45J" panose="00020600040101010101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533650" y="2423013"/>
            <a:ext cx="2497016" cy="2497016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2468441" y="2357804"/>
            <a:ext cx="2627434" cy="2627434"/>
          </a:xfrm>
          <a:custGeom>
            <a:avLst/>
            <a:gdLst>
              <a:gd name="connsiteX0" fmla="*/ 2358874 w 2489468"/>
              <a:gd name="connsiteY0" fmla="*/ 1319469 h 2489468"/>
              <a:gd name="connsiteX1" fmla="*/ 2489468 w 2489468"/>
              <a:gd name="connsiteY1" fmla="*/ 1319469 h 2489468"/>
              <a:gd name="connsiteX2" fmla="*/ 2486796 w 2489468"/>
              <a:gd name="connsiteY2" fmla="*/ 1372387 h 2489468"/>
              <a:gd name="connsiteX3" fmla="*/ 1372387 w 2489468"/>
              <a:gd name="connsiteY3" fmla="*/ 2486796 h 2489468"/>
              <a:gd name="connsiteX4" fmla="*/ 1319469 w 2489468"/>
              <a:gd name="connsiteY4" fmla="*/ 2489468 h 2489468"/>
              <a:gd name="connsiteX5" fmla="*/ 1319469 w 2489468"/>
              <a:gd name="connsiteY5" fmla="*/ 2358874 h 2489468"/>
              <a:gd name="connsiteX6" fmla="*/ 1359034 w 2489468"/>
              <a:gd name="connsiteY6" fmla="*/ 2356877 h 2489468"/>
              <a:gd name="connsiteX7" fmla="*/ 2356876 w 2489468"/>
              <a:gd name="connsiteY7" fmla="*/ 1359034 h 2489468"/>
              <a:gd name="connsiteX8" fmla="*/ 0 w 2489468"/>
              <a:gd name="connsiteY8" fmla="*/ 1319469 h 2489468"/>
              <a:gd name="connsiteX9" fmla="*/ 130594 w 2489468"/>
              <a:gd name="connsiteY9" fmla="*/ 1319469 h 2489468"/>
              <a:gd name="connsiteX10" fmla="*/ 132592 w 2489468"/>
              <a:gd name="connsiteY10" fmla="*/ 1359034 h 2489468"/>
              <a:gd name="connsiteX11" fmla="*/ 1130434 w 2489468"/>
              <a:gd name="connsiteY11" fmla="*/ 2356877 h 2489468"/>
              <a:gd name="connsiteX12" fmla="*/ 1169999 w 2489468"/>
              <a:gd name="connsiteY12" fmla="*/ 2358874 h 2489468"/>
              <a:gd name="connsiteX13" fmla="*/ 1169999 w 2489468"/>
              <a:gd name="connsiteY13" fmla="*/ 2489468 h 2489468"/>
              <a:gd name="connsiteX14" fmla="*/ 1117081 w 2489468"/>
              <a:gd name="connsiteY14" fmla="*/ 2486796 h 2489468"/>
              <a:gd name="connsiteX15" fmla="*/ 2672 w 2489468"/>
              <a:gd name="connsiteY15" fmla="*/ 1372387 h 2489468"/>
              <a:gd name="connsiteX16" fmla="*/ 1319469 w 2489468"/>
              <a:gd name="connsiteY16" fmla="*/ 0 h 2489468"/>
              <a:gd name="connsiteX17" fmla="*/ 1372387 w 2489468"/>
              <a:gd name="connsiteY17" fmla="*/ 2672 h 2489468"/>
              <a:gd name="connsiteX18" fmla="*/ 2486796 w 2489468"/>
              <a:gd name="connsiteY18" fmla="*/ 1117081 h 2489468"/>
              <a:gd name="connsiteX19" fmla="*/ 2489468 w 2489468"/>
              <a:gd name="connsiteY19" fmla="*/ 1169999 h 2489468"/>
              <a:gd name="connsiteX20" fmla="*/ 2358874 w 2489468"/>
              <a:gd name="connsiteY20" fmla="*/ 1169999 h 2489468"/>
              <a:gd name="connsiteX21" fmla="*/ 2356876 w 2489468"/>
              <a:gd name="connsiteY21" fmla="*/ 1130434 h 2489468"/>
              <a:gd name="connsiteX22" fmla="*/ 1359034 w 2489468"/>
              <a:gd name="connsiteY22" fmla="*/ 132592 h 2489468"/>
              <a:gd name="connsiteX23" fmla="*/ 1319469 w 2489468"/>
              <a:gd name="connsiteY23" fmla="*/ 130594 h 2489468"/>
              <a:gd name="connsiteX24" fmla="*/ 1169999 w 2489468"/>
              <a:gd name="connsiteY24" fmla="*/ 0 h 2489468"/>
              <a:gd name="connsiteX25" fmla="*/ 1169999 w 2489468"/>
              <a:gd name="connsiteY25" fmla="*/ 130594 h 2489468"/>
              <a:gd name="connsiteX26" fmla="*/ 1130434 w 2489468"/>
              <a:gd name="connsiteY26" fmla="*/ 132592 h 2489468"/>
              <a:gd name="connsiteX27" fmla="*/ 132592 w 2489468"/>
              <a:gd name="connsiteY27" fmla="*/ 1130434 h 2489468"/>
              <a:gd name="connsiteX28" fmla="*/ 130594 w 2489468"/>
              <a:gd name="connsiteY28" fmla="*/ 1169999 h 2489468"/>
              <a:gd name="connsiteX29" fmla="*/ 0 w 2489468"/>
              <a:gd name="connsiteY29" fmla="*/ 1169999 h 2489468"/>
              <a:gd name="connsiteX30" fmla="*/ 2672 w 2489468"/>
              <a:gd name="connsiteY30" fmla="*/ 1117081 h 2489468"/>
              <a:gd name="connsiteX31" fmla="*/ 1117081 w 2489468"/>
              <a:gd name="connsiteY31" fmla="*/ 2672 h 2489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489468" h="2489468">
                <a:moveTo>
                  <a:pt x="2358874" y="1319469"/>
                </a:moveTo>
                <a:lnTo>
                  <a:pt x="2489468" y="1319469"/>
                </a:lnTo>
                <a:lnTo>
                  <a:pt x="2486796" y="1372387"/>
                </a:lnTo>
                <a:cubicBezTo>
                  <a:pt x="2427123" y="1959983"/>
                  <a:pt x="1959983" y="2427123"/>
                  <a:pt x="1372387" y="2486796"/>
                </a:cubicBezTo>
                <a:lnTo>
                  <a:pt x="1319469" y="2489468"/>
                </a:lnTo>
                <a:lnTo>
                  <a:pt x="1319469" y="2358874"/>
                </a:lnTo>
                <a:lnTo>
                  <a:pt x="1359034" y="2356877"/>
                </a:lnTo>
                <a:cubicBezTo>
                  <a:pt x="1885168" y="2303445"/>
                  <a:pt x="2303445" y="1885168"/>
                  <a:pt x="2356876" y="1359034"/>
                </a:cubicBezTo>
                <a:close/>
                <a:moveTo>
                  <a:pt x="0" y="1319469"/>
                </a:moveTo>
                <a:lnTo>
                  <a:pt x="130594" y="1319469"/>
                </a:lnTo>
                <a:lnTo>
                  <a:pt x="132592" y="1359034"/>
                </a:lnTo>
                <a:cubicBezTo>
                  <a:pt x="186024" y="1885168"/>
                  <a:pt x="604300" y="2303445"/>
                  <a:pt x="1130434" y="2356877"/>
                </a:cubicBezTo>
                <a:lnTo>
                  <a:pt x="1169999" y="2358874"/>
                </a:lnTo>
                <a:lnTo>
                  <a:pt x="1169999" y="2489468"/>
                </a:lnTo>
                <a:lnTo>
                  <a:pt x="1117081" y="2486796"/>
                </a:lnTo>
                <a:cubicBezTo>
                  <a:pt x="529485" y="2427123"/>
                  <a:pt x="62346" y="1959983"/>
                  <a:pt x="2672" y="1372387"/>
                </a:cubicBezTo>
                <a:close/>
                <a:moveTo>
                  <a:pt x="1319469" y="0"/>
                </a:moveTo>
                <a:lnTo>
                  <a:pt x="1372387" y="2672"/>
                </a:lnTo>
                <a:cubicBezTo>
                  <a:pt x="1959983" y="62346"/>
                  <a:pt x="2427123" y="529485"/>
                  <a:pt x="2486796" y="1117081"/>
                </a:cubicBezTo>
                <a:lnTo>
                  <a:pt x="2489468" y="1169999"/>
                </a:lnTo>
                <a:lnTo>
                  <a:pt x="2358874" y="1169999"/>
                </a:lnTo>
                <a:lnTo>
                  <a:pt x="2356876" y="1130434"/>
                </a:lnTo>
                <a:cubicBezTo>
                  <a:pt x="2303445" y="604300"/>
                  <a:pt x="1885168" y="186024"/>
                  <a:pt x="1359034" y="132592"/>
                </a:cubicBezTo>
                <a:lnTo>
                  <a:pt x="1319469" y="130594"/>
                </a:lnTo>
                <a:close/>
                <a:moveTo>
                  <a:pt x="1169999" y="0"/>
                </a:moveTo>
                <a:lnTo>
                  <a:pt x="1169999" y="130594"/>
                </a:lnTo>
                <a:lnTo>
                  <a:pt x="1130434" y="132592"/>
                </a:lnTo>
                <a:cubicBezTo>
                  <a:pt x="604300" y="186024"/>
                  <a:pt x="186024" y="604300"/>
                  <a:pt x="132592" y="1130434"/>
                </a:cubicBezTo>
                <a:lnTo>
                  <a:pt x="130594" y="1169999"/>
                </a:lnTo>
                <a:lnTo>
                  <a:pt x="0" y="1169999"/>
                </a:lnTo>
                <a:lnTo>
                  <a:pt x="2672" y="1117081"/>
                </a:lnTo>
                <a:cubicBezTo>
                  <a:pt x="62346" y="529485"/>
                  <a:pt x="529485" y="62346"/>
                  <a:pt x="1117081" y="2672"/>
                </a:cubicBezTo>
                <a:close/>
              </a:path>
            </a:pathLst>
          </a:custGeom>
          <a:solidFill>
            <a:schemeClr val="accent1"/>
          </a:solidFill>
          <a:ln w="136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弧形 3"/>
          <p:cNvSpPr/>
          <p:nvPr/>
        </p:nvSpPr>
        <p:spPr>
          <a:xfrm>
            <a:off x="2264606" y="2153969"/>
            <a:ext cx="3035104" cy="3035104"/>
          </a:xfrm>
          <a:prstGeom prst="arc">
            <a:avLst>
              <a:gd name="adj1" fmla="val 16200000"/>
              <a:gd name="adj2" fmla="val 5426444"/>
            </a:avLst>
          </a:prstGeom>
          <a:noFill/>
          <a:ln w="28575">
            <a:solidFill>
              <a:schemeClr val="accent1"/>
            </a:solidFill>
            <a:headEnd type="oval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弧形 4"/>
          <p:cNvSpPr/>
          <p:nvPr/>
        </p:nvSpPr>
        <p:spPr>
          <a:xfrm flipH="1">
            <a:off x="2264606" y="2153969"/>
            <a:ext cx="3035104" cy="3035104"/>
          </a:xfrm>
          <a:prstGeom prst="arc">
            <a:avLst>
              <a:gd name="adj1" fmla="val 16392582"/>
              <a:gd name="adj2" fmla="val 5133520"/>
            </a:avLst>
          </a:prstGeom>
          <a:noFill/>
          <a:ln w="28575">
            <a:solidFill>
              <a:schemeClr val="accent1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739372" y="1383689"/>
            <a:ext cx="3141681" cy="861060"/>
            <a:chOff x="5509260" y="1507147"/>
            <a:chExt cx="3141681" cy="861060"/>
          </a:xfrm>
        </p:grpSpPr>
        <p:sp>
          <p:nvSpPr>
            <p:cNvPr id="7" name="矩形: 圆角 6"/>
            <p:cNvSpPr/>
            <p:nvPr/>
          </p:nvSpPr>
          <p:spPr>
            <a:xfrm>
              <a:off x="5734051" y="1528763"/>
              <a:ext cx="2916890" cy="81782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509260" y="1507147"/>
              <a:ext cx="861060" cy="8610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" name="弧形 8"/>
            <p:cNvSpPr/>
            <p:nvPr/>
          </p:nvSpPr>
          <p:spPr>
            <a:xfrm>
              <a:off x="5509260" y="1507147"/>
              <a:ext cx="861060" cy="861060"/>
            </a:xfrm>
            <a:prstGeom prst="arc">
              <a:avLst>
                <a:gd name="adj1" fmla="val 16200000"/>
                <a:gd name="adj2" fmla="val 5362982"/>
              </a:avLst>
            </a:prstGeom>
            <a:noFill/>
            <a:ln w="889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429770" y="1890039"/>
              <a:ext cx="2161721" cy="4000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b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汉仪雅酷黑-45J" panose="00020600040101010101" charset="-122"/>
                  <a:sym typeface="Arial" panose="020B0604020202020204" pitchFamily="34" charset="0"/>
                </a:rPr>
                <a:t>Lorem ipsum dolor sit amet consectetur adipisicing elit</a:t>
              </a:r>
              <a:endParaRPr lang="en-US" altLang="zh-CN" sz="1000" b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423315" y="1582262"/>
              <a:ext cx="12700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Arial" panose="020B0604020202020204" pitchFamily="34" charset="0"/>
                  <a:ea typeface="汉仪雅酷黑-45J" panose="00020600040101010101" charset="-122"/>
                  <a:sym typeface="Arial" panose="020B0604020202020204" pitchFamily="34" charset="0"/>
                </a:rPr>
                <a:t>关键词标题</a:t>
              </a:r>
              <a:endPara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426909" y="2650680"/>
            <a:ext cx="3141681" cy="861060"/>
            <a:chOff x="5509260" y="1507147"/>
            <a:chExt cx="3141681" cy="861060"/>
          </a:xfrm>
        </p:grpSpPr>
        <p:sp>
          <p:nvSpPr>
            <p:cNvPr id="13" name="矩形: 圆角 12"/>
            <p:cNvSpPr/>
            <p:nvPr/>
          </p:nvSpPr>
          <p:spPr>
            <a:xfrm>
              <a:off x="5734051" y="1528763"/>
              <a:ext cx="2916890" cy="81782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509260" y="1507147"/>
              <a:ext cx="861060" cy="8610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弧形 14"/>
            <p:cNvSpPr/>
            <p:nvPr/>
          </p:nvSpPr>
          <p:spPr>
            <a:xfrm>
              <a:off x="5509260" y="1507147"/>
              <a:ext cx="861060" cy="861060"/>
            </a:xfrm>
            <a:prstGeom prst="arc">
              <a:avLst>
                <a:gd name="adj1" fmla="val 16200000"/>
                <a:gd name="adj2" fmla="val 5362982"/>
              </a:avLst>
            </a:prstGeom>
            <a:noFill/>
            <a:ln w="889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429770" y="1890039"/>
              <a:ext cx="2161721" cy="4000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b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汉仪雅酷黑-45J" panose="00020600040101010101" charset="-122"/>
                  <a:sym typeface="Arial" panose="020B0604020202020204" pitchFamily="34" charset="0"/>
                </a:rPr>
                <a:t>Lorem ipsum dolor sit amet consectetur adipisicing elit</a:t>
              </a:r>
              <a:endParaRPr lang="en-US" altLang="zh-CN" sz="1000" b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423315" y="1582262"/>
              <a:ext cx="12700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Arial" panose="020B0604020202020204" pitchFamily="34" charset="0"/>
                  <a:ea typeface="汉仪雅酷黑-45J" panose="00020600040101010101" charset="-122"/>
                  <a:sym typeface="Arial" panose="020B0604020202020204" pitchFamily="34" charset="0"/>
                </a:rPr>
                <a:t>关键词标题</a:t>
              </a:r>
              <a:endPara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426909" y="3927030"/>
            <a:ext cx="3141681" cy="861060"/>
            <a:chOff x="5509260" y="1507147"/>
            <a:chExt cx="3141681" cy="861060"/>
          </a:xfrm>
        </p:grpSpPr>
        <p:sp>
          <p:nvSpPr>
            <p:cNvPr id="20" name="矩形: 圆角 19"/>
            <p:cNvSpPr/>
            <p:nvPr/>
          </p:nvSpPr>
          <p:spPr>
            <a:xfrm>
              <a:off x="5734051" y="1528763"/>
              <a:ext cx="2916890" cy="81782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509260" y="1507147"/>
              <a:ext cx="861060" cy="8610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弧形 21"/>
            <p:cNvSpPr/>
            <p:nvPr/>
          </p:nvSpPr>
          <p:spPr>
            <a:xfrm>
              <a:off x="5509260" y="1507147"/>
              <a:ext cx="861060" cy="861060"/>
            </a:xfrm>
            <a:prstGeom prst="arc">
              <a:avLst>
                <a:gd name="adj1" fmla="val 16200000"/>
                <a:gd name="adj2" fmla="val 5362982"/>
              </a:avLst>
            </a:prstGeom>
            <a:noFill/>
            <a:ln w="889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429770" y="1890039"/>
              <a:ext cx="2161721" cy="4000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b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汉仪雅酷黑-45J" panose="00020600040101010101" charset="-122"/>
                  <a:sym typeface="Arial" panose="020B0604020202020204" pitchFamily="34" charset="0"/>
                </a:rPr>
                <a:t>Lorem ipsum dolor sit amet consectetur adipisicing elit</a:t>
              </a:r>
              <a:endParaRPr lang="en-US" altLang="zh-CN" sz="1000" b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423315" y="1582262"/>
              <a:ext cx="12700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Arial" panose="020B0604020202020204" pitchFamily="34" charset="0"/>
                  <a:ea typeface="汉仪雅酷黑-45J" panose="00020600040101010101" charset="-122"/>
                  <a:sym typeface="Arial" panose="020B0604020202020204" pitchFamily="34" charset="0"/>
                </a:rPr>
                <a:t>关键词标题</a:t>
              </a:r>
              <a:endPara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739372" y="5150789"/>
            <a:ext cx="3141681" cy="861060"/>
            <a:chOff x="5509260" y="1507147"/>
            <a:chExt cx="3141681" cy="861060"/>
          </a:xfrm>
        </p:grpSpPr>
        <p:sp>
          <p:nvSpPr>
            <p:cNvPr id="26" name="矩形: 圆角 25"/>
            <p:cNvSpPr/>
            <p:nvPr/>
          </p:nvSpPr>
          <p:spPr>
            <a:xfrm>
              <a:off x="5734051" y="1528763"/>
              <a:ext cx="2916890" cy="81782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5509260" y="1507147"/>
              <a:ext cx="861060" cy="8610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弧形 27"/>
            <p:cNvSpPr/>
            <p:nvPr/>
          </p:nvSpPr>
          <p:spPr>
            <a:xfrm>
              <a:off x="5509260" y="1507147"/>
              <a:ext cx="861060" cy="861060"/>
            </a:xfrm>
            <a:prstGeom prst="arc">
              <a:avLst>
                <a:gd name="adj1" fmla="val 16200000"/>
                <a:gd name="adj2" fmla="val 5362982"/>
              </a:avLst>
            </a:prstGeom>
            <a:noFill/>
            <a:ln w="889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429770" y="1890039"/>
              <a:ext cx="2161721" cy="4000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b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汉仪雅酷黑-45J" panose="00020600040101010101" charset="-122"/>
                  <a:sym typeface="Arial" panose="020B0604020202020204" pitchFamily="34" charset="0"/>
                </a:rPr>
                <a:t>Lorem ipsum dolor sit amet consectetur adipisicing elit</a:t>
              </a:r>
              <a:endParaRPr lang="en-US" altLang="zh-CN" sz="1000" b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423315" y="1582262"/>
              <a:ext cx="12700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Arial" panose="020B0604020202020204" pitchFamily="34" charset="0"/>
                  <a:ea typeface="汉仪雅酷黑-45J" panose="00020600040101010101" charset="-122"/>
                  <a:sym typeface="Arial" panose="020B0604020202020204" pitchFamily="34" charset="0"/>
                </a:rPr>
                <a:t>关键词标题</a:t>
              </a:r>
              <a:endPara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3140957" y="3936389"/>
            <a:ext cx="12700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zh-CN" altLang="en-US" sz="2000" dirty="0">
                <a:solidFill>
                  <a:schemeClr val="accent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关键词标题</a:t>
            </a:r>
            <a:endParaRPr lang="zh-CN" altLang="en-US" sz="2000" dirty="0">
              <a:solidFill>
                <a:schemeClr val="accent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2" name="iconfont-1179-866479"/>
          <p:cNvSpPr/>
          <p:nvPr/>
        </p:nvSpPr>
        <p:spPr>
          <a:xfrm>
            <a:off x="3524772" y="3194640"/>
            <a:ext cx="514772" cy="609685"/>
          </a:xfrm>
          <a:custGeom>
            <a:avLst/>
            <a:gdLst>
              <a:gd name="T0" fmla="*/ 6573 w 9390"/>
              <a:gd name="T1" fmla="*/ 3437 h 11120"/>
              <a:gd name="T2" fmla="*/ 7967 w 9390"/>
              <a:gd name="T3" fmla="*/ 1730 h 11120"/>
              <a:gd name="T4" fmla="*/ 5311 w 9390"/>
              <a:gd name="T5" fmla="*/ 1140 h 11120"/>
              <a:gd name="T6" fmla="*/ 3129 w 9390"/>
              <a:gd name="T7" fmla="*/ 876 h 11120"/>
              <a:gd name="T8" fmla="*/ 2455 w 9390"/>
              <a:gd name="T9" fmla="*/ 3147 h 11120"/>
              <a:gd name="T10" fmla="*/ 7438 w 9390"/>
              <a:gd name="T11" fmla="*/ 4336 h 11120"/>
              <a:gd name="T12" fmla="*/ 2969 w 9390"/>
              <a:gd name="T13" fmla="*/ 4006 h 11120"/>
              <a:gd name="T14" fmla="*/ 0 w 9390"/>
              <a:gd name="T15" fmla="*/ 8570 h 11120"/>
              <a:gd name="T16" fmla="*/ 6860 w 9390"/>
              <a:gd name="T17" fmla="*/ 11120 h 11120"/>
              <a:gd name="T18" fmla="*/ 7438 w 9390"/>
              <a:gd name="T19" fmla="*/ 4336 h 11120"/>
              <a:gd name="T20" fmla="*/ 5549 w 9390"/>
              <a:gd name="T21" fmla="*/ 7248 h 11120"/>
              <a:gd name="T22" fmla="*/ 5919 w 9390"/>
              <a:gd name="T23" fmla="*/ 7515 h 11120"/>
              <a:gd name="T24" fmla="*/ 6098 w 9390"/>
              <a:gd name="T25" fmla="*/ 7695 h 11120"/>
              <a:gd name="T26" fmla="*/ 5384 w 9390"/>
              <a:gd name="T27" fmla="*/ 7874 h 11120"/>
              <a:gd name="T28" fmla="*/ 5195 w 9390"/>
              <a:gd name="T29" fmla="*/ 8151 h 11120"/>
              <a:gd name="T30" fmla="*/ 5919 w 9390"/>
              <a:gd name="T31" fmla="*/ 8331 h 11120"/>
              <a:gd name="T32" fmla="*/ 5919 w 9390"/>
              <a:gd name="T33" fmla="*/ 8690 h 11120"/>
              <a:gd name="T34" fmla="*/ 5195 w 9390"/>
              <a:gd name="T35" fmla="*/ 8870 h 11120"/>
              <a:gd name="T36" fmla="*/ 5015 w 9390"/>
              <a:gd name="T37" fmla="*/ 9507 h 11120"/>
              <a:gd name="T38" fmla="*/ 4510 w 9390"/>
              <a:gd name="T39" fmla="*/ 9327 h 11120"/>
              <a:gd name="T40" fmla="*/ 4330 w 9390"/>
              <a:gd name="T41" fmla="*/ 8690 h 11120"/>
              <a:gd name="T42" fmla="*/ 3612 w 9390"/>
              <a:gd name="T43" fmla="*/ 8510 h 11120"/>
              <a:gd name="T44" fmla="*/ 4329 w 9390"/>
              <a:gd name="T45" fmla="*/ 8331 h 11120"/>
              <a:gd name="T46" fmla="*/ 4511 w 9390"/>
              <a:gd name="T47" fmla="*/ 8063 h 11120"/>
              <a:gd name="T48" fmla="*/ 3792 w 9390"/>
              <a:gd name="T49" fmla="*/ 7873 h 11120"/>
              <a:gd name="T50" fmla="*/ 3612 w 9390"/>
              <a:gd name="T51" fmla="*/ 7694 h 11120"/>
              <a:gd name="T52" fmla="*/ 3999 w 9390"/>
              <a:gd name="T53" fmla="*/ 7514 h 11120"/>
              <a:gd name="T54" fmla="*/ 3406 w 9390"/>
              <a:gd name="T55" fmla="*/ 5887 h 11120"/>
              <a:gd name="T56" fmla="*/ 3920 w 9390"/>
              <a:gd name="T57" fmla="*/ 5620 h 11120"/>
              <a:gd name="T58" fmla="*/ 4691 w 9390"/>
              <a:gd name="T59" fmla="*/ 6937 h 11120"/>
              <a:gd name="T60" fmla="*/ 5623 w 9390"/>
              <a:gd name="T61" fmla="*/ 5719 h 11120"/>
              <a:gd name="T62" fmla="*/ 6140 w 9390"/>
              <a:gd name="T63" fmla="*/ 5620 h 11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390" h="11120">
                <a:moveTo>
                  <a:pt x="3078" y="3437"/>
                </a:moveTo>
                <a:lnTo>
                  <a:pt x="6573" y="3437"/>
                </a:lnTo>
                <a:cubicBezTo>
                  <a:pt x="6809" y="3437"/>
                  <a:pt x="7036" y="3338"/>
                  <a:pt x="7187" y="3157"/>
                </a:cubicBezTo>
                <a:cubicBezTo>
                  <a:pt x="7548" y="2728"/>
                  <a:pt x="7890" y="2202"/>
                  <a:pt x="7967" y="1730"/>
                </a:cubicBezTo>
                <a:cubicBezTo>
                  <a:pt x="8121" y="786"/>
                  <a:pt x="7717" y="307"/>
                  <a:pt x="6544" y="307"/>
                </a:cubicBezTo>
                <a:cubicBezTo>
                  <a:pt x="5370" y="307"/>
                  <a:pt x="5767" y="1077"/>
                  <a:pt x="5311" y="1140"/>
                </a:cubicBezTo>
                <a:cubicBezTo>
                  <a:pt x="4971" y="1187"/>
                  <a:pt x="4983" y="739"/>
                  <a:pt x="4449" y="308"/>
                </a:cubicBezTo>
                <a:cubicBezTo>
                  <a:pt x="4066" y="0"/>
                  <a:pt x="3636" y="871"/>
                  <a:pt x="3129" y="876"/>
                </a:cubicBezTo>
                <a:cubicBezTo>
                  <a:pt x="2538" y="884"/>
                  <a:pt x="1707" y="720"/>
                  <a:pt x="1707" y="1730"/>
                </a:cubicBezTo>
                <a:cubicBezTo>
                  <a:pt x="1707" y="2138"/>
                  <a:pt x="2065" y="2690"/>
                  <a:pt x="2455" y="3147"/>
                </a:cubicBezTo>
                <a:cubicBezTo>
                  <a:pt x="2612" y="3330"/>
                  <a:pt x="2838" y="3437"/>
                  <a:pt x="3078" y="3437"/>
                </a:cubicBezTo>
                <a:close/>
                <a:moveTo>
                  <a:pt x="7438" y="4336"/>
                </a:moveTo>
                <a:cubicBezTo>
                  <a:pt x="7252" y="4125"/>
                  <a:pt x="6981" y="4006"/>
                  <a:pt x="6699" y="4006"/>
                </a:cubicBezTo>
                <a:lnTo>
                  <a:pt x="2969" y="4006"/>
                </a:lnTo>
                <a:cubicBezTo>
                  <a:pt x="2700" y="4006"/>
                  <a:pt x="2440" y="4115"/>
                  <a:pt x="2253" y="4310"/>
                </a:cubicBezTo>
                <a:cubicBezTo>
                  <a:pt x="1081" y="5538"/>
                  <a:pt x="0" y="7291"/>
                  <a:pt x="0" y="8570"/>
                </a:cubicBezTo>
                <a:cubicBezTo>
                  <a:pt x="0" y="9697"/>
                  <a:pt x="1133" y="11120"/>
                  <a:pt x="2530" y="11120"/>
                </a:cubicBezTo>
                <a:lnTo>
                  <a:pt x="6860" y="11120"/>
                </a:lnTo>
                <a:cubicBezTo>
                  <a:pt x="8257" y="11120"/>
                  <a:pt x="9390" y="9709"/>
                  <a:pt x="9390" y="8570"/>
                </a:cubicBezTo>
                <a:cubicBezTo>
                  <a:pt x="9390" y="7268"/>
                  <a:pt x="8520" y="5564"/>
                  <a:pt x="7438" y="4336"/>
                </a:cubicBezTo>
                <a:close/>
                <a:moveTo>
                  <a:pt x="6299" y="5888"/>
                </a:moveTo>
                <a:lnTo>
                  <a:pt x="5549" y="7248"/>
                </a:lnTo>
                <a:cubicBezTo>
                  <a:pt x="5483" y="7368"/>
                  <a:pt x="5570" y="7515"/>
                  <a:pt x="5706" y="7515"/>
                </a:cubicBezTo>
                <a:lnTo>
                  <a:pt x="5919" y="7515"/>
                </a:lnTo>
                <a:cubicBezTo>
                  <a:pt x="6017" y="7515"/>
                  <a:pt x="6098" y="7595"/>
                  <a:pt x="6098" y="7695"/>
                </a:cubicBezTo>
                <a:lnTo>
                  <a:pt x="6098" y="7695"/>
                </a:lnTo>
                <a:cubicBezTo>
                  <a:pt x="6098" y="7793"/>
                  <a:pt x="6018" y="7874"/>
                  <a:pt x="5919" y="7874"/>
                </a:cubicBezTo>
                <a:lnTo>
                  <a:pt x="5384" y="7874"/>
                </a:lnTo>
                <a:cubicBezTo>
                  <a:pt x="5279" y="7874"/>
                  <a:pt x="5196" y="7958"/>
                  <a:pt x="5195" y="8062"/>
                </a:cubicBezTo>
                <a:lnTo>
                  <a:pt x="5195" y="8151"/>
                </a:lnTo>
                <a:cubicBezTo>
                  <a:pt x="5195" y="8249"/>
                  <a:pt x="5275" y="8331"/>
                  <a:pt x="5375" y="8331"/>
                </a:cubicBezTo>
                <a:lnTo>
                  <a:pt x="5919" y="8331"/>
                </a:lnTo>
                <a:cubicBezTo>
                  <a:pt x="6017" y="8331"/>
                  <a:pt x="6098" y="8411"/>
                  <a:pt x="6098" y="8510"/>
                </a:cubicBezTo>
                <a:cubicBezTo>
                  <a:pt x="6098" y="8610"/>
                  <a:pt x="6018" y="8690"/>
                  <a:pt x="5919" y="8690"/>
                </a:cubicBezTo>
                <a:lnTo>
                  <a:pt x="5375" y="8690"/>
                </a:lnTo>
                <a:cubicBezTo>
                  <a:pt x="5276" y="8690"/>
                  <a:pt x="5195" y="8770"/>
                  <a:pt x="5195" y="8870"/>
                </a:cubicBezTo>
                <a:lnTo>
                  <a:pt x="5195" y="9327"/>
                </a:lnTo>
                <a:cubicBezTo>
                  <a:pt x="5195" y="9426"/>
                  <a:pt x="5115" y="9507"/>
                  <a:pt x="5015" y="9507"/>
                </a:cubicBezTo>
                <a:lnTo>
                  <a:pt x="4690" y="9507"/>
                </a:lnTo>
                <a:cubicBezTo>
                  <a:pt x="4591" y="9507"/>
                  <a:pt x="4510" y="9427"/>
                  <a:pt x="4510" y="9327"/>
                </a:cubicBezTo>
                <a:lnTo>
                  <a:pt x="4510" y="8870"/>
                </a:lnTo>
                <a:cubicBezTo>
                  <a:pt x="4510" y="8771"/>
                  <a:pt x="4430" y="8690"/>
                  <a:pt x="4330" y="8690"/>
                </a:cubicBezTo>
                <a:lnTo>
                  <a:pt x="3792" y="8690"/>
                </a:lnTo>
                <a:cubicBezTo>
                  <a:pt x="3693" y="8690"/>
                  <a:pt x="3612" y="8610"/>
                  <a:pt x="3612" y="8510"/>
                </a:cubicBezTo>
                <a:cubicBezTo>
                  <a:pt x="3612" y="8411"/>
                  <a:pt x="3692" y="8331"/>
                  <a:pt x="3792" y="8331"/>
                </a:cubicBezTo>
                <a:lnTo>
                  <a:pt x="4329" y="8331"/>
                </a:lnTo>
                <a:cubicBezTo>
                  <a:pt x="4429" y="8331"/>
                  <a:pt x="4509" y="8251"/>
                  <a:pt x="4510" y="8151"/>
                </a:cubicBezTo>
                <a:lnTo>
                  <a:pt x="4511" y="8063"/>
                </a:lnTo>
                <a:cubicBezTo>
                  <a:pt x="4512" y="7959"/>
                  <a:pt x="4427" y="7873"/>
                  <a:pt x="4322" y="7873"/>
                </a:cubicBezTo>
                <a:lnTo>
                  <a:pt x="3792" y="7873"/>
                </a:lnTo>
                <a:cubicBezTo>
                  <a:pt x="3693" y="7873"/>
                  <a:pt x="3612" y="7793"/>
                  <a:pt x="3612" y="7694"/>
                </a:cubicBezTo>
                <a:lnTo>
                  <a:pt x="3612" y="7694"/>
                </a:lnTo>
                <a:cubicBezTo>
                  <a:pt x="3612" y="7595"/>
                  <a:pt x="3692" y="7514"/>
                  <a:pt x="3792" y="7514"/>
                </a:cubicBezTo>
                <a:lnTo>
                  <a:pt x="3999" y="7514"/>
                </a:lnTo>
                <a:cubicBezTo>
                  <a:pt x="4136" y="7514"/>
                  <a:pt x="4221" y="7367"/>
                  <a:pt x="4156" y="7247"/>
                </a:cubicBezTo>
                <a:lnTo>
                  <a:pt x="3406" y="5887"/>
                </a:lnTo>
                <a:cubicBezTo>
                  <a:pt x="3340" y="5767"/>
                  <a:pt x="3426" y="5620"/>
                  <a:pt x="3562" y="5620"/>
                </a:cubicBezTo>
                <a:lnTo>
                  <a:pt x="3920" y="5620"/>
                </a:lnTo>
                <a:cubicBezTo>
                  <a:pt x="3988" y="5620"/>
                  <a:pt x="4050" y="5659"/>
                  <a:pt x="4080" y="5719"/>
                </a:cubicBezTo>
                <a:lnTo>
                  <a:pt x="4691" y="6937"/>
                </a:lnTo>
                <a:cubicBezTo>
                  <a:pt x="4756" y="7069"/>
                  <a:pt x="4945" y="7069"/>
                  <a:pt x="5012" y="6937"/>
                </a:cubicBezTo>
                <a:lnTo>
                  <a:pt x="5623" y="5719"/>
                </a:lnTo>
                <a:cubicBezTo>
                  <a:pt x="5653" y="5659"/>
                  <a:pt x="5715" y="5620"/>
                  <a:pt x="5783" y="5620"/>
                </a:cubicBezTo>
                <a:lnTo>
                  <a:pt x="6140" y="5620"/>
                </a:lnTo>
                <a:cubicBezTo>
                  <a:pt x="6278" y="5622"/>
                  <a:pt x="6365" y="5768"/>
                  <a:pt x="6299" y="58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033870" y="1479969"/>
            <a:ext cx="301365" cy="6155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4000" dirty="0">
                <a:ln>
                  <a:solidFill>
                    <a:schemeClr val="accent1"/>
                  </a:solidFill>
                </a:ln>
                <a:noFill/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rPr>
              <a:t>1</a:t>
            </a:r>
            <a:endParaRPr lang="zh-CN" altLang="en-US" sz="4000" dirty="0">
              <a:ln>
                <a:solidFill>
                  <a:schemeClr val="accent1"/>
                </a:solidFill>
              </a:ln>
              <a:noFill/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717589" y="2761712"/>
            <a:ext cx="301365" cy="6155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4000" dirty="0">
                <a:ln>
                  <a:solidFill>
                    <a:schemeClr val="accent1"/>
                  </a:solidFill>
                </a:ln>
                <a:noFill/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rPr>
              <a:t>2</a:t>
            </a:r>
            <a:endParaRPr lang="zh-CN" altLang="en-US" sz="4000" dirty="0">
              <a:ln>
                <a:solidFill>
                  <a:schemeClr val="accent1"/>
                </a:solidFill>
              </a:ln>
              <a:noFill/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700113" y="4058404"/>
            <a:ext cx="301365" cy="6155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4000" dirty="0">
                <a:ln>
                  <a:solidFill>
                    <a:schemeClr val="accent1"/>
                  </a:solidFill>
                </a:ln>
                <a:noFill/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rPr>
              <a:t>3</a:t>
            </a:r>
            <a:endParaRPr lang="zh-CN" altLang="en-US" sz="4000" dirty="0">
              <a:ln>
                <a:solidFill>
                  <a:schemeClr val="accent1"/>
                </a:solidFill>
              </a:ln>
              <a:noFill/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003413" y="5273542"/>
            <a:ext cx="301365" cy="6155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4000" dirty="0">
                <a:ln>
                  <a:solidFill>
                    <a:schemeClr val="accent1"/>
                  </a:solidFill>
                </a:ln>
                <a:noFill/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rPr>
              <a:t>4</a:t>
            </a:r>
            <a:endParaRPr lang="zh-CN" altLang="en-US" sz="4000" dirty="0">
              <a:ln>
                <a:solidFill>
                  <a:schemeClr val="accent1"/>
                </a:solidFill>
              </a:ln>
              <a:noFill/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659423" y="1712510"/>
            <a:ext cx="984716" cy="615705"/>
            <a:chOff x="4659423" y="1712510"/>
            <a:chExt cx="984716" cy="615705"/>
          </a:xfrm>
        </p:grpSpPr>
        <p:sp>
          <p:nvSpPr>
            <p:cNvPr id="38" name="任意多边形: 形状 37"/>
            <p:cNvSpPr/>
            <p:nvPr/>
          </p:nvSpPr>
          <p:spPr>
            <a:xfrm>
              <a:off x="4698201" y="1750647"/>
              <a:ext cx="872836" cy="533400"/>
            </a:xfrm>
            <a:custGeom>
              <a:avLst/>
              <a:gdLst>
                <a:gd name="connsiteX0" fmla="*/ 0 w 800100"/>
                <a:gd name="connsiteY0" fmla="*/ 488950 h 488950"/>
                <a:gd name="connsiteX1" fmla="*/ 488950 w 800100"/>
                <a:gd name="connsiteY1" fmla="*/ 0 h 488950"/>
                <a:gd name="connsiteX2" fmla="*/ 800100 w 800100"/>
                <a:gd name="connsiteY2" fmla="*/ 0 h 48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0100" h="488950">
                  <a:moveTo>
                    <a:pt x="0" y="488950"/>
                  </a:moveTo>
                  <a:lnTo>
                    <a:pt x="488950" y="0"/>
                  </a:lnTo>
                  <a:lnTo>
                    <a:pt x="8001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5575490" y="1712510"/>
              <a:ext cx="68649" cy="68649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4659423" y="2259566"/>
              <a:ext cx="68649" cy="6864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 flipV="1">
            <a:off x="4659423" y="5003751"/>
            <a:ext cx="984716" cy="615705"/>
            <a:chOff x="4659423" y="1712510"/>
            <a:chExt cx="984716" cy="615705"/>
          </a:xfrm>
        </p:grpSpPr>
        <p:sp>
          <p:nvSpPr>
            <p:cNvPr id="42" name="任意多边形: 形状 41"/>
            <p:cNvSpPr/>
            <p:nvPr/>
          </p:nvSpPr>
          <p:spPr>
            <a:xfrm>
              <a:off x="4698201" y="1750647"/>
              <a:ext cx="872836" cy="533400"/>
            </a:xfrm>
            <a:custGeom>
              <a:avLst/>
              <a:gdLst>
                <a:gd name="connsiteX0" fmla="*/ 0 w 800100"/>
                <a:gd name="connsiteY0" fmla="*/ 488950 h 488950"/>
                <a:gd name="connsiteX1" fmla="*/ 488950 w 800100"/>
                <a:gd name="connsiteY1" fmla="*/ 0 h 488950"/>
                <a:gd name="connsiteX2" fmla="*/ 800100 w 800100"/>
                <a:gd name="connsiteY2" fmla="*/ 0 h 48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0100" h="488950">
                  <a:moveTo>
                    <a:pt x="0" y="488950"/>
                  </a:moveTo>
                  <a:lnTo>
                    <a:pt x="488950" y="0"/>
                  </a:lnTo>
                  <a:lnTo>
                    <a:pt x="8001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575490" y="1712510"/>
              <a:ext cx="68649" cy="68649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4659423" y="2259566"/>
              <a:ext cx="68649" cy="6864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316523" y="3064660"/>
            <a:ext cx="1064452" cy="322783"/>
            <a:chOff x="5316523" y="3064660"/>
            <a:chExt cx="1064452" cy="322783"/>
          </a:xfrm>
        </p:grpSpPr>
        <p:sp>
          <p:nvSpPr>
            <p:cNvPr id="46" name="任意多边形: 形状 45"/>
            <p:cNvSpPr/>
            <p:nvPr/>
          </p:nvSpPr>
          <p:spPr>
            <a:xfrm>
              <a:off x="5365749" y="3098006"/>
              <a:ext cx="974447" cy="245269"/>
            </a:xfrm>
            <a:custGeom>
              <a:avLst/>
              <a:gdLst>
                <a:gd name="connsiteX0" fmla="*/ 933450 w 933450"/>
                <a:gd name="connsiteY0" fmla="*/ 0 h 234950"/>
                <a:gd name="connsiteX1" fmla="*/ 234950 w 933450"/>
                <a:gd name="connsiteY1" fmla="*/ 0 h 234950"/>
                <a:gd name="connsiteX2" fmla="*/ 0 w 933450"/>
                <a:gd name="connsiteY2" fmla="*/ 234950 h 234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3450" h="234950">
                  <a:moveTo>
                    <a:pt x="933450" y="0"/>
                  </a:moveTo>
                  <a:lnTo>
                    <a:pt x="234950" y="0"/>
                  </a:lnTo>
                  <a:lnTo>
                    <a:pt x="0" y="2349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6312326" y="3064660"/>
              <a:ext cx="68649" cy="6864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8" name="椭圆 47"/>
            <p:cNvSpPr/>
            <p:nvPr/>
          </p:nvSpPr>
          <p:spPr>
            <a:xfrm>
              <a:off x="5316523" y="3318794"/>
              <a:ext cx="68649" cy="6864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 flipV="1">
            <a:off x="5316523" y="4100837"/>
            <a:ext cx="1064452" cy="322783"/>
            <a:chOff x="5316523" y="3064660"/>
            <a:chExt cx="1064452" cy="322783"/>
          </a:xfrm>
        </p:grpSpPr>
        <p:sp>
          <p:nvSpPr>
            <p:cNvPr id="50" name="任意多边形: 形状 49"/>
            <p:cNvSpPr/>
            <p:nvPr/>
          </p:nvSpPr>
          <p:spPr>
            <a:xfrm>
              <a:off x="5365749" y="3098006"/>
              <a:ext cx="974447" cy="245269"/>
            </a:xfrm>
            <a:custGeom>
              <a:avLst/>
              <a:gdLst>
                <a:gd name="connsiteX0" fmla="*/ 933450 w 933450"/>
                <a:gd name="connsiteY0" fmla="*/ 0 h 234950"/>
                <a:gd name="connsiteX1" fmla="*/ 234950 w 933450"/>
                <a:gd name="connsiteY1" fmla="*/ 0 h 234950"/>
                <a:gd name="connsiteX2" fmla="*/ 0 w 933450"/>
                <a:gd name="connsiteY2" fmla="*/ 234950 h 234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3450" h="234950">
                  <a:moveTo>
                    <a:pt x="933450" y="0"/>
                  </a:moveTo>
                  <a:lnTo>
                    <a:pt x="234950" y="0"/>
                  </a:lnTo>
                  <a:lnTo>
                    <a:pt x="0" y="2349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6312326" y="3064660"/>
              <a:ext cx="68649" cy="6864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5316523" y="3318794"/>
              <a:ext cx="68649" cy="6864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圆角矩形 1"/>
          <p:cNvSpPr/>
          <p:nvPr>
            <p:custDataLst>
              <p:tags r:id="rId1"/>
            </p:custDataLst>
          </p:nvPr>
        </p:nvSpPr>
        <p:spPr>
          <a:xfrm>
            <a:off x="768934" y="3187835"/>
            <a:ext cx="2595543" cy="2607129"/>
          </a:xfrm>
          <a:prstGeom prst="roundRect">
            <a:avLst/>
          </a:prstGeom>
          <a:gradFill>
            <a:gsLst>
              <a:gs pos="0">
                <a:schemeClr val="accent1">
                  <a:alpha val="27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dist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946565" y="4335191"/>
            <a:ext cx="2240280" cy="1198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4" name="圆角矩形 32"/>
          <p:cNvSpPr/>
          <p:nvPr>
            <p:custDataLst>
              <p:tags r:id="rId3"/>
            </p:custDataLst>
          </p:nvPr>
        </p:nvSpPr>
        <p:spPr>
          <a:xfrm>
            <a:off x="3500457" y="3187835"/>
            <a:ext cx="2595543" cy="2607129"/>
          </a:xfrm>
          <a:prstGeom prst="roundRect">
            <a:avLst/>
          </a:prstGeom>
          <a:gradFill>
            <a:gsLst>
              <a:gs pos="0">
                <a:schemeClr val="accent1">
                  <a:alpha val="27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dist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3678088" y="4335191"/>
            <a:ext cx="2240280" cy="1198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6" name="圆角矩形 36"/>
          <p:cNvSpPr/>
          <p:nvPr>
            <p:custDataLst>
              <p:tags r:id="rId5"/>
            </p:custDataLst>
          </p:nvPr>
        </p:nvSpPr>
        <p:spPr>
          <a:xfrm>
            <a:off x="6253196" y="3187835"/>
            <a:ext cx="2595543" cy="2607129"/>
          </a:xfrm>
          <a:prstGeom prst="roundRect">
            <a:avLst/>
          </a:prstGeom>
          <a:gradFill>
            <a:gsLst>
              <a:gs pos="0">
                <a:schemeClr val="accent1">
                  <a:alpha val="27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dist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6430827" y="4335191"/>
            <a:ext cx="2240280" cy="1198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8" name="圆角矩形 40"/>
          <p:cNvSpPr/>
          <p:nvPr>
            <p:custDataLst>
              <p:tags r:id="rId7"/>
            </p:custDataLst>
          </p:nvPr>
        </p:nvSpPr>
        <p:spPr>
          <a:xfrm>
            <a:off x="9005934" y="3187835"/>
            <a:ext cx="2595543" cy="2607129"/>
          </a:xfrm>
          <a:prstGeom prst="roundRect">
            <a:avLst/>
          </a:prstGeom>
          <a:gradFill>
            <a:gsLst>
              <a:gs pos="0">
                <a:schemeClr val="accent1">
                  <a:alpha val="27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dist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9183565" y="4335191"/>
            <a:ext cx="2240280" cy="1198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2494604" y="1652316"/>
            <a:ext cx="8930005" cy="922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11" name="圆角矩形 3"/>
          <p:cNvSpPr/>
          <p:nvPr>
            <p:custDataLst>
              <p:tags r:id="rId9"/>
            </p:custDataLst>
          </p:nvPr>
        </p:nvSpPr>
        <p:spPr>
          <a:xfrm>
            <a:off x="1043448" y="3662520"/>
            <a:ext cx="2046514" cy="473882"/>
          </a:xfrm>
          <a:prstGeom prst="roundRect">
            <a:avLst>
              <a:gd name="adj" fmla="val 50000"/>
            </a:avLst>
          </a:prstGeom>
          <a:solidFill>
            <a:srgbClr val="3A7B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kern="100" dirty="0">
                <a:solidFill>
                  <a:schemeClr val="bg1"/>
                </a:solidFill>
                <a:latin typeface="Arial" panose="020B0604020202020204" pitchFamily="34" charset="0"/>
                <a:ea typeface="汉仪雅酷黑 95W" panose="020B0A04020202020204" charset="-122"/>
                <a:cs typeface="Arial" panose="020B0604020202020204" pitchFamily="34" charset="0"/>
                <a:sym typeface="Arial" panose="020B0604020202020204" pitchFamily="34" charset="0"/>
              </a:rPr>
              <a:t>请在这里输入标题</a:t>
            </a:r>
            <a:endParaRPr lang="zh-CN" altLang="en-US" sz="1600" kern="100" dirty="0">
              <a:solidFill>
                <a:schemeClr val="bg1"/>
              </a:solidFill>
              <a:latin typeface="Arial" panose="020B0604020202020204" pitchFamily="34" charset="0"/>
              <a:ea typeface="汉仪雅酷黑 95W" panose="020B0A04020202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圆角矩形 26"/>
          <p:cNvSpPr/>
          <p:nvPr>
            <p:custDataLst>
              <p:tags r:id="rId10"/>
            </p:custDataLst>
          </p:nvPr>
        </p:nvSpPr>
        <p:spPr>
          <a:xfrm>
            <a:off x="3774971" y="3662520"/>
            <a:ext cx="2046514" cy="473882"/>
          </a:xfrm>
          <a:prstGeom prst="roundRect">
            <a:avLst>
              <a:gd name="adj" fmla="val 50000"/>
            </a:avLst>
          </a:prstGeom>
          <a:solidFill>
            <a:srgbClr val="3A7B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kern="100" dirty="0">
                <a:solidFill>
                  <a:schemeClr val="bg1"/>
                </a:solidFill>
                <a:latin typeface="Arial" panose="020B0604020202020204" pitchFamily="34" charset="0"/>
                <a:ea typeface="汉仪雅酷黑 95W" panose="020B0A04020202020204" charset="-122"/>
                <a:cs typeface="Arial" panose="020B0604020202020204" pitchFamily="34" charset="0"/>
                <a:sym typeface="Arial" panose="020B0604020202020204" pitchFamily="34" charset="0"/>
              </a:rPr>
              <a:t>请在这里输入标题</a:t>
            </a:r>
            <a:endParaRPr lang="zh-CN" altLang="en-US" sz="1600" kern="100" dirty="0">
              <a:solidFill>
                <a:schemeClr val="bg1"/>
              </a:solidFill>
              <a:latin typeface="Arial" panose="020B0604020202020204" pitchFamily="34" charset="0"/>
              <a:ea typeface="汉仪雅酷黑 95W" panose="020B0A04020202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圆角矩形 27"/>
          <p:cNvSpPr/>
          <p:nvPr>
            <p:custDataLst>
              <p:tags r:id="rId11"/>
            </p:custDataLst>
          </p:nvPr>
        </p:nvSpPr>
        <p:spPr>
          <a:xfrm>
            <a:off x="6527710" y="3662520"/>
            <a:ext cx="2046514" cy="473882"/>
          </a:xfrm>
          <a:prstGeom prst="roundRect">
            <a:avLst>
              <a:gd name="adj" fmla="val 50000"/>
            </a:avLst>
          </a:prstGeom>
          <a:solidFill>
            <a:srgbClr val="3A7B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kern="100" dirty="0">
                <a:solidFill>
                  <a:schemeClr val="bg1"/>
                </a:solidFill>
                <a:latin typeface="Arial" panose="020B0604020202020204" pitchFamily="34" charset="0"/>
                <a:ea typeface="汉仪雅酷黑 95W" panose="020B0A04020202020204" charset="-122"/>
                <a:cs typeface="Arial" panose="020B0604020202020204" pitchFamily="34" charset="0"/>
                <a:sym typeface="Arial" panose="020B0604020202020204" pitchFamily="34" charset="0"/>
              </a:rPr>
              <a:t>请在这里输入标题</a:t>
            </a:r>
            <a:endParaRPr lang="zh-CN" altLang="en-US" sz="1600" kern="100" dirty="0">
              <a:solidFill>
                <a:schemeClr val="bg1"/>
              </a:solidFill>
              <a:latin typeface="Arial" panose="020B0604020202020204" pitchFamily="34" charset="0"/>
              <a:ea typeface="汉仪雅酷黑 95W" panose="020B0A04020202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圆角矩形 28"/>
          <p:cNvSpPr/>
          <p:nvPr>
            <p:custDataLst>
              <p:tags r:id="rId12"/>
            </p:custDataLst>
          </p:nvPr>
        </p:nvSpPr>
        <p:spPr>
          <a:xfrm>
            <a:off x="9280448" y="3662520"/>
            <a:ext cx="2046514" cy="473882"/>
          </a:xfrm>
          <a:prstGeom prst="roundRect">
            <a:avLst>
              <a:gd name="adj" fmla="val 50000"/>
            </a:avLst>
          </a:prstGeom>
          <a:solidFill>
            <a:srgbClr val="3A7B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kern="100" dirty="0">
                <a:solidFill>
                  <a:schemeClr val="bg1"/>
                </a:solidFill>
                <a:latin typeface="Arial" panose="020B0604020202020204" pitchFamily="34" charset="0"/>
                <a:ea typeface="汉仪雅酷黑 95W" panose="020B0A04020202020204" charset="-122"/>
                <a:cs typeface="Arial" panose="020B0604020202020204" pitchFamily="34" charset="0"/>
                <a:sym typeface="Arial" panose="020B0604020202020204" pitchFamily="34" charset="0"/>
              </a:rPr>
              <a:t>请在这里输入标题</a:t>
            </a:r>
            <a:endParaRPr lang="zh-CN" altLang="en-US" sz="1600" kern="100" dirty="0">
              <a:solidFill>
                <a:schemeClr val="bg1"/>
              </a:solidFill>
              <a:latin typeface="Arial" panose="020B0604020202020204" pitchFamily="34" charset="0"/>
              <a:ea typeface="汉仪雅酷黑 95W" panose="020B0A04020202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PA-文本框 48"/>
          <p:cNvSpPr txBox="1"/>
          <p:nvPr/>
        </p:nvSpPr>
        <p:spPr>
          <a:xfrm>
            <a:off x="1043448" y="1731461"/>
            <a:ext cx="1149041" cy="660765"/>
          </a:xfrm>
          <a:custGeom>
            <a:avLst/>
            <a:gdLst/>
            <a:ahLst/>
            <a:cxnLst/>
            <a:rect l="l" t="t" r="r" b="b"/>
            <a:pathLst>
              <a:path w="1149041" h="660765">
                <a:moveTo>
                  <a:pt x="975761" y="0"/>
                </a:moveTo>
                <a:lnTo>
                  <a:pt x="1081370" y="101680"/>
                </a:lnTo>
                <a:cubicBezTo>
                  <a:pt x="999435" y="141890"/>
                  <a:pt x="950303" y="169223"/>
                  <a:pt x="933973" y="183679"/>
                </a:cubicBezTo>
                <a:cubicBezTo>
                  <a:pt x="988407" y="183679"/>
                  <a:pt x="1037642" y="206608"/>
                  <a:pt x="1081678" y="252467"/>
                </a:cubicBezTo>
                <a:cubicBezTo>
                  <a:pt x="1126586" y="295604"/>
                  <a:pt x="1149041" y="352593"/>
                  <a:pt x="1149041" y="423435"/>
                </a:cubicBezTo>
                <a:cubicBezTo>
                  <a:pt x="1149041" y="485625"/>
                  <a:pt x="1123351" y="543795"/>
                  <a:pt x="1071972" y="597947"/>
                </a:cubicBezTo>
                <a:cubicBezTo>
                  <a:pt x="1033021" y="639826"/>
                  <a:pt x="973951" y="660765"/>
                  <a:pt x="894764" y="660765"/>
                </a:cubicBezTo>
                <a:cubicBezTo>
                  <a:pt x="802867" y="660765"/>
                  <a:pt x="731139" y="629992"/>
                  <a:pt x="679580" y="568445"/>
                </a:cubicBezTo>
                <a:cubicBezTo>
                  <a:pt x="622912" y="497166"/>
                  <a:pt x="594578" y="422922"/>
                  <a:pt x="594578" y="345712"/>
                </a:cubicBezTo>
                <a:cubicBezTo>
                  <a:pt x="596349" y="249655"/>
                  <a:pt x="637689" y="167605"/>
                  <a:pt x="718596" y="99562"/>
                </a:cubicBezTo>
                <a:cubicBezTo>
                  <a:pt x="784020" y="45333"/>
                  <a:pt x="869742" y="12145"/>
                  <a:pt x="975761" y="0"/>
                </a:cubicBezTo>
                <a:close/>
                <a:moveTo>
                  <a:pt x="381165" y="0"/>
                </a:moveTo>
                <a:lnTo>
                  <a:pt x="489277" y="101411"/>
                </a:lnTo>
                <a:cubicBezTo>
                  <a:pt x="406829" y="142031"/>
                  <a:pt x="356066" y="169454"/>
                  <a:pt x="336989" y="183679"/>
                </a:cubicBezTo>
                <a:cubicBezTo>
                  <a:pt x="393041" y="183679"/>
                  <a:pt x="443072" y="206608"/>
                  <a:pt x="487082" y="252467"/>
                </a:cubicBezTo>
                <a:cubicBezTo>
                  <a:pt x="532042" y="295604"/>
                  <a:pt x="554522" y="352593"/>
                  <a:pt x="554522" y="423435"/>
                </a:cubicBezTo>
                <a:cubicBezTo>
                  <a:pt x="554522" y="485470"/>
                  <a:pt x="531926" y="541908"/>
                  <a:pt x="486735" y="592748"/>
                </a:cubicBezTo>
                <a:cubicBezTo>
                  <a:pt x="441365" y="638093"/>
                  <a:pt x="379188" y="660765"/>
                  <a:pt x="300207" y="660765"/>
                </a:cubicBezTo>
                <a:cubicBezTo>
                  <a:pt x="208310" y="660765"/>
                  <a:pt x="139933" y="630955"/>
                  <a:pt x="95075" y="571333"/>
                </a:cubicBezTo>
                <a:cubicBezTo>
                  <a:pt x="30113" y="498052"/>
                  <a:pt x="-1559" y="422845"/>
                  <a:pt x="59" y="345712"/>
                </a:cubicBezTo>
                <a:cubicBezTo>
                  <a:pt x="1830" y="249655"/>
                  <a:pt x="40910" y="169505"/>
                  <a:pt x="117299" y="105262"/>
                </a:cubicBezTo>
                <a:cubicBezTo>
                  <a:pt x="185599" y="47233"/>
                  <a:pt x="273554" y="12145"/>
                  <a:pt x="381165" y="0"/>
                </a:cubicBezTo>
                <a:close/>
              </a:path>
            </a:pathLst>
          </a:custGeom>
          <a:solidFill>
            <a:srgbClr val="3A7B99"/>
          </a:solidFill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9900" b="1" kern="100" dirty="0">
              <a:solidFill>
                <a:srgbClr val="1054B0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3561617" y="3093384"/>
            <a:ext cx="1408968" cy="140896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907333" y="4293534"/>
            <a:ext cx="1143000" cy="1143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916858" y="2021460"/>
            <a:ext cx="1516671" cy="151667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99402" y="3769659"/>
            <a:ext cx="533400" cy="4305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关键词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标题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08493" y="2662497"/>
            <a:ext cx="533400" cy="4305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关键词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标题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7" name="iconfont-1187-868110"/>
          <p:cNvSpPr/>
          <p:nvPr/>
        </p:nvSpPr>
        <p:spPr>
          <a:xfrm>
            <a:off x="4142338" y="3449241"/>
            <a:ext cx="247526" cy="238706"/>
          </a:xfrm>
          <a:custGeom>
            <a:avLst/>
            <a:gdLst>
              <a:gd name="T0" fmla="*/ 11888 w 12803"/>
              <a:gd name="T1" fmla="*/ 0 h 12345"/>
              <a:gd name="T2" fmla="*/ 914 w 12803"/>
              <a:gd name="T3" fmla="*/ 0 h 12345"/>
              <a:gd name="T4" fmla="*/ 0 w 12803"/>
              <a:gd name="T5" fmla="*/ 914 h 12345"/>
              <a:gd name="T6" fmla="*/ 0 w 12803"/>
              <a:gd name="T7" fmla="*/ 8687 h 12345"/>
              <a:gd name="T8" fmla="*/ 914 w 12803"/>
              <a:gd name="T9" fmla="*/ 9602 h 12345"/>
              <a:gd name="T10" fmla="*/ 3201 w 12803"/>
              <a:gd name="T11" fmla="*/ 9602 h 12345"/>
              <a:gd name="T12" fmla="*/ 3201 w 12803"/>
              <a:gd name="T13" fmla="*/ 12345 h 12345"/>
              <a:gd name="T14" fmla="*/ 8230 w 12803"/>
              <a:gd name="T15" fmla="*/ 9602 h 12345"/>
              <a:gd name="T16" fmla="*/ 11888 w 12803"/>
              <a:gd name="T17" fmla="*/ 9602 h 12345"/>
              <a:gd name="T18" fmla="*/ 12803 w 12803"/>
              <a:gd name="T19" fmla="*/ 8687 h 12345"/>
              <a:gd name="T20" fmla="*/ 12803 w 12803"/>
              <a:gd name="T21" fmla="*/ 914 h 12345"/>
              <a:gd name="T22" fmla="*/ 11888 w 12803"/>
              <a:gd name="T23" fmla="*/ 0 h 12345"/>
              <a:gd name="T24" fmla="*/ 3201 w 12803"/>
              <a:gd name="T25" fmla="*/ 5487 h 12345"/>
              <a:gd name="T26" fmla="*/ 2286 w 12803"/>
              <a:gd name="T27" fmla="*/ 4572 h 12345"/>
              <a:gd name="T28" fmla="*/ 3201 w 12803"/>
              <a:gd name="T29" fmla="*/ 3658 h 12345"/>
              <a:gd name="T30" fmla="*/ 4115 w 12803"/>
              <a:gd name="T31" fmla="*/ 4572 h 12345"/>
              <a:gd name="T32" fmla="*/ 3201 w 12803"/>
              <a:gd name="T33" fmla="*/ 5487 h 12345"/>
              <a:gd name="T34" fmla="*/ 6401 w 12803"/>
              <a:gd name="T35" fmla="*/ 5487 h 12345"/>
              <a:gd name="T36" fmla="*/ 5487 w 12803"/>
              <a:gd name="T37" fmla="*/ 4572 h 12345"/>
              <a:gd name="T38" fmla="*/ 6401 w 12803"/>
              <a:gd name="T39" fmla="*/ 3658 h 12345"/>
              <a:gd name="T40" fmla="*/ 7316 w 12803"/>
              <a:gd name="T41" fmla="*/ 4572 h 12345"/>
              <a:gd name="T42" fmla="*/ 6401 w 12803"/>
              <a:gd name="T43" fmla="*/ 5487 h 12345"/>
              <a:gd name="T44" fmla="*/ 9602 w 12803"/>
              <a:gd name="T45" fmla="*/ 5487 h 12345"/>
              <a:gd name="T46" fmla="*/ 8687 w 12803"/>
              <a:gd name="T47" fmla="*/ 4572 h 12345"/>
              <a:gd name="T48" fmla="*/ 9602 w 12803"/>
              <a:gd name="T49" fmla="*/ 3658 h 12345"/>
              <a:gd name="T50" fmla="*/ 10516 w 12803"/>
              <a:gd name="T51" fmla="*/ 4572 h 12345"/>
              <a:gd name="T52" fmla="*/ 9602 w 12803"/>
              <a:gd name="T53" fmla="*/ 5487 h 12345"/>
              <a:gd name="T54" fmla="*/ 9602 w 12803"/>
              <a:gd name="T55" fmla="*/ 5487 h 12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803" h="12345">
                <a:moveTo>
                  <a:pt x="11888" y="0"/>
                </a:moveTo>
                <a:lnTo>
                  <a:pt x="914" y="0"/>
                </a:lnTo>
                <a:cubicBezTo>
                  <a:pt x="409" y="0"/>
                  <a:pt x="0" y="409"/>
                  <a:pt x="0" y="914"/>
                </a:cubicBezTo>
                <a:lnTo>
                  <a:pt x="0" y="8687"/>
                </a:lnTo>
                <a:cubicBezTo>
                  <a:pt x="0" y="9193"/>
                  <a:pt x="409" y="9602"/>
                  <a:pt x="914" y="9602"/>
                </a:cubicBezTo>
                <a:lnTo>
                  <a:pt x="3201" y="9602"/>
                </a:lnTo>
                <a:lnTo>
                  <a:pt x="3201" y="12345"/>
                </a:lnTo>
                <a:lnTo>
                  <a:pt x="8230" y="9602"/>
                </a:lnTo>
                <a:lnTo>
                  <a:pt x="11888" y="9602"/>
                </a:lnTo>
                <a:cubicBezTo>
                  <a:pt x="12393" y="9602"/>
                  <a:pt x="12803" y="9193"/>
                  <a:pt x="12803" y="8687"/>
                </a:cubicBezTo>
                <a:lnTo>
                  <a:pt x="12803" y="914"/>
                </a:lnTo>
                <a:cubicBezTo>
                  <a:pt x="12803" y="409"/>
                  <a:pt x="12393" y="0"/>
                  <a:pt x="11888" y="0"/>
                </a:cubicBezTo>
                <a:close/>
                <a:moveTo>
                  <a:pt x="3201" y="5487"/>
                </a:moveTo>
                <a:cubicBezTo>
                  <a:pt x="2695" y="5487"/>
                  <a:pt x="2286" y="5077"/>
                  <a:pt x="2286" y="4572"/>
                </a:cubicBezTo>
                <a:cubicBezTo>
                  <a:pt x="2286" y="4067"/>
                  <a:pt x="2695" y="3658"/>
                  <a:pt x="3201" y="3658"/>
                </a:cubicBezTo>
                <a:cubicBezTo>
                  <a:pt x="3706" y="3658"/>
                  <a:pt x="4115" y="4067"/>
                  <a:pt x="4115" y="4572"/>
                </a:cubicBezTo>
                <a:cubicBezTo>
                  <a:pt x="4115" y="5077"/>
                  <a:pt x="3706" y="5487"/>
                  <a:pt x="3201" y="5487"/>
                </a:cubicBezTo>
                <a:close/>
                <a:moveTo>
                  <a:pt x="6401" y="5487"/>
                </a:moveTo>
                <a:cubicBezTo>
                  <a:pt x="5896" y="5487"/>
                  <a:pt x="5487" y="5077"/>
                  <a:pt x="5487" y="4572"/>
                </a:cubicBezTo>
                <a:cubicBezTo>
                  <a:pt x="5487" y="4067"/>
                  <a:pt x="5896" y="3658"/>
                  <a:pt x="6401" y="3658"/>
                </a:cubicBezTo>
                <a:cubicBezTo>
                  <a:pt x="6907" y="3658"/>
                  <a:pt x="7316" y="4067"/>
                  <a:pt x="7316" y="4572"/>
                </a:cubicBezTo>
                <a:cubicBezTo>
                  <a:pt x="7316" y="5077"/>
                  <a:pt x="6907" y="5487"/>
                  <a:pt x="6401" y="5487"/>
                </a:cubicBezTo>
                <a:close/>
                <a:moveTo>
                  <a:pt x="9602" y="5487"/>
                </a:moveTo>
                <a:cubicBezTo>
                  <a:pt x="9097" y="5487"/>
                  <a:pt x="8687" y="5077"/>
                  <a:pt x="8687" y="4572"/>
                </a:cubicBezTo>
                <a:cubicBezTo>
                  <a:pt x="8687" y="4067"/>
                  <a:pt x="9097" y="3658"/>
                  <a:pt x="9602" y="3658"/>
                </a:cubicBezTo>
                <a:cubicBezTo>
                  <a:pt x="10107" y="3658"/>
                  <a:pt x="10516" y="4067"/>
                  <a:pt x="10516" y="4572"/>
                </a:cubicBezTo>
                <a:cubicBezTo>
                  <a:pt x="10516" y="5077"/>
                  <a:pt x="10107" y="5487"/>
                  <a:pt x="9602" y="5487"/>
                </a:cubicBezTo>
                <a:close/>
                <a:moveTo>
                  <a:pt x="9602" y="5487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iconfont-1186-646597"/>
          <p:cNvSpPr/>
          <p:nvPr/>
        </p:nvSpPr>
        <p:spPr>
          <a:xfrm>
            <a:off x="6380524" y="4599215"/>
            <a:ext cx="196615" cy="229734"/>
          </a:xfrm>
          <a:custGeom>
            <a:avLst/>
            <a:gdLst>
              <a:gd name="T0" fmla="*/ 8209 w 10908"/>
              <a:gd name="T1" fmla="*/ 2143 h 12744"/>
              <a:gd name="T2" fmla="*/ 8209 w 10908"/>
              <a:gd name="T3" fmla="*/ 1057 h 12744"/>
              <a:gd name="T4" fmla="*/ 7124 w 10908"/>
              <a:gd name="T5" fmla="*/ 0 h 12744"/>
              <a:gd name="T6" fmla="*/ 3840 w 10908"/>
              <a:gd name="T7" fmla="*/ 0 h 12744"/>
              <a:gd name="T8" fmla="*/ 2755 w 10908"/>
              <a:gd name="T9" fmla="*/ 1057 h 12744"/>
              <a:gd name="T10" fmla="*/ 2755 w 10908"/>
              <a:gd name="T11" fmla="*/ 2115 h 12744"/>
              <a:gd name="T12" fmla="*/ 0 w 10908"/>
              <a:gd name="T13" fmla="*/ 2115 h 12744"/>
              <a:gd name="T14" fmla="*/ 0 w 10908"/>
              <a:gd name="T15" fmla="*/ 3172 h 12744"/>
              <a:gd name="T16" fmla="*/ 1085 w 10908"/>
              <a:gd name="T17" fmla="*/ 3172 h 12744"/>
              <a:gd name="T18" fmla="*/ 1085 w 10908"/>
              <a:gd name="T19" fmla="*/ 11687 h 12744"/>
              <a:gd name="T20" fmla="*/ 2171 w 10908"/>
              <a:gd name="T21" fmla="*/ 12744 h 12744"/>
              <a:gd name="T22" fmla="*/ 8738 w 10908"/>
              <a:gd name="T23" fmla="*/ 12744 h 12744"/>
              <a:gd name="T24" fmla="*/ 9823 w 10908"/>
              <a:gd name="T25" fmla="*/ 11687 h 12744"/>
              <a:gd name="T26" fmla="*/ 9823 w 10908"/>
              <a:gd name="T27" fmla="*/ 3200 h 12744"/>
              <a:gd name="T28" fmla="*/ 10908 w 10908"/>
              <a:gd name="T29" fmla="*/ 3200 h 12744"/>
              <a:gd name="T30" fmla="*/ 10908 w 10908"/>
              <a:gd name="T31" fmla="*/ 2143 h 12744"/>
              <a:gd name="T32" fmla="*/ 8209 w 10908"/>
              <a:gd name="T33" fmla="*/ 2143 h 12744"/>
              <a:gd name="T34" fmla="*/ 4870 w 10908"/>
              <a:gd name="T35" fmla="*/ 10963 h 12744"/>
              <a:gd name="T36" fmla="*/ 3645 w 10908"/>
              <a:gd name="T37" fmla="*/ 10963 h 12744"/>
              <a:gd name="T38" fmla="*/ 3645 w 10908"/>
              <a:gd name="T39" fmla="*/ 4257 h 12744"/>
              <a:gd name="T40" fmla="*/ 4870 w 10908"/>
              <a:gd name="T41" fmla="*/ 4257 h 12744"/>
              <a:gd name="T42" fmla="*/ 4870 w 10908"/>
              <a:gd name="T43" fmla="*/ 10963 h 12744"/>
              <a:gd name="T44" fmla="*/ 7319 w 10908"/>
              <a:gd name="T45" fmla="*/ 10963 h 12744"/>
              <a:gd name="T46" fmla="*/ 6094 w 10908"/>
              <a:gd name="T47" fmla="*/ 10963 h 12744"/>
              <a:gd name="T48" fmla="*/ 6094 w 10908"/>
              <a:gd name="T49" fmla="*/ 4257 h 12744"/>
              <a:gd name="T50" fmla="*/ 7319 w 10908"/>
              <a:gd name="T51" fmla="*/ 4257 h 12744"/>
              <a:gd name="T52" fmla="*/ 7319 w 10908"/>
              <a:gd name="T53" fmla="*/ 10963 h 12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0908" h="12744">
                <a:moveTo>
                  <a:pt x="8209" y="2143"/>
                </a:moveTo>
                <a:lnTo>
                  <a:pt x="8209" y="1057"/>
                </a:lnTo>
                <a:cubicBezTo>
                  <a:pt x="8209" y="473"/>
                  <a:pt x="7708" y="0"/>
                  <a:pt x="7124" y="0"/>
                </a:cubicBezTo>
                <a:lnTo>
                  <a:pt x="3840" y="0"/>
                </a:lnTo>
                <a:cubicBezTo>
                  <a:pt x="3228" y="0"/>
                  <a:pt x="2755" y="473"/>
                  <a:pt x="2755" y="1057"/>
                </a:cubicBezTo>
                <a:lnTo>
                  <a:pt x="2755" y="2115"/>
                </a:lnTo>
                <a:lnTo>
                  <a:pt x="0" y="2115"/>
                </a:lnTo>
                <a:lnTo>
                  <a:pt x="0" y="3172"/>
                </a:lnTo>
                <a:lnTo>
                  <a:pt x="1085" y="3172"/>
                </a:lnTo>
                <a:lnTo>
                  <a:pt x="1085" y="11687"/>
                </a:lnTo>
                <a:cubicBezTo>
                  <a:pt x="1085" y="12271"/>
                  <a:pt x="1586" y="12744"/>
                  <a:pt x="2171" y="12744"/>
                </a:cubicBezTo>
                <a:lnTo>
                  <a:pt x="8738" y="12744"/>
                </a:lnTo>
                <a:cubicBezTo>
                  <a:pt x="9350" y="12744"/>
                  <a:pt x="9823" y="12271"/>
                  <a:pt x="9823" y="11687"/>
                </a:cubicBezTo>
                <a:lnTo>
                  <a:pt x="9823" y="3200"/>
                </a:lnTo>
                <a:lnTo>
                  <a:pt x="10908" y="3200"/>
                </a:lnTo>
                <a:lnTo>
                  <a:pt x="10908" y="2143"/>
                </a:lnTo>
                <a:lnTo>
                  <a:pt x="8209" y="2143"/>
                </a:lnTo>
                <a:close/>
                <a:moveTo>
                  <a:pt x="4870" y="10963"/>
                </a:moveTo>
                <a:lnTo>
                  <a:pt x="3645" y="10963"/>
                </a:lnTo>
                <a:lnTo>
                  <a:pt x="3645" y="4257"/>
                </a:lnTo>
                <a:lnTo>
                  <a:pt x="4870" y="4257"/>
                </a:lnTo>
                <a:lnTo>
                  <a:pt x="4870" y="10963"/>
                </a:lnTo>
                <a:close/>
                <a:moveTo>
                  <a:pt x="7319" y="10963"/>
                </a:moveTo>
                <a:lnTo>
                  <a:pt x="6094" y="10963"/>
                </a:lnTo>
                <a:lnTo>
                  <a:pt x="6094" y="4257"/>
                </a:lnTo>
                <a:lnTo>
                  <a:pt x="7319" y="4257"/>
                </a:lnTo>
                <a:lnTo>
                  <a:pt x="7319" y="1096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12133" y="4864667"/>
            <a:ext cx="533400" cy="4305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关键词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标题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0" name="iconfont-1187-868110"/>
          <p:cNvSpPr/>
          <p:nvPr/>
        </p:nvSpPr>
        <p:spPr>
          <a:xfrm>
            <a:off x="6520959" y="2394891"/>
            <a:ext cx="308466" cy="219260"/>
          </a:xfrm>
          <a:custGeom>
            <a:avLst/>
            <a:gdLst>
              <a:gd name="connsiteX0" fmla="*/ 139317 w 597041"/>
              <a:gd name="connsiteY0" fmla="*/ 213573 h 424388"/>
              <a:gd name="connsiteX1" fmla="*/ 394782 w 597041"/>
              <a:gd name="connsiteY1" fmla="*/ 299620 h 424388"/>
              <a:gd name="connsiteX2" fmla="*/ 488070 w 597041"/>
              <a:gd name="connsiteY2" fmla="*/ 216441 h 424388"/>
              <a:gd name="connsiteX3" fmla="*/ 488070 w 597041"/>
              <a:gd name="connsiteY3" fmla="*/ 326868 h 424388"/>
              <a:gd name="connsiteX4" fmla="*/ 434968 w 597041"/>
              <a:gd name="connsiteY4" fmla="*/ 362721 h 424388"/>
              <a:gd name="connsiteX5" fmla="*/ 377560 w 597041"/>
              <a:gd name="connsiteY5" fmla="*/ 424388 h 424388"/>
              <a:gd name="connsiteX6" fmla="*/ 241216 w 597041"/>
              <a:gd name="connsiteY6" fmla="*/ 355550 h 424388"/>
              <a:gd name="connsiteX7" fmla="*/ 139317 w 597041"/>
              <a:gd name="connsiteY7" fmla="*/ 355550 h 424388"/>
              <a:gd name="connsiteX8" fmla="*/ 262641 w 597041"/>
              <a:gd name="connsiteY8" fmla="*/ 0 h 424388"/>
              <a:gd name="connsiteX9" fmla="*/ 597041 w 597041"/>
              <a:gd name="connsiteY9" fmla="*/ 96010 h 424388"/>
              <a:gd name="connsiteX10" fmla="*/ 391808 w 597041"/>
              <a:gd name="connsiteY10" fmla="*/ 279433 h 424388"/>
              <a:gd name="connsiteX11" fmla="*/ 68889 w 597041"/>
              <a:gd name="connsiteY11" fmla="*/ 174825 h 424388"/>
              <a:gd name="connsiteX12" fmla="*/ 68889 w 597041"/>
              <a:gd name="connsiteY12" fmla="*/ 283732 h 424388"/>
              <a:gd name="connsiteX13" fmla="*/ 87547 w 597041"/>
              <a:gd name="connsiteY13" fmla="*/ 283732 h 424388"/>
              <a:gd name="connsiteX14" fmla="*/ 87547 w 597041"/>
              <a:gd name="connsiteY14" fmla="*/ 362546 h 424388"/>
              <a:gd name="connsiteX15" fmla="*/ 22963 w 597041"/>
              <a:gd name="connsiteY15" fmla="*/ 362546 h 424388"/>
              <a:gd name="connsiteX16" fmla="*/ 22963 w 597041"/>
              <a:gd name="connsiteY16" fmla="*/ 283732 h 424388"/>
              <a:gd name="connsiteX17" fmla="*/ 41621 w 597041"/>
              <a:gd name="connsiteY17" fmla="*/ 283732 h 424388"/>
              <a:gd name="connsiteX18" fmla="*/ 41621 w 597041"/>
              <a:gd name="connsiteY18" fmla="*/ 166227 h 424388"/>
              <a:gd name="connsiteX19" fmla="*/ 0 w 597041"/>
              <a:gd name="connsiteY19" fmla="*/ 153330 h 424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97041" h="424388">
                <a:moveTo>
                  <a:pt x="139317" y="213573"/>
                </a:moveTo>
                <a:lnTo>
                  <a:pt x="394782" y="299620"/>
                </a:lnTo>
                <a:lnTo>
                  <a:pt x="488070" y="216441"/>
                </a:lnTo>
                <a:lnTo>
                  <a:pt x="488070" y="326868"/>
                </a:lnTo>
                <a:cubicBezTo>
                  <a:pt x="488070" y="326868"/>
                  <a:pt x="465107" y="342643"/>
                  <a:pt x="434968" y="362721"/>
                </a:cubicBezTo>
                <a:cubicBezTo>
                  <a:pt x="403393" y="381365"/>
                  <a:pt x="377560" y="424388"/>
                  <a:pt x="377560" y="424388"/>
                </a:cubicBezTo>
                <a:cubicBezTo>
                  <a:pt x="377560" y="424388"/>
                  <a:pt x="292883" y="372760"/>
                  <a:pt x="241216" y="355550"/>
                </a:cubicBezTo>
                <a:cubicBezTo>
                  <a:pt x="190984" y="338341"/>
                  <a:pt x="139317" y="355550"/>
                  <a:pt x="139317" y="355550"/>
                </a:cubicBezTo>
                <a:close/>
                <a:moveTo>
                  <a:pt x="262641" y="0"/>
                </a:moveTo>
                <a:lnTo>
                  <a:pt x="597041" y="96010"/>
                </a:lnTo>
                <a:lnTo>
                  <a:pt x="391808" y="279433"/>
                </a:lnTo>
                <a:lnTo>
                  <a:pt x="68889" y="174825"/>
                </a:lnTo>
                <a:lnTo>
                  <a:pt x="68889" y="283732"/>
                </a:lnTo>
                <a:lnTo>
                  <a:pt x="87547" y="283732"/>
                </a:lnTo>
                <a:lnTo>
                  <a:pt x="87547" y="362546"/>
                </a:lnTo>
                <a:lnTo>
                  <a:pt x="22963" y="362546"/>
                </a:lnTo>
                <a:lnTo>
                  <a:pt x="22963" y="283732"/>
                </a:lnTo>
                <a:lnTo>
                  <a:pt x="41621" y="283732"/>
                </a:lnTo>
                <a:lnTo>
                  <a:pt x="41621" y="166227"/>
                </a:lnTo>
                <a:lnTo>
                  <a:pt x="0" y="1533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25458" y="1504122"/>
            <a:ext cx="1146175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b="1" dirty="0">
                <a:solidFill>
                  <a:schemeClr val="accent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关键词标题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25458" y="1885971"/>
            <a:ext cx="3688122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；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7433526" y="1782998"/>
            <a:ext cx="1823069" cy="611893"/>
            <a:chOff x="7433526" y="1782998"/>
            <a:chExt cx="1823069" cy="611893"/>
          </a:xfrm>
        </p:grpSpPr>
        <p:sp>
          <p:nvSpPr>
            <p:cNvPr id="14" name="任意多边形: 形状 13"/>
            <p:cNvSpPr/>
            <p:nvPr/>
          </p:nvSpPr>
          <p:spPr>
            <a:xfrm>
              <a:off x="7472304" y="1817322"/>
              <a:ext cx="1745516" cy="533402"/>
            </a:xfrm>
            <a:custGeom>
              <a:avLst/>
              <a:gdLst/>
              <a:ahLst/>
              <a:cxnLst/>
              <a:rect l="0" t="0" r="0" b="0"/>
              <a:pathLst>
                <a:path w="1745516" h="533402">
                  <a:moveTo>
                    <a:pt x="1385847" y="0"/>
                  </a:moveTo>
                  <a:lnTo>
                    <a:pt x="1745515" y="0"/>
                  </a:lnTo>
                  <a:lnTo>
                    <a:pt x="533400" y="1"/>
                  </a:lnTo>
                  <a:lnTo>
                    <a:pt x="0" y="533401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9187946" y="1782998"/>
              <a:ext cx="68649" cy="6864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433526" y="2326242"/>
              <a:ext cx="68649" cy="6864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7690601" y="3932946"/>
            <a:ext cx="1146175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b="1" dirty="0">
                <a:solidFill>
                  <a:schemeClr val="accent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关键词标题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90601" y="4314795"/>
            <a:ext cx="3688122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20" name="任意多边形: 形状 19"/>
          <p:cNvSpPr/>
          <p:nvPr/>
        </p:nvSpPr>
        <p:spPr>
          <a:xfrm>
            <a:off x="7137447" y="4246146"/>
            <a:ext cx="1745516" cy="533402"/>
          </a:xfrm>
          <a:custGeom>
            <a:avLst/>
            <a:gdLst/>
            <a:ahLst/>
            <a:cxnLst/>
            <a:rect l="0" t="0" r="0" b="0"/>
            <a:pathLst>
              <a:path w="1745516" h="533402">
                <a:moveTo>
                  <a:pt x="1385847" y="0"/>
                </a:moveTo>
                <a:lnTo>
                  <a:pt x="1745515" y="0"/>
                </a:lnTo>
                <a:lnTo>
                  <a:pt x="533400" y="1"/>
                </a:lnTo>
                <a:lnTo>
                  <a:pt x="0" y="533401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8853089" y="4211822"/>
            <a:ext cx="68649" cy="6864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7098669" y="4755066"/>
            <a:ext cx="68649" cy="6864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850269" y="4559513"/>
            <a:ext cx="1146175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b="1" dirty="0">
                <a:solidFill>
                  <a:schemeClr val="accent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关键词标题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36076" y="4958469"/>
            <a:ext cx="3731121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/>
        </p:nvGrpSpPr>
        <p:grpSpPr>
          <a:xfrm flipH="1" flipV="1">
            <a:off x="1770254" y="4293268"/>
            <a:ext cx="1823069" cy="611893"/>
            <a:chOff x="1468000" y="5297431"/>
            <a:chExt cx="1823069" cy="611893"/>
          </a:xfrm>
        </p:grpSpPr>
        <p:sp>
          <p:nvSpPr>
            <p:cNvPr id="26" name="任意多边形: 形状 25"/>
            <p:cNvSpPr/>
            <p:nvPr/>
          </p:nvSpPr>
          <p:spPr>
            <a:xfrm>
              <a:off x="1506778" y="5331755"/>
              <a:ext cx="1745516" cy="533402"/>
            </a:xfrm>
            <a:custGeom>
              <a:avLst/>
              <a:gdLst/>
              <a:ahLst/>
              <a:cxnLst/>
              <a:rect l="0" t="0" r="0" b="0"/>
              <a:pathLst>
                <a:path w="1745516" h="533402">
                  <a:moveTo>
                    <a:pt x="1385847" y="0"/>
                  </a:moveTo>
                  <a:lnTo>
                    <a:pt x="1745515" y="0"/>
                  </a:lnTo>
                  <a:lnTo>
                    <a:pt x="533400" y="1"/>
                  </a:lnTo>
                  <a:lnTo>
                    <a:pt x="0" y="533401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3222420" y="5297431"/>
              <a:ext cx="68649" cy="6864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1468000" y="5840675"/>
              <a:ext cx="68649" cy="6864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 flipH="1">
            <a:off x="3304322" y="2267170"/>
            <a:ext cx="1823069" cy="611893"/>
            <a:chOff x="7433526" y="1782998"/>
            <a:chExt cx="1823069" cy="611893"/>
          </a:xfrm>
        </p:grpSpPr>
        <p:sp>
          <p:nvSpPr>
            <p:cNvPr id="30" name="任意多边形: 形状 29"/>
            <p:cNvSpPr/>
            <p:nvPr/>
          </p:nvSpPr>
          <p:spPr>
            <a:xfrm>
              <a:off x="7472304" y="1817322"/>
              <a:ext cx="1745516" cy="533402"/>
            </a:xfrm>
            <a:custGeom>
              <a:avLst/>
              <a:gdLst/>
              <a:ahLst/>
              <a:cxnLst/>
              <a:rect l="0" t="0" r="0" b="0"/>
              <a:pathLst>
                <a:path w="1745516" h="533402">
                  <a:moveTo>
                    <a:pt x="1385847" y="0"/>
                  </a:moveTo>
                  <a:lnTo>
                    <a:pt x="1745515" y="0"/>
                  </a:lnTo>
                  <a:lnTo>
                    <a:pt x="533400" y="1"/>
                  </a:lnTo>
                  <a:lnTo>
                    <a:pt x="0" y="533401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9187946" y="1782998"/>
              <a:ext cx="68649" cy="6864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7433526" y="2326242"/>
              <a:ext cx="68649" cy="6864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3421911" y="1970200"/>
            <a:ext cx="1146175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b="1" dirty="0">
                <a:solidFill>
                  <a:schemeClr val="accent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关键词标题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44952" y="2369156"/>
            <a:ext cx="3731121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；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4724400" y="2802505"/>
            <a:ext cx="1990725" cy="1990725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25400" cap="flat" cmpd="sng" algn="ctr">
            <a:noFill/>
            <a:prstDash val="solid"/>
            <a:miter lim="800000"/>
          </a:ln>
          <a:effectLst>
            <a:outerShdw blurRad="254000" dist="88900" dir="2700000" algn="tl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135903" y="3910988"/>
            <a:ext cx="114300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关键词标题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iconfont-1179-866479"/>
          <p:cNvSpPr/>
          <p:nvPr/>
        </p:nvSpPr>
        <p:spPr>
          <a:xfrm>
            <a:off x="5455598" y="3213380"/>
            <a:ext cx="514772" cy="609685"/>
          </a:xfrm>
          <a:custGeom>
            <a:avLst/>
            <a:gdLst>
              <a:gd name="T0" fmla="*/ 6573 w 9390"/>
              <a:gd name="T1" fmla="*/ 3437 h 11120"/>
              <a:gd name="T2" fmla="*/ 7967 w 9390"/>
              <a:gd name="T3" fmla="*/ 1730 h 11120"/>
              <a:gd name="T4" fmla="*/ 5311 w 9390"/>
              <a:gd name="T5" fmla="*/ 1140 h 11120"/>
              <a:gd name="T6" fmla="*/ 3129 w 9390"/>
              <a:gd name="T7" fmla="*/ 876 h 11120"/>
              <a:gd name="T8" fmla="*/ 2455 w 9390"/>
              <a:gd name="T9" fmla="*/ 3147 h 11120"/>
              <a:gd name="T10" fmla="*/ 7438 w 9390"/>
              <a:gd name="T11" fmla="*/ 4336 h 11120"/>
              <a:gd name="T12" fmla="*/ 2969 w 9390"/>
              <a:gd name="T13" fmla="*/ 4006 h 11120"/>
              <a:gd name="T14" fmla="*/ 0 w 9390"/>
              <a:gd name="T15" fmla="*/ 8570 h 11120"/>
              <a:gd name="T16" fmla="*/ 6860 w 9390"/>
              <a:gd name="T17" fmla="*/ 11120 h 11120"/>
              <a:gd name="T18" fmla="*/ 7438 w 9390"/>
              <a:gd name="T19" fmla="*/ 4336 h 11120"/>
              <a:gd name="T20" fmla="*/ 5549 w 9390"/>
              <a:gd name="T21" fmla="*/ 7248 h 11120"/>
              <a:gd name="T22" fmla="*/ 5919 w 9390"/>
              <a:gd name="T23" fmla="*/ 7515 h 11120"/>
              <a:gd name="T24" fmla="*/ 6098 w 9390"/>
              <a:gd name="T25" fmla="*/ 7695 h 11120"/>
              <a:gd name="T26" fmla="*/ 5384 w 9390"/>
              <a:gd name="T27" fmla="*/ 7874 h 11120"/>
              <a:gd name="T28" fmla="*/ 5195 w 9390"/>
              <a:gd name="T29" fmla="*/ 8151 h 11120"/>
              <a:gd name="T30" fmla="*/ 5919 w 9390"/>
              <a:gd name="T31" fmla="*/ 8331 h 11120"/>
              <a:gd name="T32" fmla="*/ 5919 w 9390"/>
              <a:gd name="T33" fmla="*/ 8690 h 11120"/>
              <a:gd name="T34" fmla="*/ 5195 w 9390"/>
              <a:gd name="T35" fmla="*/ 8870 h 11120"/>
              <a:gd name="T36" fmla="*/ 5015 w 9390"/>
              <a:gd name="T37" fmla="*/ 9507 h 11120"/>
              <a:gd name="T38" fmla="*/ 4510 w 9390"/>
              <a:gd name="T39" fmla="*/ 9327 h 11120"/>
              <a:gd name="T40" fmla="*/ 4330 w 9390"/>
              <a:gd name="T41" fmla="*/ 8690 h 11120"/>
              <a:gd name="T42" fmla="*/ 3612 w 9390"/>
              <a:gd name="T43" fmla="*/ 8510 h 11120"/>
              <a:gd name="T44" fmla="*/ 4329 w 9390"/>
              <a:gd name="T45" fmla="*/ 8331 h 11120"/>
              <a:gd name="T46" fmla="*/ 4511 w 9390"/>
              <a:gd name="T47" fmla="*/ 8063 h 11120"/>
              <a:gd name="T48" fmla="*/ 3792 w 9390"/>
              <a:gd name="T49" fmla="*/ 7873 h 11120"/>
              <a:gd name="T50" fmla="*/ 3612 w 9390"/>
              <a:gd name="T51" fmla="*/ 7694 h 11120"/>
              <a:gd name="T52" fmla="*/ 3999 w 9390"/>
              <a:gd name="T53" fmla="*/ 7514 h 11120"/>
              <a:gd name="T54" fmla="*/ 3406 w 9390"/>
              <a:gd name="T55" fmla="*/ 5887 h 11120"/>
              <a:gd name="T56" fmla="*/ 3920 w 9390"/>
              <a:gd name="T57" fmla="*/ 5620 h 11120"/>
              <a:gd name="T58" fmla="*/ 4691 w 9390"/>
              <a:gd name="T59" fmla="*/ 6937 h 11120"/>
              <a:gd name="T60" fmla="*/ 5623 w 9390"/>
              <a:gd name="T61" fmla="*/ 5719 h 11120"/>
              <a:gd name="T62" fmla="*/ 6140 w 9390"/>
              <a:gd name="T63" fmla="*/ 5620 h 11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390" h="11120">
                <a:moveTo>
                  <a:pt x="3078" y="3437"/>
                </a:moveTo>
                <a:lnTo>
                  <a:pt x="6573" y="3437"/>
                </a:lnTo>
                <a:cubicBezTo>
                  <a:pt x="6809" y="3437"/>
                  <a:pt x="7036" y="3338"/>
                  <a:pt x="7187" y="3157"/>
                </a:cubicBezTo>
                <a:cubicBezTo>
                  <a:pt x="7548" y="2728"/>
                  <a:pt x="7890" y="2202"/>
                  <a:pt x="7967" y="1730"/>
                </a:cubicBezTo>
                <a:cubicBezTo>
                  <a:pt x="8121" y="786"/>
                  <a:pt x="7717" y="307"/>
                  <a:pt x="6544" y="307"/>
                </a:cubicBezTo>
                <a:cubicBezTo>
                  <a:pt x="5370" y="307"/>
                  <a:pt x="5767" y="1077"/>
                  <a:pt x="5311" y="1140"/>
                </a:cubicBezTo>
                <a:cubicBezTo>
                  <a:pt x="4971" y="1187"/>
                  <a:pt x="4983" y="739"/>
                  <a:pt x="4449" y="308"/>
                </a:cubicBezTo>
                <a:cubicBezTo>
                  <a:pt x="4066" y="0"/>
                  <a:pt x="3636" y="871"/>
                  <a:pt x="3129" y="876"/>
                </a:cubicBezTo>
                <a:cubicBezTo>
                  <a:pt x="2538" y="884"/>
                  <a:pt x="1707" y="720"/>
                  <a:pt x="1707" y="1730"/>
                </a:cubicBezTo>
                <a:cubicBezTo>
                  <a:pt x="1707" y="2138"/>
                  <a:pt x="2065" y="2690"/>
                  <a:pt x="2455" y="3147"/>
                </a:cubicBezTo>
                <a:cubicBezTo>
                  <a:pt x="2612" y="3330"/>
                  <a:pt x="2838" y="3437"/>
                  <a:pt x="3078" y="3437"/>
                </a:cubicBezTo>
                <a:close/>
                <a:moveTo>
                  <a:pt x="7438" y="4336"/>
                </a:moveTo>
                <a:cubicBezTo>
                  <a:pt x="7252" y="4125"/>
                  <a:pt x="6981" y="4006"/>
                  <a:pt x="6699" y="4006"/>
                </a:cubicBezTo>
                <a:lnTo>
                  <a:pt x="2969" y="4006"/>
                </a:lnTo>
                <a:cubicBezTo>
                  <a:pt x="2700" y="4006"/>
                  <a:pt x="2440" y="4115"/>
                  <a:pt x="2253" y="4310"/>
                </a:cubicBezTo>
                <a:cubicBezTo>
                  <a:pt x="1081" y="5538"/>
                  <a:pt x="0" y="7291"/>
                  <a:pt x="0" y="8570"/>
                </a:cubicBezTo>
                <a:cubicBezTo>
                  <a:pt x="0" y="9697"/>
                  <a:pt x="1133" y="11120"/>
                  <a:pt x="2530" y="11120"/>
                </a:cubicBezTo>
                <a:lnTo>
                  <a:pt x="6860" y="11120"/>
                </a:lnTo>
                <a:cubicBezTo>
                  <a:pt x="8257" y="11120"/>
                  <a:pt x="9390" y="9709"/>
                  <a:pt x="9390" y="8570"/>
                </a:cubicBezTo>
                <a:cubicBezTo>
                  <a:pt x="9390" y="7268"/>
                  <a:pt x="8520" y="5564"/>
                  <a:pt x="7438" y="4336"/>
                </a:cubicBezTo>
                <a:close/>
                <a:moveTo>
                  <a:pt x="6299" y="5888"/>
                </a:moveTo>
                <a:lnTo>
                  <a:pt x="5549" y="7248"/>
                </a:lnTo>
                <a:cubicBezTo>
                  <a:pt x="5483" y="7368"/>
                  <a:pt x="5570" y="7515"/>
                  <a:pt x="5706" y="7515"/>
                </a:cubicBezTo>
                <a:lnTo>
                  <a:pt x="5919" y="7515"/>
                </a:lnTo>
                <a:cubicBezTo>
                  <a:pt x="6017" y="7515"/>
                  <a:pt x="6098" y="7595"/>
                  <a:pt x="6098" y="7695"/>
                </a:cubicBezTo>
                <a:lnTo>
                  <a:pt x="6098" y="7695"/>
                </a:lnTo>
                <a:cubicBezTo>
                  <a:pt x="6098" y="7793"/>
                  <a:pt x="6018" y="7874"/>
                  <a:pt x="5919" y="7874"/>
                </a:cubicBezTo>
                <a:lnTo>
                  <a:pt x="5384" y="7874"/>
                </a:lnTo>
                <a:cubicBezTo>
                  <a:pt x="5279" y="7874"/>
                  <a:pt x="5196" y="7958"/>
                  <a:pt x="5195" y="8062"/>
                </a:cubicBezTo>
                <a:lnTo>
                  <a:pt x="5195" y="8151"/>
                </a:lnTo>
                <a:cubicBezTo>
                  <a:pt x="5195" y="8249"/>
                  <a:pt x="5275" y="8331"/>
                  <a:pt x="5375" y="8331"/>
                </a:cubicBezTo>
                <a:lnTo>
                  <a:pt x="5919" y="8331"/>
                </a:lnTo>
                <a:cubicBezTo>
                  <a:pt x="6017" y="8331"/>
                  <a:pt x="6098" y="8411"/>
                  <a:pt x="6098" y="8510"/>
                </a:cubicBezTo>
                <a:cubicBezTo>
                  <a:pt x="6098" y="8610"/>
                  <a:pt x="6018" y="8690"/>
                  <a:pt x="5919" y="8690"/>
                </a:cubicBezTo>
                <a:lnTo>
                  <a:pt x="5375" y="8690"/>
                </a:lnTo>
                <a:cubicBezTo>
                  <a:pt x="5276" y="8690"/>
                  <a:pt x="5195" y="8770"/>
                  <a:pt x="5195" y="8870"/>
                </a:cubicBezTo>
                <a:lnTo>
                  <a:pt x="5195" y="9327"/>
                </a:lnTo>
                <a:cubicBezTo>
                  <a:pt x="5195" y="9426"/>
                  <a:pt x="5115" y="9507"/>
                  <a:pt x="5015" y="9507"/>
                </a:cubicBezTo>
                <a:lnTo>
                  <a:pt x="4690" y="9507"/>
                </a:lnTo>
                <a:cubicBezTo>
                  <a:pt x="4591" y="9507"/>
                  <a:pt x="4510" y="9427"/>
                  <a:pt x="4510" y="9327"/>
                </a:cubicBezTo>
                <a:lnTo>
                  <a:pt x="4510" y="8870"/>
                </a:lnTo>
                <a:cubicBezTo>
                  <a:pt x="4510" y="8771"/>
                  <a:pt x="4430" y="8690"/>
                  <a:pt x="4330" y="8690"/>
                </a:cubicBezTo>
                <a:lnTo>
                  <a:pt x="3792" y="8690"/>
                </a:lnTo>
                <a:cubicBezTo>
                  <a:pt x="3693" y="8690"/>
                  <a:pt x="3612" y="8610"/>
                  <a:pt x="3612" y="8510"/>
                </a:cubicBezTo>
                <a:cubicBezTo>
                  <a:pt x="3612" y="8411"/>
                  <a:pt x="3692" y="8331"/>
                  <a:pt x="3792" y="8331"/>
                </a:cubicBezTo>
                <a:lnTo>
                  <a:pt x="4329" y="8331"/>
                </a:lnTo>
                <a:cubicBezTo>
                  <a:pt x="4429" y="8331"/>
                  <a:pt x="4509" y="8251"/>
                  <a:pt x="4510" y="8151"/>
                </a:cubicBezTo>
                <a:lnTo>
                  <a:pt x="4511" y="8063"/>
                </a:lnTo>
                <a:cubicBezTo>
                  <a:pt x="4512" y="7959"/>
                  <a:pt x="4427" y="7873"/>
                  <a:pt x="4322" y="7873"/>
                </a:cubicBezTo>
                <a:lnTo>
                  <a:pt x="3792" y="7873"/>
                </a:lnTo>
                <a:cubicBezTo>
                  <a:pt x="3693" y="7873"/>
                  <a:pt x="3612" y="7793"/>
                  <a:pt x="3612" y="7694"/>
                </a:cubicBezTo>
                <a:lnTo>
                  <a:pt x="3612" y="7694"/>
                </a:lnTo>
                <a:cubicBezTo>
                  <a:pt x="3612" y="7595"/>
                  <a:pt x="3692" y="7514"/>
                  <a:pt x="3792" y="7514"/>
                </a:cubicBezTo>
                <a:lnTo>
                  <a:pt x="3999" y="7514"/>
                </a:lnTo>
                <a:cubicBezTo>
                  <a:pt x="4136" y="7514"/>
                  <a:pt x="4221" y="7367"/>
                  <a:pt x="4156" y="7247"/>
                </a:cubicBezTo>
                <a:lnTo>
                  <a:pt x="3406" y="5887"/>
                </a:lnTo>
                <a:cubicBezTo>
                  <a:pt x="3340" y="5767"/>
                  <a:pt x="3426" y="5620"/>
                  <a:pt x="3562" y="5620"/>
                </a:cubicBezTo>
                <a:lnTo>
                  <a:pt x="3920" y="5620"/>
                </a:lnTo>
                <a:cubicBezTo>
                  <a:pt x="3988" y="5620"/>
                  <a:pt x="4050" y="5659"/>
                  <a:pt x="4080" y="5719"/>
                </a:cubicBezTo>
                <a:lnTo>
                  <a:pt x="4691" y="6937"/>
                </a:lnTo>
                <a:cubicBezTo>
                  <a:pt x="4756" y="7069"/>
                  <a:pt x="4945" y="7069"/>
                  <a:pt x="5012" y="6937"/>
                </a:cubicBezTo>
                <a:lnTo>
                  <a:pt x="5623" y="5719"/>
                </a:lnTo>
                <a:cubicBezTo>
                  <a:pt x="5653" y="5659"/>
                  <a:pt x="5715" y="5620"/>
                  <a:pt x="5783" y="5620"/>
                </a:cubicBezTo>
                <a:lnTo>
                  <a:pt x="6140" y="5620"/>
                </a:lnTo>
                <a:cubicBezTo>
                  <a:pt x="6278" y="5622"/>
                  <a:pt x="6365" y="5768"/>
                  <a:pt x="6299" y="58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87857" y="1929626"/>
            <a:ext cx="2571750" cy="1499374"/>
            <a:chOff x="590550" y="1447026"/>
            <a:chExt cx="2571750" cy="1499374"/>
          </a:xfrm>
        </p:grpSpPr>
        <p:grpSp>
          <p:nvGrpSpPr>
            <p:cNvPr id="3" name="组合 2"/>
            <p:cNvGrpSpPr/>
            <p:nvPr/>
          </p:nvGrpSpPr>
          <p:grpSpPr>
            <a:xfrm>
              <a:off x="723900" y="1809750"/>
              <a:ext cx="2438400" cy="1136650"/>
              <a:chOff x="723900" y="1809750"/>
              <a:chExt cx="2292349" cy="1136650"/>
            </a:xfrm>
          </p:grpSpPr>
          <p:sp>
            <p:nvSpPr>
              <p:cNvPr id="7" name="矩形 6"/>
              <p:cNvSpPr/>
              <p:nvPr/>
            </p:nvSpPr>
            <p:spPr>
              <a:xfrm flipH="1" flipV="1">
                <a:off x="835023" y="1892300"/>
                <a:ext cx="2181226" cy="1054100"/>
              </a:xfrm>
              <a:prstGeom prst="rect">
                <a:avLst/>
              </a:prstGeom>
              <a:noFill/>
              <a:ln w="19050">
                <a:gradFill>
                  <a:gsLst>
                    <a:gs pos="0">
                      <a:schemeClr val="accent1"/>
                    </a:gs>
                    <a:gs pos="62000">
                      <a:schemeClr val="accent1">
                        <a:alpha val="0"/>
                      </a:schemeClr>
                    </a:gs>
                  </a:gsLst>
                  <a:lin ang="36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723900" y="1809750"/>
                <a:ext cx="2181225" cy="1009650"/>
              </a:xfrm>
              <a:prstGeom prst="rect">
                <a:avLst/>
              </a:prstGeom>
              <a:solidFill>
                <a:schemeClr val="bg1"/>
              </a:solidFill>
              <a:ln w="19050">
                <a:gradFill>
                  <a:gsLst>
                    <a:gs pos="0">
                      <a:schemeClr val="accent1"/>
                    </a:gs>
                    <a:gs pos="72000">
                      <a:schemeClr val="accent1">
                        <a:alpha val="0"/>
                      </a:schemeClr>
                    </a:gs>
                  </a:gsLst>
                  <a:lin ang="36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" name="矩形 3"/>
            <p:cNvSpPr/>
            <p:nvPr/>
          </p:nvSpPr>
          <p:spPr>
            <a:xfrm>
              <a:off x="590550" y="1676400"/>
              <a:ext cx="2667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65313" y="2024393"/>
              <a:ext cx="2141412" cy="64579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汉仪雅酷黑-45J" panose="00020600040101010101" charset="-122"/>
                  <a:cs typeface="汉仪旗黑-55简" panose="00020600040101010101" charset="-128"/>
                  <a:sym typeface="Arial" panose="020B0604020202020204" pitchFamily="34" charset="0"/>
                </a:rPr>
                <a:t>单击此处输入你的正文，文字是您思想的提炼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汉仪雅酷黑-45J" panose="00020600040101010101" charset="-122"/>
                  <a:cs typeface="汉仪旗黑-55简" panose="00020600040101010101" charset="-128"/>
                  <a:sym typeface="Arial" panose="020B0604020202020204" pitchFamily="34" charset="0"/>
                </a:rPr>
                <a:t>，</a:t>
              </a: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936623" y="1447026"/>
              <a:ext cx="1547340" cy="3073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2000" b="1" dirty="0">
                  <a:solidFill>
                    <a:schemeClr val="accent1"/>
                  </a:solidFill>
                  <a:latin typeface="Arial" panose="020B0604020202020204" pitchFamily="34" charset="0"/>
                  <a:ea typeface="汉仪雅酷黑 95W" panose="020B0A04020202020204" charset="-122"/>
                  <a:sym typeface="Arial" panose="020B0604020202020204" pitchFamily="34" charset="0"/>
                </a:rPr>
                <a:t>关键词标题</a:t>
              </a:r>
              <a:endPara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汉仪雅酷黑 95W" panose="020B0A04020202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495165" y="1929626"/>
            <a:ext cx="2571750" cy="1499374"/>
            <a:chOff x="590550" y="1447026"/>
            <a:chExt cx="2571750" cy="1499374"/>
          </a:xfrm>
        </p:grpSpPr>
        <p:grpSp>
          <p:nvGrpSpPr>
            <p:cNvPr id="10" name="组合 9"/>
            <p:cNvGrpSpPr/>
            <p:nvPr/>
          </p:nvGrpSpPr>
          <p:grpSpPr>
            <a:xfrm>
              <a:off x="723900" y="1809750"/>
              <a:ext cx="2438400" cy="1136650"/>
              <a:chOff x="723900" y="1809750"/>
              <a:chExt cx="2292349" cy="1136650"/>
            </a:xfrm>
          </p:grpSpPr>
          <p:sp>
            <p:nvSpPr>
              <p:cNvPr id="14" name="矩形 13"/>
              <p:cNvSpPr/>
              <p:nvPr/>
            </p:nvSpPr>
            <p:spPr>
              <a:xfrm flipH="1" flipV="1">
                <a:off x="835023" y="1892300"/>
                <a:ext cx="2181226" cy="1054100"/>
              </a:xfrm>
              <a:prstGeom prst="rect">
                <a:avLst/>
              </a:prstGeom>
              <a:noFill/>
              <a:ln w="19050">
                <a:gradFill>
                  <a:gsLst>
                    <a:gs pos="0">
                      <a:schemeClr val="accent1"/>
                    </a:gs>
                    <a:gs pos="62000">
                      <a:schemeClr val="accent1">
                        <a:alpha val="0"/>
                      </a:schemeClr>
                    </a:gs>
                  </a:gsLst>
                  <a:lin ang="36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723900" y="1809750"/>
                <a:ext cx="2181225" cy="1009650"/>
              </a:xfrm>
              <a:prstGeom prst="rect">
                <a:avLst/>
              </a:prstGeom>
              <a:solidFill>
                <a:schemeClr val="bg1"/>
              </a:solidFill>
              <a:ln w="19050">
                <a:gradFill>
                  <a:gsLst>
                    <a:gs pos="0">
                      <a:schemeClr val="accent1"/>
                    </a:gs>
                    <a:gs pos="72000">
                      <a:schemeClr val="accent1">
                        <a:alpha val="0"/>
                      </a:schemeClr>
                    </a:gs>
                  </a:gsLst>
                  <a:lin ang="36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590550" y="1676400"/>
              <a:ext cx="2667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65313" y="2024393"/>
              <a:ext cx="2141412" cy="64579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汉仪雅酷黑-45J" panose="00020600040101010101" charset="-122"/>
                  <a:cs typeface="汉仪旗黑-55简" panose="00020600040101010101" charset="-128"/>
                  <a:sym typeface="Arial" panose="020B0604020202020204" pitchFamily="34" charset="0"/>
                </a:rPr>
                <a:t>单击此处输入你的正文，文字是您思想的提炼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汉仪雅酷黑-45J" panose="00020600040101010101" charset="-122"/>
                  <a:cs typeface="汉仪旗黑-55简" panose="00020600040101010101" charset="-128"/>
                  <a:sym typeface="Arial" panose="020B0604020202020204" pitchFamily="34" charset="0"/>
                </a:rPr>
                <a:t>，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36623" y="1447026"/>
              <a:ext cx="1547340" cy="3073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2000" b="1" dirty="0">
                  <a:solidFill>
                    <a:schemeClr val="accent1"/>
                  </a:solidFill>
                  <a:latin typeface="Arial" panose="020B0604020202020204" pitchFamily="34" charset="0"/>
                  <a:ea typeface="汉仪雅酷黑 95W" panose="020B0A04020202020204" charset="-122"/>
                  <a:sym typeface="Arial" panose="020B0604020202020204" pitchFamily="34" charset="0"/>
                </a:rPr>
                <a:t>关键词标题</a:t>
              </a:r>
              <a:endPara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汉仪雅酷黑 95W" panose="020B0A04020202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102473" y="1929626"/>
            <a:ext cx="2571750" cy="1499374"/>
            <a:chOff x="590550" y="1447026"/>
            <a:chExt cx="2571750" cy="1499374"/>
          </a:xfrm>
        </p:grpSpPr>
        <p:grpSp>
          <p:nvGrpSpPr>
            <p:cNvPr id="17" name="组合 16"/>
            <p:cNvGrpSpPr/>
            <p:nvPr/>
          </p:nvGrpSpPr>
          <p:grpSpPr>
            <a:xfrm>
              <a:off x="723900" y="1809750"/>
              <a:ext cx="2438400" cy="1136650"/>
              <a:chOff x="723900" y="1809750"/>
              <a:chExt cx="2292349" cy="1136650"/>
            </a:xfrm>
          </p:grpSpPr>
          <p:sp>
            <p:nvSpPr>
              <p:cNvPr id="22" name="矩形 21"/>
              <p:cNvSpPr/>
              <p:nvPr/>
            </p:nvSpPr>
            <p:spPr>
              <a:xfrm flipH="1" flipV="1">
                <a:off x="835023" y="1892300"/>
                <a:ext cx="2181226" cy="1054100"/>
              </a:xfrm>
              <a:prstGeom prst="rect">
                <a:avLst/>
              </a:prstGeom>
              <a:noFill/>
              <a:ln w="19050">
                <a:gradFill>
                  <a:gsLst>
                    <a:gs pos="0">
                      <a:schemeClr val="accent1"/>
                    </a:gs>
                    <a:gs pos="62000">
                      <a:schemeClr val="accent1">
                        <a:alpha val="0"/>
                      </a:schemeClr>
                    </a:gs>
                  </a:gsLst>
                  <a:lin ang="36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723900" y="1809750"/>
                <a:ext cx="2181225" cy="1009650"/>
              </a:xfrm>
              <a:prstGeom prst="rect">
                <a:avLst/>
              </a:prstGeom>
              <a:solidFill>
                <a:schemeClr val="bg1"/>
              </a:solidFill>
              <a:ln w="19050">
                <a:gradFill>
                  <a:gsLst>
                    <a:gs pos="0">
                      <a:schemeClr val="accent1"/>
                    </a:gs>
                    <a:gs pos="72000">
                      <a:schemeClr val="accent1">
                        <a:alpha val="0"/>
                      </a:schemeClr>
                    </a:gs>
                  </a:gsLst>
                  <a:lin ang="36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590550" y="1676400"/>
              <a:ext cx="2667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65313" y="2024393"/>
              <a:ext cx="2141412" cy="64579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汉仪雅酷黑-45J" panose="00020600040101010101" charset="-122"/>
                  <a:cs typeface="汉仪旗黑-55简" panose="00020600040101010101" charset="-128"/>
                  <a:sym typeface="Arial" panose="020B0604020202020204" pitchFamily="34" charset="0"/>
                </a:rPr>
                <a:t>单击此处输入你的正文，文字是您思想的提炼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汉仪雅酷黑-45J" panose="00020600040101010101" charset="-122"/>
                  <a:cs typeface="汉仪旗黑-55简" panose="00020600040101010101" charset="-128"/>
                  <a:sym typeface="Arial" panose="020B0604020202020204" pitchFamily="34" charset="0"/>
                </a:rPr>
                <a:t>，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36623" y="1447026"/>
              <a:ext cx="1547340" cy="3073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2000" b="1" dirty="0">
                  <a:solidFill>
                    <a:schemeClr val="accent1"/>
                  </a:solidFill>
                  <a:latin typeface="Arial" panose="020B0604020202020204" pitchFamily="34" charset="0"/>
                  <a:ea typeface="汉仪雅酷黑 95W" panose="020B0A04020202020204" charset="-122"/>
                  <a:sym typeface="Arial" panose="020B0604020202020204" pitchFamily="34" charset="0"/>
                </a:rPr>
                <a:t>关键词标题</a:t>
              </a:r>
              <a:endPara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汉仪雅酷黑 95W" panose="020B0A04020202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552065" y="4023602"/>
            <a:ext cx="2571750" cy="1499374"/>
            <a:chOff x="590550" y="1447026"/>
            <a:chExt cx="2571750" cy="1499374"/>
          </a:xfrm>
        </p:grpSpPr>
        <p:grpSp>
          <p:nvGrpSpPr>
            <p:cNvPr id="25" name="组合 24"/>
            <p:cNvGrpSpPr/>
            <p:nvPr/>
          </p:nvGrpSpPr>
          <p:grpSpPr>
            <a:xfrm>
              <a:off x="723900" y="1809750"/>
              <a:ext cx="2438400" cy="1136650"/>
              <a:chOff x="723900" y="1809750"/>
              <a:chExt cx="2292349" cy="1136650"/>
            </a:xfrm>
          </p:grpSpPr>
          <p:sp>
            <p:nvSpPr>
              <p:cNvPr id="29" name="矩形 28"/>
              <p:cNvSpPr/>
              <p:nvPr/>
            </p:nvSpPr>
            <p:spPr>
              <a:xfrm flipH="1" flipV="1">
                <a:off x="835023" y="1892300"/>
                <a:ext cx="2181226" cy="1054100"/>
              </a:xfrm>
              <a:prstGeom prst="rect">
                <a:avLst/>
              </a:prstGeom>
              <a:noFill/>
              <a:ln w="19050">
                <a:gradFill>
                  <a:gsLst>
                    <a:gs pos="0">
                      <a:schemeClr val="accent1"/>
                    </a:gs>
                    <a:gs pos="62000">
                      <a:schemeClr val="accent1">
                        <a:alpha val="0"/>
                      </a:schemeClr>
                    </a:gs>
                  </a:gsLst>
                  <a:lin ang="36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723900" y="1809750"/>
                <a:ext cx="2181225" cy="1009650"/>
              </a:xfrm>
              <a:prstGeom prst="rect">
                <a:avLst/>
              </a:prstGeom>
              <a:solidFill>
                <a:schemeClr val="bg1"/>
              </a:solidFill>
              <a:ln w="19050">
                <a:gradFill>
                  <a:gsLst>
                    <a:gs pos="0">
                      <a:schemeClr val="accent1"/>
                    </a:gs>
                    <a:gs pos="72000">
                      <a:schemeClr val="accent1">
                        <a:alpha val="0"/>
                      </a:schemeClr>
                    </a:gs>
                  </a:gsLst>
                  <a:lin ang="36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6" name="矩形 25"/>
            <p:cNvSpPr/>
            <p:nvPr/>
          </p:nvSpPr>
          <p:spPr>
            <a:xfrm>
              <a:off x="590550" y="1676400"/>
              <a:ext cx="2667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865313" y="2024393"/>
              <a:ext cx="2141412" cy="64579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汉仪雅酷黑-45J" panose="00020600040101010101" charset="-122"/>
                  <a:cs typeface="汉仪旗黑-55简" panose="00020600040101010101" charset="-128"/>
                  <a:sym typeface="Arial" panose="020B0604020202020204" pitchFamily="34" charset="0"/>
                </a:rPr>
                <a:t>单击此处输入你的正文，文字是您思想的提炼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汉仪雅酷黑-45J" panose="00020600040101010101" charset="-122"/>
                  <a:cs typeface="汉仪旗黑-55简" panose="00020600040101010101" charset="-128"/>
                  <a:sym typeface="Arial" panose="020B0604020202020204" pitchFamily="34" charset="0"/>
                </a:rPr>
                <a:t>，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36623" y="1447026"/>
              <a:ext cx="1547340" cy="3073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2000" b="1" dirty="0">
                  <a:solidFill>
                    <a:schemeClr val="accent1"/>
                  </a:solidFill>
                  <a:latin typeface="Arial" panose="020B0604020202020204" pitchFamily="34" charset="0"/>
                  <a:ea typeface="汉仪雅酷黑-45J" panose="00020600040101010101" charset="-122"/>
                  <a:sym typeface="Arial" panose="020B0604020202020204" pitchFamily="34" charset="0"/>
                </a:rPr>
                <a:t>关键词标题</a:t>
              </a:r>
              <a:endPara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575425" y="4023602"/>
            <a:ext cx="2571750" cy="1499374"/>
            <a:chOff x="590550" y="1447026"/>
            <a:chExt cx="2571750" cy="1499374"/>
          </a:xfrm>
        </p:grpSpPr>
        <p:grpSp>
          <p:nvGrpSpPr>
            <p:cNvPr id="32" name="组合 31"/>
            <p:cNvGrpSpPr/>
            <p:nvPr/>
          </p:nvGrpSpPr>
          <p:grpSpPr>
            <a:xfrm>
              <a:off x="723900" y="1809750"/>
              <a:ext cx="2438400" cy="1136650"/>
              <a:chOff x="723900" y="1809750"/>
              <a:chExt cx="2292349" cy="1136650"/>
            </a:xfrm>
          </p:grpSpPr>
          <p:sp>
            <p:nvSpPr>
              <p:cNvPr id="36" name="矩形 35"/>
              <p:cNvSpPr/>
              <p:nvPr/>
            </p:nvSpPr>
            <p:spPr>
              <a:xfrm flipH="1" flipV="1">
                <a:off x="835023" y="1892300"/>
                <a:ext cx="2181226" cy="1054100"/>
              </a:xfrm>
              <a:prstGeom prst="rect">
                <a:avLst/>
              </a:prstGeom>
              <a:noFill/>
              <a:ln w="19050">
                <a:gradFill>
                  <a:gsLst>
                    <a:gs pos="0">
                      <a:schemeClr val="accent1"/>
                    </a:gs>
                    <a:gs pos="62000">
                      <a:schemeClr val="accent1">
                        <a:alpha val="0"/>
                      </a:schemeClr>
                    </a:gs>
                  </a:gsLst>
                  <a:lin ang="36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723900" y="1809750"/>
                <a:ext cx="2181225" cy="1009650"/>
              </a:xfrm>
              <a:prstGeom prst="rect">
                <a:avLst/>
              </a:prstGeom>
              <a:solidFill>
                <a:schemeClr val="bg1"/>
              </a:solidFill>
              <a:ln w="19050">
                <a:gradFill>
                  <a:gsLst>
                    <a:gs pos="0">
                      <a:schemeClr val="accent1"/>
                    </a:gs>
                    <a:gs pos="72000">
                      <a:schemeClr val="accent1">
                        <a:alpha val="0"/>
                      </a:schemeClr>
                    </a:gs>
                  </a:gsLst>
                  <a:lin ang="36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3" name="矩形 32"/>
            <p:cNvSpPr/>
            <p:nvPr/>
          </p:nvSpPr>
          <p:spPr>
            <a:xfrm>
              <a:off x="590550" y="1676400"/>
              <a:ext cx="2667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65313" y="2024393"/>
              <a:ext cx="2141412" cy="64579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汉仪雅酷黑-45J" panose="00020600040101010101" charset="-122"/>
                  <a:cs typeface="汉仪旗黑-55简" panose="00020600040101010101" charset="-128"/>
                  <a:sym typeface="Arial" panose="020B0604020202020204" pitchFamily="34" charset="0"/>
                </a:rPr>
                <a:t>单击此处输入你的正文，文字是您思想的提炼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汉仪雅酷黑-45J" panose="00020600040101010101" charset="-122"/>
                  <a:cs typeface="汉仪旗黑-55简" panose="00020600040101010101" charset="-128"/>
                  <a:sym typeface="Arial" panose="020B0604020202020204" pitchFamily="34" charset="0"/>
                </a:rPr>
                <a:t>，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936623" y="1447026"/>
              <a:ext cx="1547340" cy="3073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zh-CN" altLang="en-US" sz="2000" b="1" dirty="0">
                  <a:solidFill>
                    <a:schemeClr val="accent1"/>
                  </a:solidFill>
                  <a:latin typeface="Arial" panose="020B0604020202020204" pitchFamily="34" charset="0"/>
                  <a:ea typeface="汉仪雅酷黑-45J" panose="00020600040101010101" charset="-122"/>
                  <a:sym typeface="Arial" panose="020B0604020202020204" pitchFamily="34" charset="0"/>
                </a:rPr>
                <a:t>关键词标题</a:t>
              </a:r>
              <a:endPara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382485" y="774798"/>
            <a:ext cx="342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645541" y="2080975"/>
            <a:ext cx="5073523" cy="1280160"/>
          </a:xfrm>
          <a:prstGeom prst="roundRect">
            <a:avLst>
              <a:gd name="adj" fmla="val 119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7369" y="2305133"/>
            <a:ext cx="2035175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01.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 关键词标题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07369" y="2714578"/>
            <a:ext cx="4650151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；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6554216" y="2080975"/>
            <a:ext cx="5073523" cy="1280160"/>
          </a:xfrm>
          <a:prstGeom prst="roundRect">
            <a:avLst>
              <a:gd name="adj" fmla="val 119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16044" y="2305133"/>
            <a:ext cx="2035175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02.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 关键词标题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16044" y="2714578"/>
            <a:ext cx="4650151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；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645541" y="4016140"/>
            <a:ext cx="5073523" cy="1280160"/>
          </a:xfrm>
          <a:prstGeom prst="roundRect">
            <a:avLst>
              <a:gd name="adj" fmla="val 119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7369" y="4240298"/>
            <a:ext cx="2035175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03.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 关键词标题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07369" y="4649743"/>
            <a:ext cx="4650151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6554216" y="4016140"/>
            <a:ext cx="5073523" cy="1280160"/>
          </a:xfrm>
          <a:prstGeom prst="roundRect">
            <a:avLst>
              <a:gd name="adj" fmla="val 119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16044" y="4240298"/>
            <a:ext cx="2035175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04.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sym typeface="Arial" panose="020B0604020202020204" pitchFamily="34" charset="0"/>
              </a:rPr>
              <a:t> 关键词标题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汉仪雅酷黑-45J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16044" y="4649743"/>
            <a:ext cx="4650151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汉仪雅酷黑-45J" panose="00020600040101010101" charset="-122"/>
                <a:cs typeface="汉仪旗黑-55简" panose="00020600040101010101" charset="-128"/>
                <a:sym typeface="Arial" panose="020B0604020202020204" pitchFamily="34" charset="0"/>
              </a:rPr>
              <a:t>；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汉仪雅酷黑-45J" panose="00020600040101010101" charset="-122"/>
              <a:cs typeface="汉仪旗黑-55简" panose="00020600040101010101" charset="-128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492298" y="2394936"/>
            <a:ext cx="7207422" cy="1107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72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感谢观看 </a:t>
            </a:r>
            <a:r>
              <a:rPr lang="en-US" altLang="zh-CN" sz="72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Thank</a:t>
            </a:r>
            <a:endParaRPr lang="zh-CN" altLang="en-US" sz="72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172673" y="3585228"/>
            <a:ext cx="1846659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2400" dirty="0">
                <a:solidFill>
                  <a:srgbClr val="156389"/>
                </a:solidFill>
                <a:latin typeface="+mn-ea"/>
              </a:rPr>
              <a:t>深蓝色商务风</a:t>
            </a:r>
            <a:endParaRPr lang="zh-CN" altLang="en-US" sz="2400" dirty="0">
              <a:solidFill>
                <a:srgbClr val="156389"/>
              </a:solidFill>
              <a:latin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331702" y="4252587"/>
            <a:ext cx="1475214" cy="246221"/>
            <a:chOff x="4095451" y="4640913"/>
            <a:chExt cx="1475214" cy="246221"/>
          </a:xfrm>
        </p:grpSpPr>
        <p:sp>
          <p:nvSpPr>
            <p:cNvPr id="27" name="矩形 26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408487" y="4640913"/>
              <a:ext cx="1162178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汇报人：</a:t>
              </a:r>
              <a:r>
                <a:rPr lang="en-US" altLang="zh-CN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xxx</a:t>
              </a:r>
              <a:endParaRPr lang="zh-CN" altLang="en-US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590270" y="4252587"/>
            <a:ext cx="1227436" cy="245745"/>
            <a:chOff x="4095451" y="4640913"/>
            <a:chExt cx="1227436" cy="245745"/>
          </a:xfrm>
        </p:grpSpPr>
        <p:sp>
          <p:nvSpPr>
            <p:cNvPr id="30" name="矩形 29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408487" y="4640913"/>
              <a:ext cx="914400" cy="2457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学院：</a:t>
              </a:r>
              <a:r>
                <a:rPr lang="en-US" altLang="zh-CN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xxx</a:t>
              </a:r>
              <a:endParaRPr lang="zh-CN" altLang="en-US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2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3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4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5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6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7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8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9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0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1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2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3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4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5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6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7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8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9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20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21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22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23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24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25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26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27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28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29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30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31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32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33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34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35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36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37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38.xml><?xml version="1.0" encoding="utf-8"?>
<p:tagLst xmlns:p="http://schemas.openxmlformats.org/presentationml/2006/main">
  <p:tag name="KSO_WM_DIAGRAM_VIRTUALLY_FRAME" val="{&quot;height&quot;:324.86275590551173,&quot;left&quot;:118.35,&quot;top&quot;:128.34385826771654,&quot;width&quot;:805.5}"/>
</p:tagLst>
</file>

<file path=ppt/tags/tag39.xml><?xml version="1.0" encoding="utf-8"?>
<p:tagLst xmlns:p="http://schemas.openxmlformats.org/presentationml/2006/main">
  <p:tag name="ADJUSTMENTS" val="6.08642"/>
</p:tagLst>
</file>

<file path=ppt/tags/tag40.xml><?xml version="1.0" encoding="utf-8"?>
<p:tagLst xmlns:p="http://schemas.openxmlformats.org/presentationml/2006/main">
  <p:tag name="ADJUSTMENTS" val="6.08642"/>
</p:tagLst>
</file>

<file path=ppt/tags/tag41.xml><?xml version="1.0" encoding="utf-8"?>
<p:tagLst xmlns:p="http://schemas.openxmlformats.org/presentationml/2006/main">
  <p:tag name="ADJUSTMENTS" val="6.08642"/>
</p:tagLst>
</file>

<file path=ppt/tags/tag42.xml><?xml version="1.0" encoding="utf-8"?>
<p:tagLst xmlns:p="http://schemas.openxmlformats.org/presentationml/2006/main">
  <p:tag name="TABLE_ENDDRAG_ORIGIN_RECT" val="708*342"/>
  <p:tag name="TABLE_ENDDRAG_RECT" val="94*115*708*342"/>
</p:tagLst>
</file>

<file path=ppt/tags/tag43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44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45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46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47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48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49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50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51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52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53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54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55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56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57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58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59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60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61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62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63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64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65.xml><?xml version="1.0" encoding="utf-8"?>
<p:tagLst xmlns:p="http://schemas.openxmlformats.org/presentationml/2006/main">
  <p:tag name="KSO_WM_DIAGRAM_VIRTUALLY_FRAME" val="{&quot;height&quot;:398.42811023622045,&quot;left&quot;:146.17244094488188,&quot;top&quot;:88.2524409448819,&quot;width&quot;:707.426650794613}"/>
</p:tagLst>
</file>

<file path=ppt/tags/tag66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67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68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69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70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71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72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73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74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75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76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77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78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79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80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81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82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83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84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85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86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87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88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89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90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91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92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93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94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95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96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97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98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99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100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101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102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103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104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105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106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107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108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109.xml><?xml version="1.0" encoding="utf-8"?>
<p:tagLst xmlns:p="http://schemas.openxmlformats.org/presentationml/2006/main">
  <p:tag name="KSO_WM_DIAGRAM_VIRTUALLY_FRAME" val="{&quot;height&quot;:324.8627559055118,&quot;left&quot;:118.36228346456691,&quot;top&quot;:128.34385826771654,&quot;width&quot;:805.4840157480314}"/>
</p:tagLst>
</file>

<file path=ppt/tags/tag110.xml><?xml version="1.0" encoding="utf-8"?>
<p:tagLst xmlns:p="http://schemas.openxmlformats.org/presentationml/2006/main">
  <p:tag name="KSO_WM_DIAGRAM_VIRTUALLY_FRAME" val="{&quot;height&quot;:205.2857480314961,&quot;left&quot;:60.545984251968505,&quot;top&quot;:251.01062992125986,&quot;width&quot;:852.9561417322835}"/>
</p:tagLst>
</file>

<file path=ppt/tags/tag111.xml><?xml version="1.0" encoding="utf-8"?>
<p:tagLst xmlns:p="http://schemas.openxmlformats.org/presentationml/2006/main">
  <p:tag name="KSO_WM_DIAGRAM_VIRTUALLY_FRAME" val="{&quot;height&quot;:205.2857480314961,&quot;left&quot;:60.545984251968505,&quot;top&quot;:251.01062992125986,&quot;width&quot;:852.9561417322835}"/>
</p:tagLst>
</file>

<file path=ppt/tags/tag112.xml><?xml version="1.0" encoding="utf-8"?>
<p:tagLst xmlns:p="http://schemas.openxmlformats.org/presentationml/2006/main">
  <p:tag name="KSO_WM_DIAGRAM_VIRTUALLY_FRAME" val="{&quot;height&quot;:205.2857480314961,&quot;left&quot;:60.545984251968505,&quot;top&quot;:251.01062992125986,&quot;width&quot;:852.9561417322835}"/>
</p:tagLst>
</file>

<file path=ppt/tags/tag113.xml><?xml version="1.0" encoding="utf-8"?>
<p:tagLst xmlns:p="http://schemas.openxmlformats.org/presentationml/2006/main">
  <p:tag name="KSO_WM_DIAGRAM_VIRTUALLY_FRAME" val="{&quot;height&quot;:205.2857480314961,&quot;left&quot;:60.545984251968505,&quot;top&quot;:251.01062992125986,&quot;width&quot;:852.9561417322835}"/>
</p:tagLst>
</file>

<file path=ppt/tags/tag114.xml><?xml version="1.0" encoding="utf-8"?>
<p:tagLst xmlns:p="http://schemas.openxmlformats.org/presentationml/2006/main">
  <p:tag name="KSO_WM_DIAGRAM_VIRTUALLY_FRAME" val="{&quot;height&quot;:205.2857480314961,&quot;left&quot;:60.545984251968505,&quot;top&quot;:251.01062992125986,&quot;width&quot;:852.9561417322835}"/>
</p:tagLst>
</file>

<file path=ppt/tags/tag115.xml><?xml version="1.0" encoding="utf-8"?>
<p:tagLst xmlns:p="http://schemas.openxmlformats.org/presentationml/2006/main">
  <p:tag name="KSO_WM_DIAGRAM_VIRTUALLY_FRAME" val="{&quot;height&quot;:205.2857480314961,&quot;left&quot;:60.545984251968505,&quot;top&quot;:251.01062992125986,&quot;width&quot;:852.9561417322835}"/>
</p:tagLst>
</file>

<file path=ppt/tags/tag116.xml><?xml version="1.0" encoding="utf-8"?>
<p:tagLst xmlns:p="http://schemas.openxmlformats.org/presentationml/2006/main">
  <p:tag name="KSO_WM_DIAGRAM_VIRTUALLY_FRAME" val="{&quot;height&quot;:205.2857480314961,&quot;left&quot;:60.545984251968505,&quot;top&quot;:251.01062992125986,&quot;width&quot;:852.9561417322835}"/>
</p:tagLst>
</file>

<file path=ppt/tags/tag117.xml><?xml version="1.0" encoding="utf-8"?>
<p:tagLst xmlns:p="http://schemas.openxmlformats.org/presentationml/2006/main">
  <p:tag name="KSO_WM_DIAGRAM_VIRTUALLY_FRAME" val="{&quot;height&quot;:205.2857480314961,&quot;left&quot;:60.545984251968505,&quot;top&quot;:251.01062992125986,&quot;width&quot;:852.9561417322835}"/>
</p:tagLst>
</file>

<file path=ppt/tags/tag118.xml><?xml version="1.0" encoding="utf-8"?>
<p:tagLst xmlns:p="http://schemas.openxmlformats.org/presentationml/2006/main">
  <p:tag name="KSO_WM_DIAGRAM_VIRTUALLY_FRAME" val="{&quot;height&quot;:205.2857480314961,&quot;left&quot;:60.545984251968505,&quot;top&quot;:251.01062992125986,&quot;width&quot;:852.9561417322835}"/>
</p:tagLst>
</file>

<file path=ppt/tags/tag119.xml><?xml version="1.0" encoding="utf-8"?>
<p:tagLst xmlns:p="http://schemas.openxmlformats.org/presentationml/2006/main">
  <p:tag name="KSO_WM_DIAGRAM_VIRTUALLY_FRAME" val="{&quot;height&quot;:205.2857480314961,&quot;left&quot;:60.545984251968505,&quot;top&quot;:251.01062992125986,&quot;width&quot;:852.9561417322835}"/>
</p:tagLst>
</file>

<file path=ppt/tags/tag120.xml><?xml version="1.0" encoding="utf-8"?>
<p:tagLst xmlns:p="http://schemas.openxmlformats.org/presentationml/2006/main">
  <p:tag name="KSO_WM_DIAGRAM_VIRTUALLY_FRAME" val="{&quot;height&quot;:205.2857480314961,&quot;left&quot;:60.545984251968505,&quot;top&quot;:251.01062992125986,&quot;width&quot;:852.9561417322835}"/>
</p:tagLst>
</file>

<file path=ppt/tags/tag121.xml><?xml version="1.0" encoding="utf-8"?>
<p:tagLst xmlns:p="http://schemas.openxmlformats.org/presentationml/2006/main">
  <p:tag name="KSO_WM_DIAGRAM_VIRTUALLY_FRAME" val="{&quot;height&quot;:205.2857480314961,&quot;left&quot;:60.545984251968505,&quot;top&quot;:251.01062992125986,&quot;width&quot;:852.9561417322835}"/>
</p:tagLst>
</file>

<file path=ppt/tags/tag122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COMMONDATA" val="eyJoZGlkIjoiODA2NGM4M2Q0MTk3ZmNiZjdiODk3MzMwMTRmZjYwOTIifQ=="/>
  <p:tag name="KSO_WPP_MARK_KEY" val="d7c2f6a8-eb8e-4a46-8b57-9d26bd7de5d8"/>
  <p:tag name="commondata" val="eyJoZGlkIjoiNzg0NDE3YzllNzczMGY3MTQ1OTYyNGM3NDBkNmM5NTcifQ=="/>
</p:tagLst>
</file>

<file path=ppt/theme/theme1.xml><?xml version="1.0" encoding="utf-8"?>
<a:theme xmlns:a="http://schemas.openxmlformats.org/drawingml/2006/main" name="Office 主题​​">
  <a:themeElements>
    <a:clrScheme name="自定义 28">
      <a:dk1>
        <a:sysClr val="windowText" lastClr="000000"/>
      </a:dk1>
      <a:lt1>
        <a:sysClr val="window" lastClr="FFFFFF"/>
      </a:lt1>
      <a:dk2>
        <a:srgbClr val="156389"/>
      </a:dk2>
      <a:lt2>
        <a:srgbClr val="F9A825"/>
      </a:lt2>
      <a:accent1>
        <a:srgbClr val="156389"/>
      </a:accent1>
      <a:accent2>
        <a:srgbClr val="F9A825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6219</Words>
  <Application>WPS 演示</Application>
  <PresentationFormat>宽屏</PresentationFormat>
  <Paragraphs>748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60" baseType="lpstr">
      <vt:lpstr>Arial</vt:lpstr>
      <vt:lpstr>宋体</vt:lpstr>
      <vt:lpstr>Wingdings</vt:lpstr>
      <vt:lpstr>思源黑体 CN Bold</vt:lpstr>
      <vt:lpstr>黑体</vt:lpstr>
      <vt:lpstr>等线</vt:lpstr>
      <vt:lpstr>Alibaba PuHuiTi B</vt:lpstr>
      <vt:lpstr>思源黑体 CN Medium</vt:lpstr>
      <vt:lpstr>思源黑体 CN Regular</vt:lpstr>
      <vt:lpstr>思源宋体 CN Heavy</vt:lpstr>
      <vt:lpstr>微软雅黑</vt:lpstr>
      <vt:lpstr>Arial Unicode MS</vt:lpstr>
      <vt:lpstr>Calibri</vt:lpstr>
      <vt:lpstr>思源黑体 CN Normal</vt:lpstr>
      <vt:lpstr>汉仪雅酷黑-45J</vt:lpstr>
      <vt:lpstr>汉仪雅酷黑 95W</vt:lpstr>
      <vt:lpstr>汉仪旗黑-55简</vt:lpstr>
      <vt:lpstr>方正大黑体_GBK</vt:lpstr>
      <vt:lpstr>The Best Friend</vt:lpstr>
      <vt:lpstr>方正宝黑体 简 Medium</vt:lpstr>
      <vt:lpstr>文道潮黑体</vt:lpstr>
      <vt:lpstr>兰米宋体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成龙 于</dc:creator>
  <cp:lastModifiedBy>张驰</cp:lastModifiedBy>
  <cp:revision>25</cp:revision>
  <dcterms:created xsi:type="dcterms:W3CDTF">2024-01-17T15:47:00Z</dcterms:created>
  <dcterms:modified xsi:type="dcterms:W3CDTF">2025-12-23T09:20:03Z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4F05A3C338234993B3C4FF1AC63B3DFB_11</vt:lpwstr>
  </property>
  <property fmtid="{D5CDD505-2E9C-101B-9397-08002B2CF9AE}" pid="3" name="KSOProductBuildVer">
    <vt:lpwstr>2052-12.1.0.23542</vt:lpwstr>
  </property>
  <property fmtid="{D5CDD505-2E9C-101B-9397-08002B2CF9AE}" pid="4" name="KSOTemplateUUID">
    <vt:lpwstr>v1.0_mb_i+6t5FEJiwT6tsYEZj0BlA==</vt:lpwstr>
  </property>
</Properties>
</file>